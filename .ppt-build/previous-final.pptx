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f7e98b7adc434d" /><Relationship Type="http://schemas.openxmlformats.org/officeDocument/2006/relationships/extended-properties" Target="/docProps/app.xml" Id="R04e0bcf5ac974bea" /><Relationship Type="http://schemas.openxmlformats.org/officeDocument/2006/relationships/officeDocument" Target="/ppt/presentation.xml" Id="Rbf540d5fa3454e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a5e81a713e4fee"/>
  </p:sldMasterIdLst>
  <p:notesMasterIdLst>
    <p:notesMasterId xmlns:r="http://schemas.openxmlformats.org/officeDocument/2006/relationships" r:id="R63e2f8304aa7416c"/>
  </p:notesMasterIdLst>
  <p:sldIdLst>
    <p:sldId xmlns:r="http://schemas.openxmlformats.org/officeDocument/2006/relationships" id="256" r:id="R0a26f407e82b4efa"/>
    <p:sldId xmlns:r="http://schemas.openxmlformats.org/officeDocument/2006/relationships" id="257" r:id="R9485c89f75be457a"/>
    <p:sldId xmlns:r="http://schemas.openxmlformats.org/officeDocument/2006/relationships" id="258" r:id="R5e8084db27924c51"/>
    <p:sldId xmlns:r="http://schemas.openxmlformats.org/officeDocument/2006/relationships" id="259" r:id="Raab43fe95769479e"/>
    <p:sldId xmlns:r="http://schemas.openxmlformats.org/officeDocument/2006/relationships" id="260" r:id="R793047b9ea034d73"/>
    <p:sldId xmlns:r="http://schemas.openxmlformats.org/officeDocument/2006/relationships" id="261" r:id="R2f9ed871df4b4535"/>
    <p:sldId xmlns:r="http://schemas.openxmlformats.org/officeDocument/2006/relationships" id="262" r:id="Raa5af66790b94663"/>
    <p:sldId xmlns:r="http://schemas.openxmlformats.org/officeDocument/2006/relationships" id="263" r:id="Ra649a9b463cc4c1c"/>
    <p:sldId xmlns:r="http://schemas.openxmlformats.org/officeDocument/2006/relationships" id="264" r:id="R4e40f3429d494bf4"/>
    <p:sldId xmlns:r="http://schemas.openxmlformats.org/officeDocument/2006/relationships" id="265" r:id="R8325044827fd45ec"/>
    <p:sldId xmlns:r="http://schemas.openxmlformats.org/officeDocument/2006/relationships" id="266" r:id="Rd1cac0fc14224fe8"/>
    <p:sldId xmlns:r="http://schemas.openxmlformats.org/officeDocument/2006/relationships" id="267" r:id="R6fd398e54257486b"/>
    <p:sldId xmlns:r="http://schemas.openxmlformats.org/officeDocument/2006/relationships" id="268" r:id="Rb5ebc4a3ce1548b4"/>
    <p:sldId xmlns:r="http://schemas.openxmlformats.org/officeDocument/2006/relationships" id="269" r:id="R54ce5246bb6d4739"/>
    <p:sldId xmlns:r="http://schemas.openxmlformats.org/officeDocument/2006/relationships" id="270" r:id="R5bb0395ce4944a35"/>
    <p:sldId xmlns:r="http://schemas.openxmlformats.org/officeDocument/2006/relationships" id="271" r:id="Ra73c6a7aeb074027"/>
    <p:sldId xmlns:r="http://schemas.openxmlformats.org/officeDocument/2006/relationships" id="272" r:id="R9904ff11b1b748e2"/>
    <p:sldId xmlns:r="http://schemas.openxmlformats.org/officeDocument/2006/relationships" id="273" r:id="R11022615840d4409"/>
    <p:sldId xmlns:r="http://schemas.openxmlformats.org/officeDocument/2006/relationships" id="274" r:id="R81dad4e3b6cb4200"/>
    <p:sldId xmlns:r="http://schemas.openxmlformats.org/officeDocument/2006/relationships" id="275" r:id="R985c0e217e704854"/>
    <p:sldId xmlns:r="http://schemas.openxmlformats.org/officeDocument/2006/relationships" id="276" r:id="Re2cacf1eb6f64908"/>
    <p:sldId xmlns:r="http://schemas.openxmlformats.org/officeDocument/2006/relationships" id="277" r:id="R0065340170524677"/>
    <p:sldId xmlns:r="http://schemas.openxmlformats.org/officeDocument/2006/relationships" id="278" r:id="Rcea16fc73039463f"/>
    <p:sldId xmlns:r="http://schemas.openxmlformats.org/officeDocument/2006/relationships" id="279" r:id="Rd2402fcdb7964a1a"/>
    <p:sldId xmlns:r="http://schemas.openxmlformats.org/officeDocument/2006/relationships" id="280" r:id="R01b2371dc0a14475"/>
    <p:sldId xmlns:r="http://schemas.openxmlformats.org/officeDocument/2006/relationships" id="281" r:id="Ra3e63f6620104b78"/>
    <p:sldId xmlns:r="http://schemas.openxmlformats.org/officeDocument/2006/relationships" id="282" r:id="R0a3eefc0fa414755"/>
    <p:sldId xmlns:r="http://schemas.openxmlformats.org/officeDocument/2006/relationships" id="283" r:id="R552d292a31be4bd4"/>
    <p:sldId xmlns:r="http://schemas.openxmlformats.org/officeDocument/2006/relationships" id="284" r:id="Rc75c968b6f7e4bdb"/>
    <p:sldId xmlns:r="http://schemas.openxmlformats.org/officeDocument/2006/relationships" id="285" r:id="Rf63b465b7c4341ed"/>
    <p:sldId xmlns:r="http://schemas.openxmlformats.org/officeDocument/2006/relationships" id="286" r:id="R5cf8b40a3b6e4565"/>
    <p:sldId xmlns:r="http://schemas.openxmlformats.org/officeDocument/2006/relationships" id="287" r:id="R6f125899b16d4ffe"/>
    <p:sldId xmlns:r="http://schemas.openxmlformats.org/officeDocument/2006/relationships" id="288" r:id="R831b92f7ba1b4cdd"/>
    <p:sldId xmlns:r="http://schemas.openxmlformats.org/officeDocument/2006/relationships" id="289" r:id="R0bf261db138241f2"/>
    <p:sldId xmlns:r="http://schemas.openxmlformats.org/officeDocument/2006/relationships" id="290" r:id="R0e98ac1059c0436d"/>
    <p:sldId xmlns:r="http://schemas.openxmlformats.org/officeDocument/2006/relationships" id="291" r:id="R287ca38697c548c9"/>
    <p:sldId xmlns:r="http://schemas.openxmlformats.org/officeDocument/2006/relationships" id="292" r:id="R8645e5972ba9483d"/>
    <p:sldId xmlns:r="http://schemas.openxmlformats.org/officeDocument/2006/relationships" id="293" r:id="R7897ede55dbb423f"/>
    <p:sldId xmlns:r="http://schemas.openxmlformats.org/officeDocument/2006/relationships" id="294" r:id="Ra0142b9748594409"/>
    <p:sldId xmlns:r="http://schemas.openxmlformats.org/officeDocument/2006/relationships" id="295" r:id="R2a84bc5258374618"/>
    <p:sldId xmlns:r="http://schemas.openxmlformats.org/officeDocument/2006/relationships" id="296" r:id="Re958d174d8094993"/>
    <p:sldId xmlns:r="http://schemas.openxmlformats.org/officeDocument/2006/relationships" id="297" r:id="R654b85ecb2604369"/>
    <p:sldId xmlns:r="http://schemas.openxmlformats.org/officeDocument/2006/relationships" id="298" r:id="R4da1219049ae4bad"/>
    <p:sldId xmlns:r="http://schemas.openxmlformats.org/officeDocument/2006/relationships" id="299" r:id="R1c384e18dcf04171"/>
    <p:sldId xmlns:r="http://schemas.openxmlformats.org/officeDocument/2006/relationships" id="300" r:id="R3c6afbd202d44260"/>
    <p:sldId xmlns:r="http://schemas.openxmlformats.org/officeDocument/2006/relationships" id="301" r:id="R378a26d3fb9047d0"/>
    <p:sldId xmlns:r="http://schemas.openxmlformats.org/officeDocument/2006/relationships" id="302" r:id="Raeef202cb424438f"/>
    <p:sldId xmlns:r="http://schemas.openxmlformats.org/officeDocument/2006/relationships" id="303" r:id="R05c23b7c641a41af"/>
    <p:sldId xmlns:r="http://schemas.openxmlformats.org/officeDocument/2006/relationships" id="304" r:id="R084d87afa6b64e7e"/>
    <p:sldId xmlns:r="http://schemas.openxmlformats.org/officeDocument/2006/relationships" id="305" r:id="R77aa8d0a5a164944"/>
    <p:sldId xmlns:r="http://schemas.openxmlformats.org/officeDocument/2006/relationships" id="306" r:id="Rb9428070048d423b"/>
    <p:sldId xmlns:r="http://schemas.openxmlformats.org/officeDocument/2006/relationships" id="307" r:id="Rb413d2579a344213"/>
    <p:sldId xmlns:r="http://schemas.openxmlformats.org/officeDocument/2006/relationships" id="308" r:id="Rbb02e0b8ff8345e4"/>
    <p:sldId xmlns:r="http://schemas.openxmlformats.org/officeDocument/2006/relationships" id="309" r:id="R7830f9d905eb4189"/>
    <p:sldId xmlns:r="http://schemas.openxmlformats.org/officeDocument/2006/relationships" id="310" r:id="R446a2387bf8b4171"/>
    <p:sldId xmlns:r="http://schemas.openxmlformats.org/officeDocument/2006/relationships" id="311" r:id="R3e71059041a94747"/>
    <p:sldId xmlns:r="http://schemas.openxmlformats.org/officeDocument/2006/relationships" id="312" r:id="R61699f4e0ae14b7c"/>
    <p:sldId xmlns:r="http://schemas.openxmlformats.org/officeDocument/2006/relationships" id="313" r:id="Re8b805eab2a74333"/>
    <p:sldId xmlns:r="http://schemas.openxmlformats.org/officeDocument/2006/relationships" id="314" r:id="Rf8f9661f0d154c65"/>
    <p:sldId xmlns:r="http://schemas.openxmlformats.org/officeDocument/2006/relationships" id="315" r:id="Rc74489a782974469"/>
    <p:sldId xmlns:r="http://schemas.openxmlformats.org/officeDocument/2006/relationships" id="316" r:id="Rede06d5f1829498a"/>
    <p:sldId xmlns:r="http://schemas.openxmlformats.org/officeDocument/2006/relationships" id="317" r:id="R5c970574b0a34f3c"/>
    <p:sldId xmlns:r="http://schemas.openxmlformats.org/officeDocument/2006/relationships" id="318" r:id="Rbe267d8ca4ef4279"/>
    <p:sldId xmlns:r="http://schemas.openxmlformats.org/officeDocument/2006/relationships" id="319" r:id="R96c693d3fa564fdb"/>
    <p:sldId xmlns:r="http://schemas.openxmlformats.org/officeDocument/2006/relationships" id="320" r:id="R2384b41bd6bb4f2e"/>
    <p:sldId xmlns:r="http://schemas.openxmlformats.org/officeDocument/2006/relationships" id="321" r:id="R1f9188d05384423d"/>
    <p:sldId xmlns:r="http://schemas.openxmlformats.org/officeDocument/2006/relationships" id="322" r:id="R3c617b454a644bff"/>
    <p:sldId xmlns:r="http://schemas.openxmlformats.org/officeDocument/2006/relationships" id="323" r:id="Ra969b2bde1ad4c2d"/>
    <p:sldId xmlns:r="http://schemas.openxmlformats.org/officeDocument/2006/relationships" id="324" r:id="R8458942f7f0543e0"/>
    <p:sldId xmlns:r="http://schemas.openxmlformats.org/officeDocument/2006/relationships" id="325" r:id="Rc1b8574664ec44bf"/>
    <p:sldId xmlns:r="http://schemas.openxmlformats.org/officeDocument/2006/relationships" id="326" r:id="R7016b9552a2b4cfc"/>
    <p:sldId xmlns:r="http://schemas.openxmlformats.org/officeDocument/2006/relationships" id="327" r:id="Re88733ccfa5745b2"/>
    <p:sldId xmlns:r="http://schemas.openxmlformats.org/officeDocument/2006/relationships" id="328" r:id="R9383b328593341c8"/>
    <p:sldId xmlns:r="http://schemas.openxmlformats.org/officeDocument/2006/relationships" id="329" r:id="Rdba9af6b45054bac"/>
    <p:sldId xmlns:r="http://schemas.openxmlformats.org/officeDocument/2006/relationships" id="330" r:id="R7c8e07fa8a844b21"/>
    <p:sldId xmlns:r="http://schemas.openxmlformats.org/officeDocument/2006/relationships" id="331" r:id="R1ef31e9bc37d41e1"/>
    <p:sldId xmlns:r="http://schemas.openxmlformats.org/officeDocument/2006/relationships" id="332" r:id="R957c130d87084ce8"/>
    <p:sldId xmlns:r="http://schemas.openxmlformats.org/officeDocument/2006/relationships" id="333" r:id="R31fa906208304b79"/>
    <p:sldId xmlns:r="http://schemas.openxmlformats.org/officeDocument/2006/relationships" id="334" r:id="Rb8ca708f5ed64e78"/>
    <p:sldId xmlns:r="http://schemas.openxmlformats.org/officeDocument/2006/relationships" id="335" r:id="R6422be5a1fb7411d"/>
    <p:sldId xmlns:r="http://schemas.openxmlformats.org/officeDocument/2006/relationships" id="336" r:id="R4edee701e7374569"/>
    <p:sldId xmlns:r="http://schemas.openxmlformats.org/officeDocument/2006/relationships" id="337" r:id="R1b977fbe7a3a46f9"/>
    <p:sldId xmlns:r="http://schemas.openxmlformats.org/officeDocument/2006/relationships" id="338" r:id="R23f1cba3d5e944a7"/>
    <p:sldId xmlns:r="http://schemas.openxmlformats.org/officeDocument/2006/relationships" id="339" r:id="R8ab7dbd84c3649be"/>
    <p:sldId xmlns:r="http://schemas.openxmlformats.org/officeDocument/2006/relationships" id="340" r:id="R1cdf5375401446c4"/>
    <p:sldId xmlns:r="http://schemas.openxmlformats.org/officeDocument/2006/relationships" id="341" r:id="Rd182c0ce4dba479c"/>
    <p:sldId xmlns:r="http://schemas.openxmlformats.org/officeDocument/2006/relationships" id="342" r:id="Re63d8c74cab047f5"/>
    <p:sldId xmlns:r="http://schemas.openxmlformats.org/officeDocument/2006/relationships" id="343" r:id="R5ec4fe85f802488c"/>
    <p:sldId xmlns:r="http://schemas.openxmlformats.org/officeDocument/2006/relationships" id="344" r:id="R45c3865750134c62"/>
    <p:sldId xmlns:r="http://schemas.openxmlformats.org/officeDocument/2006/relationships" id="345" r:id="Rec1ad1b899834637"/>
    <p:sldId xmlns:r="http://schemas.openxmlformats.org/officeDocument/2006/relationships" id="346" r:id="R46544be817864051"/>
    <p:sldId xmlns:r="http://schemas.openxmlformats.org/officeDocument/2006/relationships" id="347" r:id="R9959de5452b94476"/>
    <p:sldId xmlns:r="http://schemas.openxmlformats.org/officeDocument/2006/relationships" id="348" r:id="R6546bf9bba3e4a09"/>
    <p:sldId xmlns:r="http://schemas.openxmlformats.org/officeDocument/2006/relationships" id="349" r:id="R43209fb387e44cb3"/>
    <p:sldId xmlns:r="http://schemas.openxmlformats.org/officeDocument/2006/relationships" id="350" r:id="R780c19183be74a34"/>
    <p:sldId xmlns:r="http://schemas.openxmlformats.org/officeDocument/2006/relationships" id="351" r:id="R750733a2aeb34fcd"/>
    <p:sldId xmlns:r="http://schemas.openxmlformats.org/officeDocument/2006/relationships" id="352" r:id="R50d078460a40462e"/>
    <p:sldId xmlns:r="http://schemas.openxmlformats.org/officeDocument/2006/relationships" id="353" r:id="R3399cbb851fb45a1"/>
    <p:sldId xmlns:r="http://schemas.openxmlformats.org/officeDocument/2006/relationships" id="354" r:id="R1fa5ea22cfe04c6c"/>
    <p:sldId xmlns:r="http://schemas.openxmlformats.org/officeDocument/2006/relationships" id="355" r:id="R07bb1931db714a6b"/>
    <p:sldId xmlns:r="http://schemas.openxmlformats.org/officeDocument/2006/relationships" id="356" r:id="R33adfa4afdba40f4"/>
    <p:sldId xmlns:r="http://schemas.openxmlformats.org/officeDocument/2006/relationships" id="357" r:id="R21f1b786b2214c84"/>
    <p:sldId xmlns:r="http://schemas.openxmlformats.org/officeDocument/2006/relationships" id="358" r:id="Rb7bb3a9194254e9b"/>
    <p:sldId xmlns:r="http://schemas.openxmlformats.org/officeDocument/2006/relationships" id="359" r:id="Rf7096665d3bd4f6c"/>
    <p:sldId xmlns:r="http://schemas.openxmlformats.org/officeDocument/2006/relationships" id="360" r:id="Rf4ca6d6084504779"/>
    <p:sldId xmlns:r="http://schemas.openxmlformats.org/officeDocument/2006/relationships" id="361" r:id="Re5c6b52d39e54639"/>
    <p:sldId xmlns:r="http://schemas.openxmlformats.org/officeDocument/2006/relationships" id="362" r:id="R5ce78c291ae846d9"/>
    <p:sldId xmlns:r="http://schemas.openxmlformats.org/officeDocument/2006/relationships" id="363" r:id="R37b94747180c4c7e"/>
    <p:sldId xmlns:r="http://schemas.openxmlformats.org/officeDocument/2006/relationships" id="364" r:id="R1ca6ed9f5bc34ed2"/>
    <p:sldId xmlns:r="http://schemas.openxmlformats.org/officeDocument/2006/relationships" id="365" r:id="Rc65feee702ca4a29"/>
    <p:sldId xmlns:r="http://schemas.openxmlformats.org/officeDocument/2006/relationships" id="366" r:id="R45c23dda98734f95"/>
    <p:sldId xmlns:r="http://schemas.openxmlformats.org/officeDocument/2006/relationships" id="367" r:id="Rcd20aa3d70144430"/>
    <p:sldId xmlns:r="http://schemas.openxmlformats.org/officeDocument/2006/relationships" id="368" r:id="R3ab25214fbcd403a"/>
    <p:sldId xmlns:r="http://schemas.openxmlformats.org/officeDocument/2006/relationships" id="369" r:id="Rbe716a5932b844b9"/>
    <p:sldId xmlns:r="http://schemas.openxmlformats.org/officeDocument/2006/relationships" id="370" r:id="R0ca83d1c7e664480"/>
    <p:sldId xmlns:r="http://schemas.openxmlformats.org/officeDocument/2006/relationships" id="371" r:id="Rf56b0343e1274bee"/>
    <p:sldId xmlns:r="http://schemas.openxmlformats.org/officeDocument/2006/relationships" id="372" r:id="Rfbc9b5aa761e490d"/>
    <p:sldId xmlns:r="http://schemas.openxmlformats.org/officeDocument/2006/relationships" id="373" r:id="R63cef87a88fd4e4a"/>
    <p:sldId xmlns:r="http://schemas.openxmlformats.org/officeDocument/2006/relationships" id="374" r:id="Rdb6a752f0f9c47e0"/>
    <p:sldId xmlns:r="http://schemas.openxmlformats.org/officeDocument/2006/relationships" id="375" r:id="Rb9a149b460e149f8"/>
    <p:sldId xmlns:r="http://schemas.openxmlformats.org/officeDocument/2006/relationships" id="376" r:id="R200c4227dc9a4dd2"/>
    <p:sldId xmlns:r="http://schemas.openxmlformats.org/officeDocument/2006/relationships" id="377" r:id="Re8ee8e3729ba4525"/>
    <p:sldId xmlns:r="http://schemas.openxmlformats.org/officeDocument/2006/relationships" id="378" r:id="R1560490c324a4e6d"/>
    <p:sldId xmlns:r="http://schemas.openxmlformats.org/officeDocument/2006/relationships" id="379" r:id="R7ec364eec7074d1f"/>
    <p:sldId xmlns:r="http://schemas.openxmlformats.org/officeDocument/2006/relationships" id="380" r:id="Rf78696d8c8f1475b"/>
    <p:sldId xmlns:r="http://schemas.openxmlformats.org/officeDocument/2006/relationships" id="381" r:id="R57deeca9f8b04eb6"/>
    <p:sldId xmlns:r="http://schemas.openxmlformats.org/officeDocument/2006/relationships" id="382" r:id="Rfb93cfd447f24fe0"/>
    <p:sldId xmlns:r="http://schemas.openxmlformats.org/officeDocument/2006/relationships" id="383" r:id="Rfb0204b26d814a63"/>
    <p:sldId xmlns:r="http://schemas.openxmlformats.org/officeDocument/2006/relationships" id="384" r:id="Rdf3d7ee3332d4fbc"/>
    <p:sldId xmlns:r="http://schemas.openxmlformats.org/officeDocument/2006/relationships" id="385" r:id="R611c2a79b3a5406b"/>
    <p:sldId xmlns:r="http://schemas.openxmlformats.org/officeDocument/2006/relationships" id="386" r:id="R83ee79e6ffc248f3"/>
    <p:sldId xmlns:r="http://schemas.openxmlformats.org/officeDocument/2006/relationships" id="387" r:id="R34e6f72c230541d3"/>
    <p:sldId xmlns:r="http://schemas.openxmlformats.org/officeDocument/2006/relationships" id="388" r:id="R329957588c1b4e77"/>
    <p:sldId xmlns:r="http://schemas.openxmlformats.org/officeDocument/2006/relationships" id="389" r:id="Ra472a59f1c9f4aee"/>
    <p:sldId xmlns:r="http://schemas.openxmlformats.org/officeDocument/2006/relationships" id="390" r:id="R786fbf62b8124222"/>
    <p:sldId xmlns:r="http://schemas.openxmlformats.org/officeDocument/2006/relationships" id="391" r:id="R61d0c60802364e91"/>
    <p:sldId xmlns:r="http://schemas.openxmlformats.org/officeDocument/2006/relationships" id="392" r:id="R42f6f7b39d644f9b"/>
    <p:sldId xmlns:r="http://schemas.openxmlformats.org/officeDocument/2006/relationships" id="393" r:id="R22bdb61b46eb43db"/>
    <p:sldId xmlns:r="http://schemas.openxmlformats.org/officeDocument/2006/relationships" id="394" r:id="Rf85f0c3654864c00"/>
    <p:sldId xmlns:r="http://schemas.openxmlformats.org/officeDocument/2006/relationships" id="395" r:id="R2cf1891d073e4e55"/>
    <p:sldId xmlns:r="http://schemas.openxmlformats.org/officeDocument/2006/relationships" id="396" r:id="Rcab6e53a11e244ad"/>
    <p:sldId xmlns:r="http://schemas.openxmlformats.org/officeDocument/2006/relationships" id="397" r:id="Rd018ea1f6ffd46cd"/>
    <p:sldId xmlns:r="http://schemas.openxmlformats.org/officeDocument/2006/relationships" id="398" r:id="Raf9539721c904833"/>
    <p:sldId xmlns:r="http://schemas.openxmlformats.org/officeDocument/2006/relationships" id="399" r:id="Rfd6c3702cc4441a2"/>
    <p:sldId xmlns:r="http://schemas.openxmlformats.org/officeDocument/2006/relationships" id="400" r:id="R586d0aec0c0c425d"/>
    <p:sldId xmlns:r="http://schemas.openxmlformats.org/officeDocument/2006/relationships" id="401" r:id="R3f5352f87f6744b8"/>
    <p:sldId xmlns:r="http://schemas.openxmlformats.org/officeDocument/2006/relationships" id="402" r:id="R49d960e82bda49d4"/>
    <p:sldId xmlns:r="http://schemas.openxmlformats.org/officeDocument/2006/relationships" id="403" r:id="R050a83911a0b4347"/>
    <p:sldId xmlns:r="http://schemas.openxmlformats.org/officeDocument/2006/relationships" id="404" r:id="R4e010a87cefa4320"/>
    <p:sldId xmlns:r="http://schemas.openxmlformats.org/officeDocument/2006/relationships" id="405" r:id="Rde4b4d4866124ebf"/>
    <p:sldId xmlns:r="http://schemas.openxmlformats.org/officeDocument/2006/relationships" id="406" r:id="R760bba53c5ce4093"/>
    <p:sldId xmlns:r="http://schemas.openxmlformats.org/officeDocument/2006/relationships" id="407" r:id="R7e390662d2d943ae"/>
    <p:sldId xmlns:r="http://schemas.openxmlformats.org/officeDocument/2006/relationships" id="408" r:id="Rc2330f83499b48df"/>
    <p:sldId xmlns:r="http://schemas.openxmlformats.org/officeDocument/2006/relationships" id="409" r:id="R60b745b37268475c"/>
    <p:sldId xmlns:r="http://schemas.openxmlformats.org/officeDocument/2006/relationships" id="410" r:id="Reca0b351a2754e7e"/>
    <p:sldId xmlns:r="http://schemas.openxmlformats.org/officeDocument/2006/relationships" id="411" r:id="R78fe75a9c3804d1e"/>
    <p:sldId xmlns:r="http://schemas.openxmlformats.org/officeDocument/2006/relationships" id="412" r:id="Rfdf54ec9943f4d78"/>
    <p:sldId xmlns:r="http://schemas.openxmlformats.org/officeDocument/2006/relationships" id="413" r:id="Rdb6c90a4c51049a0"/>
    <p:sldId xmlns:r="http://schemas.openxmlformats.org/officeDocument/2006/relationships" id="414" r:id="R2f6241ea694e461d"/>
    <p:sldId xmlns:r="http://schemas.openxmlformats.org/officeDocument/2006/relationships" id="415" r:id="R49e028accf864b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60c474eec24daf" /><Relationship Type="http://schemas.openxmlformats.org/officeDocument/2006/relationships/slideMaster" Target="/ppt/slideMasters/slideMaster1.xml" Id="R4aa5e81a713e4fee" /><Relationship Type="http://schemas.openxmlformats.org/officeDocument/2006/relationships/notesMaster" Target="/ppt/notesMasters/notesMaster1.xml" Id="R63e2f8304aa7416c" /><Relationship Type="http://schemas.openxmlformats.org/officeDocument/2006/relationships/presProps" Target="/ppt/presProps.xml" Id="R09fbbe18d86a4146" /><Relationship Type="http://schemas.openxmlformats.org/officeDocument/2006/relationships/tableStyles" Target="/ppt/tableStyles.xml" Id="R9a4cddc9d2784493" /><Relationship Type="http://schemas.openxmlformats.org/officeDocument/2006/relationships/slide" Target="/ppt/slides/slide1.xml" Id="R0a26f407e82b4efa" /><Relationship Type="http://schemas.openxmlformats.org/officeDocument/2006/relationships/slide" Target="/ppt/slides/slide2.xml" Id="R9485c89f75be457a" /><Relationship Type="http://schemas.openxmlformats.org/officeDocument/2006/relationships/slide" Target="/ppt/slides/slide3.xml" Id="R5e8084db27924c51" /><Relationship Type="http://schemas.openxmlformats.org/officeDocument/2006/relationships/slide" Target="/ppt/slides/slide4.xml" Id="Raab43fe95769479e" /><Relationship Type="http://schemas.openxmlformats.org/officeDocument/2006/relationships/slide" Target="/ppt/slides/slide5.xml" Id="R793047b9ea034d73" /><Relationship Type="http://schemas.openxmlformats.org/officeDocument/2006/relationships/slide" Target="/ppt/slides/slide6.xml" Id="R2f9ed871df4b4535" /><Relationship Type="http://schemas.openxmlformats.org/officeDocument/2006/relationships/slide" Target="/ppt/slides/slide7.xml" Id="Raa5af66790b94663" /><Relationship Type="http://schemas.openxmlformats.org/officeDocument/2006/relationships/slide" Target="/ppt/slides/slide8.xml" Id="Ra649a9b463cc4c1c" /><Relationship Type="http://schemas.openxmlformats.org/officeDocument/2006/relationships/slide" Target="/ppt/slides/slide9.xml" Id="R4e40f3429d494bf4" /><Relationship Type="http://schemas.openxmlformats.org/officeDocument/2006/relationships/slide" Target="/ppt/slides/slide10.xml" Id="R8325044827fd45ec" /><Relationship Type="http://schemas.openxmlformats.org/officeDocument/2006/relationships/slide" Target="/ppt/slides/slide11.xml" Id="Rd1cac0fc14224fe8" /><Relationship Type="http://schemas.openxmlformats.org/officeDocument/2006/relationships/slide" Target="/ppt/slides/slide12.xml" Id="R6fd398e54257486b" /><Relationship Type="http://schemas.openxmlformats.org/officeDocument/2006/relationships/slide" Target="/ppt/slides/slide13.xml" Id="Rb5ebc4a3ce1548b4" /><Relationship Type="http://schemas.openxmlformats.org/officeDocument/2006/relationships/slide" Target="/ppt/slides/slide14.xml" Id="R54ce5246bb6d4739" /><Relationship Type="http://schemas.openxmlformats.org/officeDocument/2006/relationships/slide" Target="/ppt/slides/slide15.xml" Id="R5bb0395ce4944a35" /><Relationship Type="http://schemas.openxmlformats.org/officeDocument/2006/relationships/slide" Target="/ppt/slides/slide16.xml" Id="Ra73c6a7aeb074027" /><Relationship Type="http://schemas.openxmlformats.org/officeDocument/2006/relationships/slide" Target="/ppt/slides/slide17.xml" Id="R9904ff11b1b748e2" /><Relationship Type="http://schemas.openxmlformats.org/officeDocument/2006/relationships/slide" Target="/ppt/slides/slide18.xml" Id="R11022615840d4409" /><Relationship Type="http://schemas.openxmlformats.org/officeDocument/2006/relationships/slide" Target="/ppt/slides/slide19.xml" Id="R81dad4e3b6cb4200" /><Relationship Type="http://schemas.openxmlformats.org/officeDocument/2006/relationships/slide" Target="/ppt/slides/slide20.xml" Id="R985c0e217e704854" /><Relationship Type="http://schemas.openxmlformats.org/officeDocument/2006/relationships/slide" Target="/ppt/slides/slide21.xml" Id="Re2cacf1eb6f64908" /><Relationship Type="http://schemas.openxmlformats.org/officeDocument/2006/relationships/slide" Target="/ppt/slides/slide22.xml" Id="R0065340170524677" /><Relationship Type="http://schemas.openxmlformats.org/officeDocument/2006/relationships/slide" Target="/ppt/slides/slide23.xml" Id="Rcea16fc73039463f" /><Relationship Type="http://schemas.openxmlformats.org/officeDocument/2006/relationships/slide" Target="/ppt/slides/slide24.xml" Id="Rd2402fcdb7964a1a" /><Relationship Type="http://schemas.openxmlformats.org/officeDocument/2006/relationships/slide" Target="/ppt/slides/slide25.xml" Id="R01b2371dc0a14475" /><Relationship Type="http://schemas.openxmlformats.org/officeDocument/2006/relationships/slide" Target="/ppt/slides/slide26.xml" Id="Ra3e63f6620104b78" /><Relationship Type="http://schemas.openxmlformats.org/officeDocument/2006/relationships/slide" Target="/ppt/slides/slide27.xml" Id="R0a3eefc0fa414755" /><Relationship Type="http://schemas.openxmlformats.org/officeDocument/2006/relationships/slide" Target="/ppt/slides/slide28.xml" Id="R552d292a31be4bd4" /><Relationship Type="http://schemas.openxmlformats.org/officeDocument/2006/relationships/slide" Target="/ppt/slides/slide29.xml" Id="Rc75c968b6f7e4bdb" /><Relationship Type="http://schemas.openxmlformats.org/officeDocument/2006/relationships/slide" Target="/ppt/slides/slide30.xml" Id="Rf63b465b7c4341ed" /><Relationship Type="http://schemas.openxmlformats.org/officeDocument/2006/relationships/slide" Target="/ppt/slides/slide31.xml" Id="R5cf8b40a3b6e4565" /><Relationship Type="http://schemas.openxmlformats.org/officeDocument/2006/relationships/slide" Target="/ppt/slides/slide32.xml" Id="R6f125899b16d4ffe" /><Relationship Type="http://schemas.openxmlformats.org/officeDocument/2006/relationships/slide" Target="/ppt/slides/slide33.xml" Id="R831b92f7ba1b4cdd" /><Relationship Type="http://schemas.openxmlformats.org/officeDocument/2006/relationships/slide" Target="/ppt/slides/slide34.xml" Id="R0bf261db138241f2" /><Relationship Type="http://schemas.openxmlformats.org/officeDocument/2006/relationships/slide" Target="/ppt/slides/slide35.xml" Id="R0e98ac1059c0436d" /><Relationship Type="http://schemas.openxmlformats.org/officeDocument/2006/relationships/slide" Target="/ppt/slides/slide36.xml" Id="R287ca38697c548c9" /><Relationship Type="http://schemas.openxmlformats.org/officeDocument/2006/relationships/slide" Target="/ppt/slides/slide37.xml" Id="R8645e5972ba9483d" /><Relationship Type="http://schemas.openxmlformats.org/officeDocument/2006/relationships/slide" Target="/ppt/slides/slide38.xml" Id="R7897ede55dbb423f" /><Relationship Type="http://schemas.openxmlformats.org/officeDocument/2006/relationships/slide" Target="/ppt/slides/slide39.xml" Id="Ra0142b9748594409" /><Relationship Type="http://schemas.openxmlformats.org/officeDocument/2006/relationships/slide" Target="/ppt/slides/slide40.xml" Id="R2a84bc5258374618" /><Relationship Type="http://schemas.openxmlformats.org/officeDocument/2006/relationships/slide" Target="/ppt/slides/slide41.xml" Id="Re958d174d8094993" /><Relationship Type="http://schemas.openxmlformats.org/officeDocument/2006/relationships/slide" Target="/ppt/slides/slide42.xml" Id="R654b85ecb2604369" /><Relationship Type="http://schemas.openxmlformats.org/officeDocument/2006/relationships/slide" Target="/ppt/slides/slide43.xml" Id="R4da1219049ae4bad" /><Relationship Type="http://schemas.openxmlformats.org/officeDocument/2006/relationships/slide" Target="/ppt/slides/slide44.xml" Id="R1c384e18dcf04171" /><Relationship Type="http://schemas.openxmlformats.org/officeDocument/2006/relationships/slide" Target="/ppt/slides/slide45.xml" Id="R3c6afbd202d44260" /><Relationship Type="http://schemas.openxmlformats.org/officeDocument/2006/relationships/slide" Target="/ppt/slides/slide46.xml" Id="R378a26d3fb9047d0" /><Relationship Type="http://schemas.openxmlformats.org/officeDocument/2006/relationships/slide" Target="/ppt/slides/slide47.xml" Id="Raeef202cb424438f" /><Relationship Type="http://schemas.openxmlformats.org/officeDocument/2006/relationships/slide" Target="/ppt/slides/slide48.xml" Id="R05c23b7c641a41af" /><Relationship Type="http://schemas.openxmlformats.org/officeDocument/2006/relationships/slide" Target="/ppt/slides/slide49.xml" Id="R084d87afa6b64e7e" /><Relationship Type="http://schemas.openxmlformats.org/officeDocument/2006/relationships/slide" Target="/ppt/slides/slide50.xml" Id="R77aa8d0a5a164944" /><Relationship Type="http://schemas.openxmlformats.org/officeDocument/2006/relationships/slide" Target="/ppt/slides/slide51.xml" Id="Rb9428070048d423b" /><Relationship Type="http://schemas.openxmlformats.org/officeDocument/2006/relationships/slide" Target="/ppt/slides/slide52.xml" Id="Rb413d2579a344213" /><Relationship Type="http://schemas.openxmlformats.org/officeDocument/2006/relationships/slide" Target="/ppt/slides/slide53.xml" Id="Rbb02e0b8ff8345e4" /><Relationship Type="http://schemas.openxmlformats.org/officeDocument/2006/relationships/slide" Target="/ppt/slides/slide54.xml" Id="R7830f9d905eb4189" /><Relationship Type="http://schemas.openxmlformats.org/officeDocument/2006/relationships/slide" Target="/ppt/slides/slide55.xml" Id="R446a2387bf8b4171" /><Relationship Type="http://schemas.openxmlformats.org/officeDocument/2006/relationships/slide" Target="/ppt/slides/slide56.xml" Id="R3e71059041a94747" /><Relationship Type="http://schemas.openxmlformats.org/officeDocument/2006/relationships/slide" Target="/ppt/slides/slide57.xml" Id="R61699f4e0ae14b7c" /><Relationship Type="http://schemas.openxmlformats.org/officeDocument/2006/relationships/slide" Target="/ppt/slides/slide58.xml" Id="Re8b805eab2a74333" /><Relationship Type="http://schemas.openxmlformats.org/officeDocument/2006/relationships/slide" Target="/ppt/slides/slide59.xml" Id="Rf8f9661f0d154c65" /><Relationship Type="http://schemas.openxmlformats.org/officeDocument/2006/relationships/slide" Target="/ppt/slides/slide60.xml" Id="Rc74489a782974469" /><Relationship Type="http://schemas.openxmlformats.org/officeDocument/2006/relationships/slide" Target="/ppt/slides/slide61.xml" Id="Rede06d5f1829498a" /><Relationship Type="http://schemas.openxmlformats.org/officeDocument/2006/relationships/slide" Target="/ppt/slides/slide62.xml" Id="R5c970574b0a34f3c" /><Relationship Type="http://schemas.openxmlformats.org/officeDocument/2006/relationships/slide" Target="/ppt/slides/slide63.xml" Id="Rbe267d8ca4ef4279" /><Relationship Type="http://schemas.openxmlformats.org/officeDocument/2006/relationships/slide" Target="/ppt/slides/slide64.xml" Id="R96c693d3fa564fdb" /><Relationship Type="http://schemas.openxmlformats.org/officeDocument/2006/relationships/slide" Target="/ppt/slides/slide65.xml" Id="R2384b41bd6bb4f2e" /><Relationship Type="http://schemas.openxmlformats.org/officeDocument/2006/relationships/slide" Target="/ppt/slides/slide66.xml" Id="R1f9188d05384423d" /><Relationship Type="http://schemas.openxmlformats.org/officeDocument/2006/relationships/slide" Target="/ppt/slides/slide67.xml" Id="R3c617b454a644bff" /><Relationship Type="http://schemas.openxmlformats.org/officeDocument/2006/relationships/slide" Target="/ppt/slides/slide68.xml" Id="Ra969b2bde1ad4c2d" /><Relationship Type="http://schemas.openxmlformats.org/officeDocument/2006/relationships/slide" Target="/ppt/slides/slide69.xml" Id="R8458942f7f0543e0" /><Relationship Type="http://schemas.openxmlformats.org/officeDocument/2006/relationships/slide" Target="/ppt/slides/slide70.xml" Id="Rc1b8574664ec44bf" /><Relationship Type="http://schemas.openxmlformats.org/officeDocument/2006/relationships/slide" Target="/ppt/slides/slide71.xml" Id="R7016b9552a2b4cfc" /><Relationship Type="http://schemas.openxmlformats.org/officeDocument/2006/relationships/slide" Target="/ppt/slides/slide72.xml" Id="Re88733ccfa5745b2" /><Relationship Type="http://schemas.openxmlformats.org/officeDocument/2006/relationships/slide" Target="/ppt/slides/slide73.xml" Id="R9383b328593341c8" /><Relationship Type="http://schemas.openxmlformats.org/officeDocument/2006/relationships/slide" Target="/ppt/slides/slide74.xml" Id="Rdba9af6b45054bac" /><Relationship Type="http://schemas.openxmlformats.org/officeDocument/2006/relationships/slide" Target="/ppt/slides/slide75.xml" Id="R7c8e07fa8a844b21" /><Relationship Type="http://schemas.openxmlformats.org/officeDocument/2006/relationships/slide" Target="/ppt/slides/slide76.xml" Id="R1ef31e9bc37d41e1" /><Relationship Type="http://schemas.openxmlformats.org/officeDocument/2006/relationships/slide" Target="/ppt/slides/slide77.xml" Id="R957c130d87084ce8" /><Relationship Type="http://schemas.openxmlformats.org/officeDocument/2006/relationships/slide" Target="/ppt/slides/slide78.xml" Id="R31fa906208304b79" /><Relationship Type="http://schemas.openxmlformats.org/officeDocument/2006/relationships/slide" Target="/ppt/slides/slide79.xml" Id="Rb8ca708f5ed64e78" /><Relationship Type="http://schemas.openxmlformats.org/officeDocument/2006/relationships/slide" Target="/ppt/slides/slide80.xml" Id="R6422be5a1fb7411d" /><Relationship Type="http://schemas.openxmlformats.org/officeDocument/2006/relationships/slide" Target="/ppt/slides/slide81.xml" Id="R4edee701e7374569" /><Relationship Type="http://schemas.openxmlformats.org/officeDocument/2006/relationships/slide" Target="/ppt/slides/slide82.xml" Id="R1b977fbe7a3a46f9" /><Relationship Type="http://schemas.openxmlformats.org/officeDocument/2006/relationships/slide" Target="/ppt/slides/slide83.xml" Id="R23f1cba3d5e944a7" /><Relationship Type="http://schemas.openxmlformats.org/officeDocument/2006/relationships/slide" Target="/ppt/slides/slide84.xml" Id="R8ab7dbd84c3649be" /><Relationship Type="http://schemas.openxmlformats.org/officeDocument/2006/relationships/slide" Target="/ppt/slides/slide85.xml" Id="R1cdf5375401446c4" /><Relationship Type="http://schemas.openxmlformats.org/officeDocument/2006/relationships/slide" Target="/ppt/slides/slide86.xml" Id="Rd182c0ce4dba479c" /><Relationship Type="http://schemas.openxmlformats.org/officeDocument/2006/relationships/slide" Target="/ppt/slides/slide87.xml" Id="Re63d8c74cab047f5" /><Relationship Type="http://schemas.openxmlformats.org/officeDocument/2006/relationships/slide" Target="/ppt/slides/slide88.xml" Id="R5ec4fe85f802488c" /><Relationship Type="http://schemas.openxmlformats.org/officeDocument/2006/relationships/slide" Target="/ppt/slides/slide89.xml" Id="R45c3865750134c62" /><Relationship Type="http://schemas.openxmlformats.org/officeDocument/2006/relationships/slide" Target="/ppt/slides/slide90.xml" Id="Rec1ad1b899834637" /><Relationship Type="http://schemas.openxmlformats.org/officeDocument/2006/relationships/slide" Target="/ppt/slides/slide91.xml" Id="R46544be817864051" /><Relationship Type="http://schemas.openxmlformats.org/officeDocument/2006/relationships/slide" Target="/ppt/slides/slide92.xml" Id="R9959de5452b94476" /><Relationship Type="http://schemas.openxmlformats.org/officeDocument/2006/relationships/slide" Target="/ppt/slides/slide93.xml" Id="R6546bf9bba3e4a09" /><Relationship Type="http://schemas.openxmlformats.org/officeDocument/2006/relationships/slide" Target="/ppt/slides/slide94.xml" Id="R43209fb387e44cb3" /><Relationship Type="http://schemas.openxmlformats.org/officeDocument/2006/relationships/slide" Target="/ppt/slides/slide95.xml" Id="R780c19183be74a34" /><Relationship Type="http://schemas.openxmlformats.org/officeDocument/2006/relationships/slide" Target="/ppt/slides/slide96.xml" Id="R750733a2aeb34fcd" /><Relationship Type="http://schemas.openxmlformats.org/officeDocument/2006/relationships/slide" Target="/ppt/slides/slide97.xml" Id="R50d078460a40462e" /><Relationship Type="http://schemas.openxmlformats.org/officeDocument/2006/relationships/slide" Target="/ppt/slides/slide98.xml" Id="R3399cbb851fb45a1" /><Relationship Type="http://schemas.openxmlformats.org/officeDocument/2006/relationships/slide" Target="/ppt/slides/slide99.xml" Id="R1fa5ea22cfe04c6c" /><Relationship Type="http://schemas.openxmlformats.org/officeDocument/2006/relationships/slide" Target="/ppt/slides/slide100.xml" Id="R07bb1931db714a6b" /><Relationship Type="http://schemas.openxmlformats.org/officeDocument/2006/relationships/slide" Target="/ppt/slides/slide101.xml" Id="R33adfa4afdba40f4" /><Relationship Type="http://schemas.openxmlformats.org/officeDocument/2006/relationships/slide" Target="/ppt/slides/slide102.xml" Id="R21f1b786b2214c84" /><Relationship Type="http://schemas.openxmlformats.org/officeDocument/2006/relationships/slide" Target="/ppt/slides/slide103.xml" Id="Rb7bb3a9194254e9b" /><Relationship Type="http://schemas.openxmlformats.org/officeDocument/2006/relationships/slide" Target="/ppt/slides/slide104.xml" Id="Rf7096665d3bd4f6c" /><Relationship Type="http://schemas.openxmlformats.org/officeDocument/2006/relationships/slide" Target="/ppt/slides/slide105.xml" Id="Rf4ca6d6084504779" /><Relationship Type="http://schemas.openxmlformats.org/officeDocument/2006/relationships/slide" Target="/ppt/slides/slide106.xml" Id="Re5c6b52d39e54639" /><Relationship Type="http://schemas.openxmlformats.org/officeDocument/2006/relationships/slide" Target="/ppt/slides/slide107.xml" Id="R5ce78c291ae846d9" /><Relationship Type="http://schemas.openxmlformats.org/officeDocument/2006/relationships/slide" Target="/ppt/slides/slide108.xml" Id="R37b94747180c4c7e" /><Relationship Type="http://schemas.openxmlformats.org/officeDocument/2006/relationships/slide" Target="/ppt/slides/slide109.xml" Id="R1ca6ed9f5bc34ed2" /><Relationship Type="http://schemas.openxmlformats.org/officeDocument/2006/relationships/slide" Target="/ppt/slides/slide110.xml" Id="Rc65feee702ca4a29" /><Relationship Type="http://schemas.openxmlformats.org/officeDocument/2006/relationships/slide" Target="/ppt/slides/slide111.xml" Id="R45c23dda98734f95" /><Relationship Type="http://schemas.openxmlformats.org/officeDocument/2006/relationships/slide" Target="/ppt/slides/slide112.xml" Id="Rcd20aa3d70144430" /><Relationship Type="http://schemas.openxmlformats.org/officeDocument/2006/relationships/slide" Target="/ppt/slides/slide113.xml" Id="R3ab25214fbcd403a" /><Relationship Type="http://schemas.openxmlformats.org/officeDocument/2006/relationships/slide" Target="/ppt/slides/slide114.xml" Id="Rbe716a5932b844b9" /><Relationship Type="http://schemas.openxmlformats.org/officeDocument/2006/relationships/slide" Target="/ppt/slides/slide115.xml" Id="R0ca83d1c7e664480" /><Relationship Type="http://schemas.openxmlformats.org/officeDocument/2006/relationships/slide" Target="/ppt/slides/slide116.xml" Id="Rf56b0343e1274bee" /><Relationship Type="http://schemas.openxmlformats.org/officeDocument/2006/relationships/slide" Target="/ppt/slides/slide117.xml" Id="Rfbc9b5aa761e490d" /><Relationship Type="http://schemas.openxmlformats.org/officeDocument/2006/relationships/slide" Target="/ppt/slides/slide118.xml" Id="R63cef87a88fd4e4a" /><Relationship Type="http://schemas.openxmlformats.org/officeDocument/2006/relationships/slide" Target="/ppt/slides/slide119.xml" Id="Rdb6a752f0f9c47e0" /><Relationship Type="http://schemas.openxmlformats.org/officeDocument/2006/relationships/slide" Target="/ppt/slides/slide120.xml" Id="Rb9a149b460e149f8" /><Relationship Type="http://schemas.openxmlformats.org/officeDocument/2006/relationships/slide" Target="/ppt/slides/slide121.xml" Id="R200c4227dc9a4dd2" /><Relationship Type="http://schemas.openxmlformats.org/officeDocument/2006/relationships/slide" Target="/ppt/slides/slide122.xml" Id="Re8ee8e3729ba4525" /><Relationship Type="http://schemas.openxmlformats.org/officeDocument/2006/relationships/slide" Target="/ppt/slides/slide123.xml" Id="R1560490c324a4e6d" /><Relationship Type="http://schemas.openxmlformats.org/officeDocument/2006/relationships/slide" Target="/ppt/slides/slide124.xml" Id="R7ec364eec7074d1f" /><Relationship Type="http://schemas.openxmlformats.org/officeDocument/2006/relationships/slide" Target="/ppt/slides/slide125.xml" Id="Rf78696d8c8f1475b" /><Relationship Type="http://schemas.openxmlformats.org/officeDocument/2006/relationships/slide" Target="/ppt/slides/slide126.xml" Id="R57deeca9f8b04eb6" /><Relationship Type="http://schemas.openxmlformats.org/officeDocument/2006/relationships/slide" Target="/ppt/slides/slide127.xml" Id="Rfb93cfd447f24fe0" /><Relationship Type="http://schemas.openxmlformats.org/officeDocument/2006/relationships/slide" Target="/ppt/slides/slide128.xml" Id="Rfb0204b26d814a63" /><Relationship Type="http://schemas.openxmlformats.org/officeDocument/2006/relationships/slide" Target="/ppt/slides/slide129.xml" Id="Rdf3d7ee3332d4fbc" /><Relationship Type="http://schemas.openxmlformats.org/officeDocument/2006/relationships/slide" Target="/ppt/slides/slide130.xml" Id="R611c2a79b3a5406b" /><Relationship Type="http://schemas.openxmlformats.org/officeDocument/2006/relationships/slide" Target="/ppt/slides/slide131.xml" Id="R83ee79e6ffc248f3" /><Relationship Type="http://schemas.openxmlformats.org/officeDocument/2006/relationships/slide" Target="/ppt/slides/slide132.xml" Id="R34e6f72c230541d3" /><Relationship Type="http://schemas.openxmlformats.org/officeDocument/2006/relationships/slide" Target="/ppt/slides/slide133.xml" Id="R329957588c1b4e77" /><Relationship Type="http://schemas.openxmlformats.org/officeDocument/2006/relationships/slide" Target="/ppt/slides/slide134.xml" Id="Ra472a59f1c9f4aee" /><Relationship Type="http://schemas.openxmlformats.org/officeDocument/2006/relationships/slide" Target="/ppt/slides/slide135.xml" Id="R786fbf62b8124222" /><Relationship Type="http://schemas.openxmlformats.org/officeDocument/2006/relationships/slide" Target="/ppt/slides/slide136.xml" Id="R61d0c60802364e91" /><Relationship Type="http://schemas.openxmlformats.org/officeDocument/2006/relationships/slide" Target="/ppt/slides/slide137.xml" Id="R42f6f7b39d644f9b" /><Relationship Type="http://schemas.openxmlformats.org/officeDocument/2006/relationships/slide" Target="/ppt/slides/slide138.xml" Id="R22bdb61b46eb43db" /><Relationship Type="http://schemas.openxmlformats.org/officeDocument/2006/relationships/slide" Target="/ppt/slides/slide139.xml" Id="Rf85f0c3654864c00" /><Relationship Type="http://schemas.openxmlformats.org/officeDocument/2006/relationships/slide" Target="/ppt/slides/slide140.xml" Id="R2cf1891d073e4e55" /><Relationship Type="http://schemas.openxmlformats.org/officeDocument/2006/relationships/slide" Target="/ppt/slides/slide141.xml" Id="Rcab6e53a11e244ad" /><Relationship Type="http://schemas.openxmlformats.org/officeDocument/2006/relationships/slide" Target="/ppt/slides/slide142.xml" Id="Rd018ea1f6ffd46cd" /><Relationship Type="http://schemas.openxmlformats.org/officeDocument/2006/relationships/slide" Target="/ppt/slides/slide143.xml" Id="Raf9539721c904833" /><Relationship Type="http://schemas.openxmlformats.org/officeDocument/2006/relationships/slide" Target="/ppt/slides/slide144.xml" Id="Rfd6c3702cc4441a2" /><Relationship Type="http://schemas.openxmlformats.org/officeDocument/2006/relationships/slide" Target="/ppt/slides/slide145.xml" Id="R586d0aec0c0c425d" /><Relationship Type="http://schemas.openxmlformats.org/officeDocument/2006/relationships/slide" Target="/ppt/slides/slide146.xml" Id="R3f5352f87f6744b8" /><Relationship Type="http://schemas.openxmlformats.org/officeDocument/2006/relationships/slide" Target="/ppt/slides/slide147.xml" Id="R49d960e82bda49d4" /><Relationship Type="http://schemas.openxmlformats.org/officeDocument/2006/relationships/slide" Target="/ppt/slides/slide148.xml" Id="R050a83911a0b4347" /><Relationship Type="http://schemas.openxmlformats.org/officeDocument/2006/relationships/slide" Target="/ppt/slides/slide149.xml" Id="R4e010a87cefa4320" /><Relationship Type="http://schemas.openxmlformats.org/officeDocument/2006/relationships/slide" Target="/ppt/slides/slide150.xml" Id="Rde4b4d4866124ebf" /><Relationship Type="http://schemas.openxmlformats.org/officeDocument/2006/relationships/slide" Target="/ppt/slides/slide151.xml" Id="R760bba53c5ce4093" /><Relationship Type="http://schemas.openxmlformats.org/officeDocument/2006/relationships/slide" Target="/ppt/slides/slide152.xml" Id="R7e390662d2d943ae" /><Relationship Type="http://schemas.openxmlformats.org/officeDocument/2006/relationships/slide" Target="/ppt/slides/slide153.xml" Id="Rc2330f83499b48df" /><Relationship Type="http://schemas.openxmlformats.org/officeDocument/2006/relationships/slide" Target="/ppt/slides/slide154.xml" Id="R60b745b37268475c" /><Relationship Type="http://schemas.openxmlformats.org/officeDocument/2006/relationships/slide" Target="/ppt/slides/slide155.xml" Id="Reca0b351a2754e7e" /><Relationship Type="http://schemas.openxmlformats.org/officeDocument/2006/relationships/slide" Target="/ppt/slides/slide156.xml" Id="R78fe75a9c3804d1e" /><Relationship Type="http://schemas.openxmlformats.org/officeDocument/2006/relationships/slide" Target="/ppt/slides/slide157.xml" Id="Rfdf54ec9943f4d78" /><Relationship Type="http://schemas.openxmlformats.org/officeDocument/2006/relationships/slide" Target="/ppt/slides/slide158.xml" Id="Rdb6c90a4c51049a0" /><Relationship Type="http://schemas.openxmlformats.org/officeDocument/2006/relationships/slide" Target="/ppt/slides/slide159.xml" Id="R2f6241ea694e461d" /><Relationship Type="http://schemas.openxmlformats.org/officeDocument/2006/relationships/slide" Target="/ppt/slides/slide160.xml" Id="R49e028accf864b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51c431e20c4f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04e33edba540a4" /><Relationship Type="http://schemas.openxmlformats.org/officeDocument/2006/relationships/notesMaster" Target="/ppt/notesMasters/notesMaster1.xml" Id="R0b3e048c68c24a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c750a914324d6a" /><Relationship Type="http://schemas.openxmlformats.org/officeDocument/2006/relationships/notesMaster" Target="/ppt/notesMasters/notesMaster1.xml" Id="R175123d4cc3e4d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655d7aea86484a" /><Relationship Type="http://schemas.openxmlformats.org/officeDocument/2006/relationships/notesMaster" Target="/ppt/notesMasters/notesMaster1.xml" Id="R2b6c6384281f41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5bda7e094d4dd9" /><Relationship Type="http://schemas.openxmlformats.org/officeDocument/2006/relationships/notesMaster" Target="/ppt/notesMasters/notesMaster1.xml" Id="R09d938d5890d4b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78770383d4ad6" /><Relationship Type="http://schemas.openxmlformats.org/officeDocument/2006/relationships/notesMaster" Target="/ppt/notesMasters/notesMaster1.xml" Id="R114422ca65bb4e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4a2afecd764d61" /><Relationship Type="http://schemas.openxmlformats.org/officeDocument/2006/relationships/notesMaster" Target="/ppt/notesMasters/notesMaster1.xml" Id="Rb548250e185d46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dfa79121564ad4" /><Relationship Type="http://schemas.openxmlformats.org/officeDocument/2006/relationships/notesMaster" Target="/ppt/notesMasters/notesMaster1.xml" Id="R78f8eb88fc4142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a25313fe8d49d5" /><Relationship Type="http://schemas.openxmlformats.org/officeDocument/2006/relationships/notesMaster" Target="/ppt/notesMasters/notesMaster1.xml" Id="Rb79644ceafef4f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9752ccc8ab4343" /><Relationship Type="http://schemas.openxmlformats.org/officeDocument/2006/relationships/notesMaster" Target="/ppt/notesMasters/notesMaster1.xml" Id="R32d489496e634e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a1e7e035af486d" /><Relationship Type="http://schemas.openxmlformats.org/officeDocument/2006/relationships/notesMaster" Target="/ppt/notesMasters/notesMaster1.xml" Id="Rcbf8eb3d11ea44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1796ae72634cc3" /><Relationship Type="http://schemas.openxmlformats.org/officeDocument/2006/relationships/notesMaster" Target="/ppt/notesMasters/notesMaster1.xml" Id="R0d0ed2598aa740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6145fa665f46d5" /><Relationship Type="http://schemas.openxmlformats.org/officeDocument/2006/relationships/notesMaster" Target="/ppt/notesMasters/notesMaster1.xml" Id="R9bc0ed956e2340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e5c87d02324b2a" /><Relationship Type="http://schemas.openxmlformats.org/officeDocument/2006/relationships/notesMaster" Target="/ppt/notesMasters/notesMaster1.xml" Id="R3c305176a29f4f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59718ac1a04328" /><Relationship Type="http://schemas.openxmlformats.org/officeDocument/2006/relationships/notesMaster" Target="/ppt/notesMasters/notesMaster1.xml" Id="R62bb1b638eec4f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6a8924f7c7455a" /><Relationship Type="http://schemas.openxmlformats.org/officeDocument/2006/relationships/notesMaster" Target="/ppt/notesMasters/notesMaster1.xml" Id="R980479c15b6947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85ae2822984670" /><Relationship Type="http://schemas.openxmlformats.org/officeDocument/2006/relationships/notesMaster" Target="/ppt/notesMasters/notesMaster1.xml" Id="Re05b575b1d3d41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828484d1ea4e55" /><Relationship Type="http://schemas.openxmlformats.org/officeDocument/2006/relationships/notesMaster" Target="/ppt/notesMasters/notesMaster1.xml" Id="Ree0d84f494464d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861ac6064d4d3b" /><Relationship Type="http://schemas.openxmlformats.org/officeDocument/2006/relationships/notesMaster" Target="/ppt/notesMasters/notesMaster1.xml" Id="R2ed3b008a9cc4b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1a0c1807434be5" /><Relationship Type="http://schemas.openxmlformats.org/officeDocument/2006/relationships/notesMaster" Target="/ppt/notesMasters/notesMaster1.xml" Id="Rd58df062a27949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2f7eacb019424a" /><Relationship Type="http://schemas.openxmlformats.org/officeDocument/2006/relationships/notesMaster" Target="/ppt/notesMasters/notesMaster1.xml" Id="R1dd1203f9f7249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20e456eeab4a01" /><Relationship Type="http://schemas.openxmlformats.org/officeDocument/2006/relationships/notesMaster" Target="/ppt/notesMasters/notesMaster1.xml" Id="R6e13b16e43ef4fc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e1a44ded5b48cc" /><Relationship Type="http://schemas.openxmlformats.org/officeDocument/2006/relationships/notesMaster" Target="/ppt/notesMasters/notesMaster1.xml" Id="Rfec56ef08f1a473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1cd6c7a3f745dc" /><Relationship Type="http://schemas.openxmlformats.org/officeDocument/2006/relationships/notesMaster" Target="/ppt/notesMasters/notesMaster1.xml" Id="R707104978c6b430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11bd2fae2f34323" /><Relationship Type="http://schemas.openxmlformats.org/officeDocument/2006/relationships/notesMaster" Target="/ppt/notesMasters/notesMaster1.xml" Id="R6fb55d42ef7b41c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f2df99e40174563" /><Relationship Type="http://schemas.openxmlformats.org/officeDocument/2006/relationships/notesMaster" Target="/ppt/notesMasters/notesMaster1.xml" Id="R482c230babe04f0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fb4a0f53e124c7c" /><Relationship Type="http://schemas.openxmlformats.org/officeDocument/2006/relationships/notesMaster" Target="/ppt/notesMasters/notesMaster1.xml" Id="R3cdd30b75b1a472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2208f38e20e452e" /><Relationship Type="http://schemas.openxmlformats.org/officeDocument/2006/relationships/notesMaster" Target="/ppt/notesMasters/notesMaster1.xml" Id="R90ef6f198da44d3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4415831ad7485e" /><Relationship Type="http://schemas.openxmlformats.org/officeDocument/2006/relationships/notesMaster" Target="/ppt/notesMasters/notesMaster1.xml" Id="Red788b2a489e444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28aafa80f74615" /><Relationship Type="http://schemas.openxmlformats.org/officeDocument/2006/relationships/notesMaster" Target="/ppt/notesMasters/notesMaster1.xml" Id="R00ed445ba3c341e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ced3b6749cb45ca" /><Relationship Type="http://schemas.openxmlformats.org/officeDocument/2006/relationships/notesMaster" Target="/ppt/notesMasters/notesMaster1.xml" Id="R53612d05165e4d6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c74faf7aeaf4bdc" /><Relationship Type="http://schemas.openxmlformats.org/officeDocument/2006/relationships/notesMaster" Target="/ppt/notesMasters/notesMaster1.xml" Id="Rc4a6fd91250045f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4e430526c8c4adc" /><Relationship Type="http://schemas.openxmlformats.org/officeDocument/2006/relationships/notesMaster" Target="/ppt/notesMasters/notesMaster1.xml" Id="R5ce066f527af4d7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5609d901e814517" /><Relationship Type="http://schemas.openxmlformats.org/officeDocument/2006/relationships/notesMaster" Target="/ppt/notesMasters/notesMaster1.xml" Id="Rc4e1033867ba447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57e3708661247a4" /><Relationship Type="http://schemas.openxmlformats.org/officeDocument/2006/relationships/notesMaster" Target="/ppt/notesMasters/notesMaster1.xml" Id="Rb0d2d0eca6994f1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28bef24e5ff4d6e" /><Relationship Type="http://schemas.openxmlformats.org/officeDocument/2006/relationships/notesMaster" Target="/ppt/notesMasters/notesMaster1.xml" Id="Reff8cd7353574dc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b2fc7814b074414" /><Relationship Type="http://schemas.openxmlformats.org/officeDocument/2006/relationships/notesMaster" Target="/ppt/notesMasters/notesMaster1.xml" Id="R289a396da8ed49e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a7cd93261b94a60" /><Relationship Type="http://schemas.openxmlformats.org/officeDocument/2006/relationships/notesMaster" Target="/ppt/notesMasters/notesMaster1.xml" Id="R8223737a1fbc4a7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6667efdbd1d46a0" /><Relationship Type="http://schemas.openxmlformats.org/officeDocument/2006/relationships/notesMaster" Target="/ppt/notesMasters/notesMaster1.xml" Id="Raf6bfc0e0413406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983078625f142e0" /><Relationship Type="http://schemas.openxmlformats.org/officeDocument/2006/relationships/notesMaster" Target="/ppt/notesMasters/notesMaster1.xml" Id="R31dec0993e594b1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6ec0f03bb7e44dd" /><Relationship Type="http://schemas.openxmlformats.org/officeDocument/2006/relationships/notesMaster" Target="/ppt/notesMasters/notesMaster1.xml" Id="R24ae41fe57ed407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128eef5c35442c0" /><Relationship Type="http://schemas.openxmlformats.org/officeDocument/2006/relationships/notesMaster" Target="/ppt/notesMasters/notesMaster1.xml" Id="R12ae244521454ce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2565e7d6b3744bd" /><Relationship Type="http://schemas.openxmlformats.org/officeDocument/2006/relationships/notesMaster" Target="/ppt/notesMasters/notesMaster1.xml" Id="R0f12310650e74a9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265ea8655974d69" /><Relationship Type="http://schemas.openxmlformats.org/officeDocument/2006/relationships/notesMaster" Target="/ppt/notesMasters/notesMaster1.xml" Id="R59aa4e2036ea458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e83e243db2946a1" /><Relationship Type="http://schemas.openxmlformats.org/officeDocument/2006/relationships/notesMaster" Target="/ppt/notesMasters/notesMaster1.xml" Id="R34ff893779d94db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3ad8c95c1004d83" /><Relationship Type="http://schemas.openxmlformats.org/officeDocument/2006/relationships/notesMaster" Target="/ppt/notesMasters/notesMaster1.xml" Id="Radc544e30fce481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8b8d9849d354c61" /><Relationship Type="http://schemas.openxmlformats.org/officeDocument/2006/relationships/notesMaster" Target="/ppt/notesMasters/notesMaster1.xml" Id="R841240d1b36e4b7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13fd52abedc49f6" /><Relationship Type="http://schemas.openxmlformats.org/officeDocument/2006/relationships/notesMaster" Target="/ppt/notesMasters/notesMaster1.xml" Id="R47f60a3a24014ba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fc0459e5f254b18" /><Relationship Type="http://schemas.openxmlformats.org/officeDocument/2006/relationships/notesMaster" Target="/ppt/notesMasters/notesMaster1.xml" Id="R95205528bf8c48f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8e2d27a3c074314" /><Relationship Type="http://schemas.openxmlformats.org/officeDocument/2006/relationships/notesMaster" Target="/ppt/notesMasters/notesMaster1.xml" Id="R8eaea3680c3f465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571703b5204475c" /><Relationship Type="http://schemas.openxmlformats.org/officeDocument/2006/relationships/notesMaster" Target="/ppt/notesMasters/notesMaster1.xml" Id="Rc3395be2a1534de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6a56c4ff24540fd" /><Relationship Type="http://schemas.openxmlformats.org/officeDocument/2006/relationships/notesMaster" Target="/ppt/notesMasters/notesMaster1.xml" Id="Raa86611457234c8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534cf9e981648a8" /><Relationship Type="http://schemas.openxmlformats.org/officeDocument/2006/relationships/notesMaster" Target="/ppt/notesMasters/notesMaster1.xml" Id="R549260d5ea684f6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953c7cb76cc497b" /><Relationship Type="http://schemas.openxmlformats.org/officeDocument/2006/relationships/notesMaster" Target="/ppt/notesMasters/notesMaster1.xml" Id="R9fbaeb63962743b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855b76b61bc41f0" /><Relationship Type="http://schemas.openxmlformats.org/officeDocument/2006/relationships/notesMaster" Target="/ppt/notesMasters/notesMaster1.xml" Id="R5a06b60c0f6e478e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847dbd0c0ab4c13" /><Relationship Type="http://schemas.openxmlformats.org/officeDocument/2006/relationships/notesMaster" Target="/ppt/notesMasters/notesMaster1.xml" Id="Re9d1dd466f0a45f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227b5157a7f4562" /><Relationship Type="http://schemas.openxmlformats.org/officeDocument/2006/relationships/notesMaster" Target="/ppt/notesMasters/notesMaster1.xml" Id="R27ab967275b044b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3f528082515406b" /><Relationship Type="http://schemas.openxmlformats.org/officeDocument/2006/relationships/notesMaster" Target="/ppt/notesMasters/notesMaster1.xml" Id="R1f13c2672381496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4c888b4ee224b5c" /><Relationship Type="http://schemas.openxmlformats.org/officeDocument/2006/relationships/notesMaster" Target="/ppt/notesMasters/notesMaster1.xml" Id="R77d82e9998cc43a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0633e8608874c13" /><Relationship Type="http://schemas.openxmlformats.org/officeDocument/2006/relationships/notesMaster" Target="/ppt/notesMasters/notesMaster1.xml" Id="Rd60e7e83fc544e1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44ff1ffe622478d" /><Relationship Type="http://schemas.openxmlformats.org/officeDocument/2006/relationships/notesMaster" Target="/ppt/notesMasters/notesMaster1.xml" Id="Rcc421687b20049f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6458fa288eb49b2" /><Relationship Type="http://schemas.openxmlformats.org/officeDocument/2006/relationships/notesMaster" Target="/ppt/notesMasters/notesMaster1.xml" Id="R04c686a5ee404e7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96723b89c914a68" /><Relationship Type="http://schemas.openxmlformats.org/officeDocument/2006/relationships/notesMaster" Target="/ppt/notesMasters/notesMaster1.xml" Id="R289240d04e584cf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f56bc27a0314bf1" /><Relationship Type="http://schemas.openxmlformats.org/officeDocument/2006/relationships/notesMaster" Target="/ppt/notesMasters/notesMaster1.xml" Id="R09f34cbc073c4b66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996479b9123407c" /><Relationship Type="http://schemas.openxmlformats.org/officeDocument/2006/relationships/notesMaster" Target="/ppt/notesMasters/notesMaster1.xml" Id="R50501619e5554cb7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c0c9a19744354db2" /><Relationship Type="http://schemas.openxmlformats.org/officeDocument/2006/relationships/notesMaster" Target="/ppt/notesMasters/notesMaster1.xml" Id="Re221d0aba38840b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a51982e3a9845ba" /><Relationship Type="http://schemas.openxmlformats.org/officeDocument/2006/relationships/notesMaster" Target="/ppt/notesMasters/notesMaster1.xml" Id="Ra4a3350507cf4d62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b49d3e8104f14f00" /><Relationship Type="http://schemas.openxmlformats.org/officeDocument/2006/relationships/notesMaster" Target="/ppt/notesMasters/notesMaster1.xml" Id="R45e5c4ffd9214d5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fdd1295c41734413" /><Relationship Type="http://schemas.openxmlformats.org/officeDocument/2006/relationships/notesMaster" Target="/ppt/notesMasters/notesMaster1.xml" Id="R933e13a48e304ac3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db12a640f6b04bdd" /><Relationship Type="http://schemas.openxmlformats.org/officeDocument/2006/relationships/notesMaster" Target="/ppt/notesMasters/notesMaster1.xml" Id="Ra59f144a391c4039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0482b16c6924741" /><Relationship Type="http://schemas.openxmlformats.org/officeDocument/2006/relationships/notesMaster" Target="/ppt/notesMasters/notesMaster1.xml" Id="Ra2b5168b7d724530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fd23b571ac29427e" /><Relationship Type="http://schemas.openxmlformats.org/officeDocument/2006/relationships/notesMaster" Target="/ppt/notesMasters/notesMaster1.xml" Id="R9fff8152b6e14ba7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e8fd91a75bc4962" /><Relationship Type="http://schemas.openxmlformats.org/officeDocument/2006/relationships/notesMaster" Target="/ppt/notesMasters/notesMaster1.xml" Id="R45b141add57845f8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4f2f08f3a6f04ffc" /><Relationship Type="http://schemas.openxmlformats.org/officeDocument/2006/relationships/notesMaster" Target="/ppt/notesMasters/notesMaster1.xml" Id="R246064a3ebaa477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462f61fe054f4610" /><Relationship Type="http://schemas.openxmlformats.org/officeDocument/2006/relationships/notesMaster" Target="/ppt/notesMasters/notesMaster1.xml" Id="Rea31e41df4fd469f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f6998ec01ed5491c" /><Relationship Type="http://schemas.openxmlformats.org/officeDocument/2006/relationships/notesMaster" Target="/ppt/notesMasters/notesMaster1.xml" Id="Rc80925f5776e4298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8c46acd83c2741f2" /><Relationship Type="http://schemas.openxmlformats.org/officeDocument/2006/relationships/notesMaster" Target="/ppt/notesMasters/notesMaster1.xml" Id="R598a1fff7fe44e80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6a6dbac8875f47e9" /><Relationship Type="http://schemas.openxmlformats.org/officeDocument/2006/relationships/notesMaster" Target="/ppt/notesMasters/notesMaster1.xml" Id="R922581186d83403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329a60958324881" /><Relationship Type="http://schemas.openxmlformats.org/officeDocument/2006/relationships/notesMaster" Target="/ppt/notesMasters/notesMaster1.xml" Id="R8f61d7da1ca8437e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3a440e86d6649fb" /><Relationship Type="http://schemas.openxmlformats.org/officeDocument/2006/relationships/notesMaster" Target="/ppt/notesMasters/notesMaster1.xml" Id="R392e43d165fa4adf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82ae8c5d01334e7a" /><Relationship Type="http://schemas.openxmlformats.org/officeDocument/2006/relationships/notesMaster" Target="/ppt/notesMasters/notesMaster1.xml" Id="R95ebbe0f8df444e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630a4bded6a0420b" /><Relationship Type="http://schemas.openxmlformats.org/officeDocument/2006/relationships/notesMaster" Target="/ppt/notesMasters/notesMaster1.xml" Id="R7105cfff6d784f8c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5c066818ead9453c" /><Relationship Type="http://schemas.openxmlformats.org/officeDocument/2006/relationships/notesMaster" Target="/ppt/notesMasters/notesMaster1.xml" Id="R7dd490855a1540db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79d4e00e61164788" /><Relationship Type="http://schemas.openxmlformats.org/officeDocument/2006/relationships/notesMaster" Target="/ppt/notesMasters/notesMaster1.xml" Id="R52daa1ab8c49462b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7edffbbfcf1247c9" /><Relationship Type="http://schemas.openxmlformats.org/officeDocument/2006/relationships/notesMaster" Target="/ppt/notesMasters/notesMaster1.xml" Id="R1817a623ab094079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fc2d875420234021" /><Relationship Type="http://schemas.openxmlformats.org/officeDocument/2006/relationships/notesMaster" Target="/ppt/notesMasters/notesMaster1.xml" Id="R235e5f6b54c44778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eb42ae7b14ba491d" /><Relationship Type="http://schemas.openxmlformats.org/officeDocument/2006/relationships/notesMaster" Target="/ppt/notesMasters/notesMaster1.xml" Id="R64ca0749cd414ab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115d59ef80ba4ad3" /><Relationship Type="http://schemas.openxmlformats.org/officeDocument/2006/relationships/notesMaster" Target="/ppt/notesMasters/notesMaster1.xml" Id="R0389bd95eacd4e03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dd5f388d40e14be5" /><Relationship Type="http://schemas.openxmlformats.org/officeDocument/2006/relationships/notesMaster" Target="/ppt/notesMasters/notesMaster1.xml" Id="Rca7cbd9b3e42432a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db79f47487dd45ac" /><Relationship Type="http://schemas.openxmlformats.org/officeDocument/2006/relationships/notesMaster" Target="/ppt/notesMasters/notesMaster1.xml" Id="Rad41e54107f34e0d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5efe2b1325a24a31" /><Relationship Type="http://schemas.openxmlformats.org/officeDocument/2006/relationships/notesMaster" Target="/ppt/notesMasters/notesMaster1.xml" Id="R6a9a3bb873c64163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8f614b07db2e4d3f" /><Relationship Type="http://schemas.openxmlformats.org/officeDocument/2006/relationships/notesMaster" Target="/ppt/notesMasters/notesMaster1.xml" Id="R82d2cb2eabd746e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17dcc48b85aa40ce" /><Relationship Type="http://schemas.openxmlformats.org/officeDocument/2006/relationships/notesMaster" Target="/ppt/notesMasters/notesMaster1.xml" Id="Rd8ab2ed248bf46b7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a936f4d7c374ccd" /><Relationship Type="http://schemas.openxmlformats.org/officeDocument/2006/relationships/notesMaster" Target="/ppt/notesMasters/notesMaster1.xml" Id="Rb34b77e06f7f41c7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2bef032a7c50444c" /><Relationship Type="http://schemas.openxmlformats.org/officeDocument/2006/relationships/notesMaster" Target="/ppt/notesMasters/notesMaster1.xml" Id="Ra054cce5b7d54d0b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e144f748e85a4220" /><Relationship Type="http://schemas.openxmlformats.org/officeDocument/2006/relationships/notesMaster" Target="/ppt/notesMasters/notesMaster1.xml" Id="R2384ae081fec48bb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fb4d8d657c8a4b15" /><Relationship Type="http://schemas.openxmlformats.org/officeDocument/2006/relationships/notesMaster" Target="/ppt/notesMasters/notesMaster1.xml" Id="R9ccef3808e494a50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ecc2621f63bd42da" /><Relationship Type="http://schemas.openxmlformats.org/officeDocument/2006/relationships/notesMaster" Target="/ppt/notesMasters/notesMaster1.xml" Id="Rf1141df511a2497a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459ba41d0f8c43a4" /><Relationship Type="http://schemas.openxmlformats.org/officeDocument/2006/relationships/notesMaster" Target="/ppt/notesMasters/notesMaster1.xml" Id="Rf3841c4d18ab49c1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b4fa500b51dc4476" /><Relationship Type="http://schemas.openxmlformats.org/officeDocument/2006/relationships/notesMaster" Target="/ppt/notesMasters/notesMaster1.xml" Id="R1ccb3e7ea052427d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fbd809551fb34cfd" /><Relationship Type="http://schemas.openxmlformats.org/officeDocument/2006/relationships/notesMaster" Target="/ppt/notesMasters/notesMaster1.xml" Id="Rd7276a5dd3244e10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2c5024b1162c49f8" /><Relationship Type="http://schemas.openxmlformats.org/officeDocument/2006/relationships/notesMaster" Target="/ppt/notesMasters/notesMaster1.xml" Id="Rd93dd5963b234156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696331a30fbc428b" /><Relationship Type="http://schemas.openxmlformats.org/officeDocument/2006/relationships/notesMaster" Target="/ppt/notesMasters/notesMaster1.xml" Id="R789d60e0c52c451f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39b151fe0b9f4986" /><Relationship Type="http://schemas.openxmlformats.org/officeDocument/2006/relationships/notesMaster" Target="/ppt/notesMasters/notesMaster1.xml" Id="R44c5bbad2ee943f6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d1b62209926947f3" /><Relationship Type="http://schemas.openxmlformats.org/officeDocument/2006/relationships/notesMaster" Target="/ppt/notesMasters/notesMaster1.xml" Id="R0330e730c4354c04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c5fc27f38ebe4862" /><Relationship Type="http://schemas.openxmlformats.org/officeDocument/2006/relationships/notesMaster" Target="/ppt/notesMasters/notesMaster1.xml" Id="Rf83b6f529c9541b5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3a0cf9ae29974526" /><Relationship Type="http://schemas.openxmlformats.org/officeDocument/2006/relationships/notesMaster" Target="/ppt/notesMasters/notesMaster1.xml" Id="R2724d07cd1f84696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9b05fa4777974104" /><Relationship Type="http://schemas.openxmlformats.org/officeDocument/2006/relationships/notesMaster" Target="/ppt/notesMasters/notesMaster1.xml" Id="Ra7d5f9661325413b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48acf006bed54c54" /><Relationship Type="http://schemas.openxmlformats.org/officeDocument/2006/relationships/notesMaster" Target="/ppt/notesMasters/notesMaster1.xml" Id="Rb6a67f9e19144956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dd1900c2e67d4531" /><Relationship Type="http://schemas.openxmlformats.org/officeDocument/2006/relationships/notesMaster" Target="/ppt/notesMasters/notesMaster1.xml" Id="R9bc2ee219b4f48bc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3caa386a2bab4b2f" /><Relationship Type="http://schemas.openxmlformats.org/officeDocument/2006/relationships/notesMaster" Target="/ppt/notesMasters/notesMaster1.xml" Id="Re2f8804f3f964e33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cbef4f3db7c244c3" /><Relationship Type="http://schemas.openxmlformats.org/officeDocument/2006/relationships/notesMaster" Target="/ppt/notesMasters/notesMaster1.xml" Id="R20fa82657d154afd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304db6e351504813" /><Relationship Type="http://schemas.openxmlformats.org/officeDocument/2006/relationships/notesMaster" Target="/ppt/notesMasters/notesMaster1.xml" Id="Rfaed13ce2fde438c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a7f61021c87b4e83" /><Relationship Type="http://schemas.openxmlformats.org/officeDocument/2006/relationships/notesMaster" Target="/ppt/notesMasters/notesMaster1.xml" Id="R46e91312659b4972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8c99472fbaaf4724" /><Relationship Type="http://schemas.openxmlformats.org/officeDocument/2006/relationships/notesMaster" Target="/ppt/notesMasters/notesMaster1.xml" Id="Re5a58474fe9e4b51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0dafc5ed965c4c59" /><Relationship Type="http://schemas.openxmlformats.org/officeDocument/2006/relationships/notesMaster" Target="/ppt/notesMasters/notesMaster1.xml" Id="Rf043219a4e5d49c1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b186691c196c4566" /><Relationship Type="http://schemas.openxmlformats.org/officeDocument/2006/relationships/notesMaster" Target="/ppt/notesMasters/notesMaster1.xml" Id="R2a1180464f0d48ad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d07fc224f1814855" /><Relationship Type="http://schemas.openxmlformats.org/officeDocument/2006/relationships/notesMaster" Target="/ppt/notesMasters/notesMaster1.xml" Id="Re28e24cf5d164abf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db7ac3c3ca2447ee" /><Relationship Type="http://schemas.openxmlformats.org/officeDocument/2006/relationships/notesMaster" Target="/ppt/notesMasters/notesMaster1.xml" Id="R7d1643b681a242cf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1ffdc63e5b5a4dbd" /><Relationship Type="http://schemas.openxmlformats.org/officeDocument/2006/relationships/notesMaster" Target="/ppt/notesMasters/notesMaster1.xml" Id="Rcb54ac53d1594f4b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8ebe491855a649f4" /><Relationship Type="http://schemas.openxmlformats.org/officeDocument/2006/relationships/notesMaster" Target="/ppt/notesMasters/notesMaster1.xml" Id="Rc55377bb7e554600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b94265ecebf84822" /><Relationship Type="http://schemas.openxmlformats.org/officeDocument/2006/relationships/notesMaster" Target="/ppt/notesMasters/notesMaster1.xml" Id="R8fe29a4931424b0b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4bf3d261a5484833" /><Relationship Type="http://schemas.openxmlformats.org/officeDocument/2006/relationships/notesMaster" Target="/ppt/notesMasters/notesMaster1.xml" Id="R1ff19846b7d343c0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a7fb4498c607417a" /><Relationship Type="http://schemas.openxmlformats.org/officeDocument/2006/relationships/notesMaster" Target="/ppt/notesMasters/notesMaster1.xml" Id="R86f75e63b1c44b77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5da539af4d434a65" /><Relationship Type="http://schemas.openxmlformats.org/officeDocument/2006/relationships/notesMaster" Target="/ppt/notesMasters/notesMaster1.xml" Id="R8b54a7bb2c734f57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56a9b078d1a94cf1" /><Relationship Type="http://schemas.openxmlformats.org/officeDocument/2006/relationships/notesMaster" Target="/ppt/notesMasters/notesMaster1.xml" Id="Ra05c0c9a5c5a4cdf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4439ed2743b342f5" /><Relationship Type="http://schemas.openxmlformats.org/officeDocument/2006/relationships/notesMaster" Target="/ppt/notesMasters/notesMaster1.xml" Id="R3a5ee3ad924a455f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0a30ef30ab7c405f" /><Relationship Type="http://schemas.openxmlformats.org/officeDocument/2006/relationships/notesMaster" Target="/ppt/notesMasters/notesMaster1.xml" Id="R5063bbe490c54338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3160f75c56b44bb7" /><Relationship Type="http://schemas.openxmlformats.org/officeDocument/2006/relationships/notesMaster" Target="/ppt/notesMasters/notesMaster1.xml" Id="R7da68581f4724367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656a2bfdb2fb462f" /><Relationship Type="http://schemas.openxmlformats.org/officeDocument/2006/relationships/notesMaster" Target="/ppt/notesMasters/notesMaster1.xml" Id="Ra3f4dc6252524194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67363aa38a174cf8" /><Relationship Type="http://schemas.openxmlformats.org/officeDocument/2006/relationships/notesMaster" Target="/ppt/notesMasters/notesMaster1.xml" Id="R9a2ab677daac47ee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4cb6bf1cd6ec4e46" /><Relationship Type="http://schemas.openxmlformats.org/officeDocument/2006/relationships/notesMaster" Target="/ppt/notesMasters/notesMaster1.xml" Id="R7bbaec79432a4548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6d2d7bdc193d4230" /><Relationship Type="http://schemas.openxmlformats.org/officeDocument/2006/relationships/notesMaster" Target="/ppt/notesMasters/notesMaster1.xml" Id="R2185df05f7444e8d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4de7483d29c04226" /><Relationship Type="http://schemas.openxmlformats.org/officeDocument/2006/relationships/notesMaster" Target="/ppt/notesMasters/notesMaster1.xml" Id="R1811195d149a4485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cb19978ab39a4e33" /><Relationship Type="http://schemas.openxmlformats.org/officeDocument/2006/relationships/notesMaster" Target="/ppt/notesMasters/notesMaster1.xml" Id="R18a10dacc34f4827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cac46af8f9ca4c29" /><Relationship Type="http://schemas.openxmlformats.org/officeDocument/2006/relationships/notesMaster" Target="/ppt/notesMasters/notesMaster1.xml" Id="R947883dd078a4c8f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ae61305def1b4f9a" /><Relationship Type="http://schemas.openxmlformats.org/officeDocument/2006/relationships/notesMaster" Target="/ppt/notesMasters/notesMaster1.xml" Id="R2282ef1f56fd4578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eddb5d582d144c4e" /><Relationship Type="http://schemas.openxmlformats.org/officeDocument/2006/relationships/notesMaster" Target="/ppt/notesMasters/notesMaster1.xml" Id="R07445a7f398341a5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600d5345f59e4f8a" /><Relationship Type="http://schemas.openxmlformats.org/officeDocument/2006/relationships/notesMaster" Target="/ppt/notesMasters/notesMaster1.xml" Id="Rbe8e144ed0424f09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eff01eb1679f47fd" /><Relationship Type="http://schemas.openxmlformats.org/officeDocument/2006/relationships/notesMaster" Target="/ppt/notesMasters/notesMaster1.xml" Id="R3c7b830d259f4f4e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88cf1b309081433a" /><Relationship Type="http://schemas.openxmlformats.org/officeDocument/2006/relationships/notesMaster" Target="/ppt/notesMasters/notesMaster1.xml" Id="R5fb89fe9b2ee4099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2a8fbf1e89c64813" /><Relationship Type="http://schemas.openxmlformats.org/officeDocument/2006/relationships/notesMaster" Target="/ppt/notesMasters/notesMaster1.xml" Id="Rde03288c0bf14808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6c2bd89bb1d94080" /><Relationship Type="http://schemas.openxmlformats.org/officeDocument/2006/relationships/notesMaster" Target="/ppt/notesMasters/notesMaster1.xml" Id="Ref6952630ebd4104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b6a3f08b63234ac2" /><Relationship Type="http://schemas.openxmlformats.org/officeDocument/2006/relationships/notesMaster" Target="/ppt/notesMasters/notesMaster1.xml" Id="R7137552f3b974369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6aafda1b850f4604" /><Relationship Type="http://schemas.openxmlformats.org/officeDocument/2006/relationships/notesMaster" Target="/ppt/notesMasters/notesMaster1.xml" Id="R9b17d0a8dab44b5a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084871ca5ec1456d" /><Relationship Type="http://schemas.openxmlformats.org/officeDocument/2006/relationships/notesMaster" Target="/ppt/notesMasters/notesMaster1.xml" Id="R414ced6f6c2440bb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991de4d9130d4b48" /><Relationship Type="http://schemas.openxmlformats.org/officeDocument/2006/relationships/notesMaster" Target="/ppt/notesMasters/notesMaster1.xml" Id="R54412ecd2e9a4f62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66d71b1e67544805" /><Relationship Type="http://schemas.openxmlformats.org/officeDocument/2006/relationships/notesMaster" Target="/ppt/notesMasters/notesMaster1.xml" Id="Rdf8ec4fa68734a0d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52ac37c356104237" /><Relationship Type="http://schemas.openxmlformats.org/officeDocument/2006/relationships/notesMaster" Target="/ppt/notesMasters/notesMaster1.xml" Id="Rc5a3f846cab14fb3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979aa8714fea41f1" /><Relationship Type="http://schemas.openxmlformats.org/officeDocument/2006/relationships/notesMaster" Target="/ppt/notesMasters/notesMaster1.xml" Id="R05a4d698b2304d0e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dd2fcb87c19a47ca" /><Relationship Type="http://schemas.openxmlformats.org/officeDocument/2006/relationships/notesMaster" Target="/ppt/notesMasters/notesMaster1.xml" Id="Rfb5128ce00c24096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588dd7e3db1e4545" /><Relationship Type="http://schemas.openxmlformats.org/officeDocument/2006/relationships/notesMaster" Target="/ppt/notesMasters/notesMaster1.xml" Id="R174361e2350e41d8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2011ce52f60b45a2" /><Relationship Type="http://schemas.openxmlformats.org/officeDocument/2006/relationships/notesMaster" Target="/ppt/notesMasters/notesMaster1.xml" Id="Re055331cac2b4d98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5b50befa38524848" /><Relationship Type="http://schemas.openxmlformats.org/officeDocument/2006/relationships/notesMaster" Target="/ppt/notesMasters/notesMaster1.xml" Id="R72db99fe909c440c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f5b029dab3444482" /><Relationship Type="http://schemas.openxmlformats.org/officeDocument/2006/relationships/notesMaster" Target="/ppt/notesMasters/notesMaster1.xml" Id="Rca790a984246485d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899f585ee9644aba" /><Relationship Type="http://schemas.openxmlformats.org/officeDocument/2006/relationships/notesMaster" Target="/ppt/notesMasters/notesMaster1.xml" Id="R9c3b4065b5924f19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404da6999da54398" /><Relationship Type="http://schemas.openxmlformats.org/officeDocument/2006/relationships/notesMaster" Target="/ppt/notesMasters/notesMaster1.xml" Id="R00c0cc3be35d4666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d3732e40428b4fa9" /><Relationship Type="http://schemas.openxmlformats.org/officeDocument/2006/relationships/notesMaster" Target="/ppt/notesMasters/notesMaster1.xml" Id="Rbb78c0c228164c93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baeeeff97d764255" /><Relationship Type="http://schemas.openxmlformats.org/officeDocument/2006/relationships/notesMaster" Target="/ppt/notesMasters/notesMaster1.xml" Id="Re59f2aa6f23d43f3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7a2719bd2efd4095" /><Relationship Type="http://schemas.openxmlformats.org/officeDocument/2006/relationships/notesMaster" Target="/ppt/notesMasters/notesMaster1.xml" Id="R52999409dcd84a50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6b69355bab1d4a81" /><Relationship Type="http://schemas.openxmlformats.org/officeDocument/2006/relationships/notesMaster" Target="/ppt/notesMasters/notesMaster1.xml" Id="R8794d13c8ca64a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index.html#title。内容、教材图片及问题定稿沿用网页。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index.html#standard。内容、教材图片及问题定稿沿用网页。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index.html#standards。内容、教材图片及问题定稿沿用网页。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index.html#outline。内容、教材图片及问题定稿沿用网页。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index.html#anshi。内容、教材图片及问题定稿沿用网页。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index.html#fall。内容、教材图片及问题定稿沿用网页。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index.html#review。内容、教材图片及问题定稿沿用网页。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index.html#sui-found--sui-found。内容、教材图片及问题定稿沿用网页。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index.html#sui-found--sui-found。内容、教材图片及问题定稿沿用网页。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index.html#tang-found--tang-found。内容、教材图片及问题定稿沿用网页。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index.html#tang-found--tang-found。内容、教材图片及问题定稿沿用网页。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index.html#an-cause--an-cause。内容、教材图片及问题定稿沿用网页。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index.html#an-process--an-process。内容、教材图片及问题定稿沿用网页。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index.html#an-process--an-process。内容、教材图片及问题定稿沿用网页。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index.html#flow/two-capitals/sui-prosper--sui-prosper。内容、教材图片及问题定稿沿用网页。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index.html#flow/two-capitals/sui-prosper--sui-prosper。内容、教材图片及问题定稿沿用网页。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index.html#flow/granaries/sui-prosper--sui-prosper。内容、教材图片及问题定稿沿用网页。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index.html#flow/granaries/sui-prosper--sui-prosper。内容、教材图片及问题定稿沿用网页。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afdb0903242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3a13fe19347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15de630f343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a11d47dcf43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8ef50602444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47545560544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51E87C-FE82-498D-A740-360308807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E0E248-164E-4C73-93BD-E432E7DA5E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45B2FB-46A9-4265-9891-2DB17383C7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E1D646-BBF0-44B0-ADBA-27DEAFB924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22BDC7-4842-4DD1-AB4B-B3E58DB38B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DB8841-DE25-4FB8-A179-3C26701A92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077D61-49EF-41DD-A807-6D5BB25763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5DC59-D4F9-4CC7-8919-1F6CAE816C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31B782-38D1-4CE3-A138-E90EFDFC21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542581-B74F-47A7-AD23-3166F4C4EE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4a3f1ffea64719" /><Relationship Type="http://schemas.openxmlformats.org/officeDocument/2006/relationships/slideLayout" Target="/ppt/slideLayouts/slideLayout1.xml" Id="R47e778ee25354b08" /><Relationship Type="http://schemas.openxmlformats.org/officeDocument/2006/relationships/slideLayout" Target="/ppt/slideLayouts/slideLayout2.xml" Id="R7698eb0875d34f0d" /><Relationship Type="http://schemas.openxmlformats.org/officeDocument/2006/relationships/slideLayout" Target="/ppt/slideLayouts/slideLayout3.xml" Id="R9b99029c65d2484b" /><Relationship Type="http://schemas.openxmlformats.org/officeDocument/2006/relationships/slideLayout" Target="/ppt/slideLayouts/slideLayout4.xml" Id="R4dae556e60a74d22" /><Relationship Type="http://schemas.openxmlformats.org/officeDocument/2006/relationships/slideLayout" Target="/ppt/slideLayouts/slideLayout5.xml" Id="R8077fc2d3bb54c71" /><Relationship Type="http://schemas.openxmlformats.org/officeDocument/2006/relationships/slideLayout" Target="/ppt/slideLayouts/slideLayout6.xml" Id="R12885deaaed74b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e778ee25354b08"/>
    <p:sldLayoutId xmlns:r="http://schemas.openxmlformats.org/officeDocument/2006/relationships" id="2147483650" r:id="R7698eb0875d34f0d"/>
    <p:sldLayoutId xmlns:r="http://schemas.openxmlformats.org/officeDocument/2006/relationships" id="2147483651" r:id="R9b99029c65d2484b"/>
    <p:sldLayoutId xmlns:r="http://schemas.openxmlformats.org/officeDocument/2006/relationships" id="2147483652" r:id="R4dae556e60a74d22"/>
    <p:sldLayoutId xmlns:r="http://schemas.openxmlformats.org/officeDocument/2006/relationships" id="2147483653" r:id="R8077fc2d3bb54c71"/>
    <p:sldLayoutId xmlns:r="http://schemas.openxmlformats.org/officeDocument/2006/relationships" id="2147483654" r:id="R12885deaaed74b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2e0b3595fe54cec"/><Relationship Type="http://schemas.openxmlformats.org/officeDocument/2006/relationships/image" Target="/ppt/media/image.png" Id="Ree3e9a0c9bfd4444"/><Relationship Type="http://schemas.openxmlformats.org/officeDocument/2006/relationships/notesSlide" Target="/ppt/notesSlides/notesSlide1.xml" Id="Rf033fb5f4bbf4ef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a125fd22cca4d8a"/><Relationship Type="http://schemas.openxmlformats.org/officeDocument/2006/relationships/image" Target="/ppt/media/image2.png" Id="R3d6ce970e2a7410c"/><Relationship Type="http://schemas.openxmlformats.org/officeDocument/2006/relationships/notesSlide" Target="/ppt/notesSlides/notesSlide2.xml" Id="R216cfca2555e483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1.xml"/><Relationship Id="rIdNav3" Type="http://schemas.openxmlformats.org/officeDocument/2006/relationships/slide" Target="slide1.xml"/><Relationship Id="rIdNav4" Type="http://schemas.openxmlformats.org/officeDocument/2006/relationships/slide" Target="slide4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153550ad41a434a"/><Relationship Type="http://schemas.openxmlformats.org/officeDocument/2006/relationships/image" Target="/ppt/media/image3.png" Id="Reb23cb164bf14b64"/><Relationship Type="http://schemas.openxmlformats.org/officeDocument/2006/relationships/notesSlide" Target="/ppt/notesSlides/notesSlide3.xml" Id="R70f9d98343004c6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3.xml"/><Relationship Id="rIdNav3" Type="http://schemas.openxmlformats.org/officeDocument/2006/relationships/slide" Target="slide4.xml"/><Relationship Id="rIdNav4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12bbc68929b49e1"/><Relationship Type="http://schemas.openxmlformats.org/officeDocument/2006/relationships/notesSlide" Target="/ppt/notesSlides/notesSlide4.xml" Id="R2751fb8098f24fa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3.xml"/><Relationship Id="rIdNav3" Type="http://schemas.openxmlformats.org/officeDocument/2006/relationships/slide" Target="slide5.xml"/><Relationship Id="rIdNav4" Type="http://schemas.openxmlformats.org/officeDocument/2006/relationships/slide" Target="slide6.xml"/><Relationship Id="rIdNav5" Type="http://schemas.openxmlformats.org/officeDocument/2006/relationships/slide" Target="slide7.xml"/><Relationship Id="rIdNav6" Type="http://schemas.openxmlformats.org/officeDocument/2006/relationships/slide" Target="slide8.xml"/><Relationship Id="rIdNav7" Type="http://schemas.openxmlformats.org/officeDocument/2006/relationships/slide" Target="slide9.xml"/><Relationship Id="rIdNav8" Type="http://schemas.openxmlformats.org/officeDocument/2006/relationships/slide" Target="slide1.xml"/><Relationship Id="rIdNav9" Type="http://schemas.openxmlformats.org/officeDocument/2006/relationships/slide" Target="slide2.xml"/><Relationship Id="rIdNav10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9e1ac5eae34c4d"/><Relationship Type="http://schemas.openxmlformats.org/officeDocument/2006/relationships/notesSlide" Target="/ppt/notesSlides/notesSlide5.xml" Id="R1e4bc1f2513246b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0.xml"/><Relationship Id="rIdNav4" Type="http://schemas.openxmlformats.org/officeDocument/2006/relationships/slide" Target="slide12.xml"/><Relationship Id="rIdNav5" Type="http://schemas.openxmlformats.org/officeDocument/2006/relationships/slide" Target="slide14.xml"/><Relationship Id="rIdNav6" Type="http://schemas.openxmlformats.org/officeDocument/2006/relationships/slide" Target="slide4.xml"/><Relationship Id="rIdNav7" Type="http://schemas.openxmlformats.org/officeDocument/2006/relationships/slide" Target="slide3.xml"/><Relationship Id="rIdNav8" Type="http://schemas.openxmlformats.org/officeDocument/2006/relationships/slide" Target="slide6.xml"/><Relationship Id="rIdNav9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cda82539da04aed"/><Relationship Type="http://schemas.openxmlformats.org/officeDocument/2006/relationships/notesSlide" Target="/ppt/notesSlides/notesSlide6.xml" Id="R5c72cab9a119464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18.xml"/><Relationship Id="rIdNav4" Type="http://schemas.openxmlformats.org/officeDocument/2006/relationships/slide" Target="slide20.xml"/><Relationship Id="rIdNav5" Type="http://schemas.openxmlformats.org/officeDocument/2006/relationships/slide" Target="slide30.xml"/><Relationship Id="rIdNav6" Type="http://schemas.openxmlformats.org/officeDocument/2006/relationships/slide" Target="slide4.xml"/><Relationship Id="rIdNav7" Type="http://schemas.openxmlformats.org/officeDocument/2006/relationships/slide" Target="slide5.xml"/><Relationship Id="rIdNav8" Type="http://schemas.openxmlformats.org/officeDocument/2006/relationships/slide" Target="slide7.xml"/><Relationship Id="rIdNav9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0117a3435174737"/><Relationship Type="http://schemas.openxmlformats.org/officeDocument/2006/relationships/notesSlide" Target="/ppt/notesSlides/notesSlide7.xml" Id="Rc858a9f96a6a474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2.xml"/><Relationship Id="rIdNav4" Type="http://schemas.openxmlformats.org/officeDocument/2006/relationships/slide" Target="slide43.xml"/><Relationship Id="rIdNav5" Type="http://schemas.openxmlformats.org/officeDocument/2006/relationships/slide" Target="slide45.xml"/><Relationship Id="rIdNav6" Type="http://schemas.openxmlformats.org/officeDocument/2006/relationships/slide" Target="slide4.xml"/><Relationship Id="rIdNav7" Type="http://schemas.openxmlformats.org/officeDocument/2006/relationships/slide" Target="slide6.xml"/><Relationship Id="rIdNav8" Type="http://schemas.openxmlformats.org/officeDocument/2006/relationships/slide" Target="slide8.xml"/><Relationship Id="rIdNav9" Type="http://schemas.openxmlformats.org/officeDocument/2006/relationships/slide" Target="slide42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1666d492283417f"/><Relationship Type="http://schemas.openxmlformats.org/officeDocument/2006/relationships/notesSlide" Target="/ppt/notesSlides/notesSlide8.xml" Id="Rfdfbae26ef70410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0.xml"/><Relationship Id="rIdNav4" Type="http://schemas.openxmlformats.org/officeDocument/2006/relationships/slide" Target="slide54.xml"/><Relationship Id="rIdNav5" Type="http://schemas.openxmlformats.org/officeDocument/2006/relationships/slide" Target="slide4.xml"/><Relationship Id="rIdNav6" Type="http://schemas.openxmlformats.org/officeDocument/2006/relationships/slide" Target="slide7.xml"/><Relationship Id="rIdNav7" Type="http://schemas.openxmlformats.org/officeDocument/2006/relationships/slide" Target="slide9.xml"/><Relationship Id="rIdNav8" Type="http://schemas.openxmlformats.org/officeDocument/2006/relationships/slide" Target="slide50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7a517db2084769"/><Relationship Type="http://schemas.openxmlformats.org/officeDocument/2006/relationships/notesSlide" Target="/ppt/notesSlides/notesSlide9.xml" Id="Ra1b12f09d49543d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9.xml"/><Relationship Id="rIdNav3" Type="http://schemas.openxmlformats.org/officeDocument/2006/relationships/slide" Target="slide4.xml"/><Relationship Id="rIdNav4" Type="http://schemas.openxmlformats.org/officeDocument/2006/relationships/slide" Target="slide8.xml"/><Relationship Id="rIdNav5" Type="http://schemas.openxmlformats.org/officeDocument/2006/relationships/slide" Target="slide4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07c26483c0d4b27"/><Relationship Type="http://schemas.openxmlformats.org/officeDocument/2006/relationships/image" Target="/ppt/media/image4.png" Id="R728c3ca9bd194a72"/><Relationship Type="http://schemas.openxmlformats.org/officeDocument/2006/relationships/notesSlide" Target="/ppt/notesSlides/notesSlide10.xml" Id="R52f9f9ada3334fe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1.xml"/><Relationship Id="rIdNav5" Type="http://schemas.openxmlformats.org/officeDocument/2006/relationships/slide" Target="slide10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914b0f196648b1"/><Relationship Type="http://schemas.openxmlformats.org/officeDocument/2006/relationships/notesSlide" Target="/ppt/notesSlides/notesSlide11.xml" Id="R870f12c8033542c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0.xml"/><Relationship Id="rIdNav5" Type="http://schemas.openxmlformats.org/officeDocument/2006/relationships/slide" Target="slide12.xml"/><Relationship Id="rIdNav6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912ebcdbbff4901"/><Relationship Type="http://schemas.openxmlformats.org/officeDocument/2006/relationships/image" Target="/ppt/media/image5.png" Id="Rcea55ab732614e3c"/><Relationship Type="http://schemas.openxmlformats.org/officeDocument/2006/relationships/notesSlide" Target="/ppt/notesSlides/notesSlide12.xml" Id="R749c26c77bae45d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0.xml"/><Relationship Id="rIdNav5" Type="http://schemas.openxmlformats.org/officeDocument/2006/relationships/slide" Target="slide13.xml"/><Relationship Id="rIdNav6" Type="http://schemas.openxmlformats.org/officeDocument/2006/relationships/slide" Target="slide64.xml"/><Relationship Id="rIdNav7" Type="http://schemas.openxmlformats.org/officeDocument/2006/relationships/slide" Target="slide66.xml"/><Relationship Id="rIdNav8" Type="http://schemas.openxmlformats.org/officeDocument/2006/relationships/slide" Target="slide68.xml"/><Relationship Id="rIdNav9" Type="http://schemas.openxmlformats.org/officeDocument/2006/relationships/slide" Target="slide12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8a52ee1b8514cb5"/><Relationship Type="http://schemas.openxmlformats.org/officeDocument/2006/relationships/notesSlide" Target="/ppt/notesSlides/notesSlide13.xml" Id="Rfd751fd827f842c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2.xml"/><Relationship Id="rIdNav5" Type="http://schemas.openxmlformats.org/officeDocument/2006/relationships/slide" Target="slide14.xml"/><Relationship Id="rIdNav6" Type="http://schemas.openxmlformats.org/officeDocument/2006/relationships/slide" Target="slide64.xml"/><Relationship Id="rIdNav7" Type="http://schemas.openxmlformats.org/officeDocument/2006/relationships/slide" Target="slide66.xml"/><Relationship Id="rIdNav8" Type="http://schemas.openxmlformats.org/officeDocument/2006/relationships/slide" Target="slide68.xml"/><Relationship Id="rIdNav9" Type="http://schemas.openxmlformats.org/officeDocument/2006/relationships/slide" Target="slide12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d9040a39f4340aa"/><Relationship Type="http://schemas.openxmlformats.org/officeDocument/2006/relationships/image" Target="/ppt/media/image6.png" Id="R9ec4d84f172c4a32"/><Relationship Type="http://schemas.openxmlformats.org/officeDocument/2006/relationships/notesSlide" Target="/ppt/notesSlides/notesSlide14.xml" Id="Rf21da30321744df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2.xml"/><Relationship Id="rIdNav5" Type="http://schemas.openxmlformats.org/officeDocument/2006/relationships/slide" Target="slide15.xml"/><Relationship Id="rIdNav6" Type="http://schemas.openxmlformats.org/officeDocument/2006/relationships/slide" Target="slide75.xml"/><Relationship Id="rIdNav7" Type="http://schemas.openxmlformats.org/officeDocument/2006/relationships/slide" Target="slide77.xml"/><Relationship Id="rIdNav8" Type="http://schemas.openxmlformats.org/officeDocument/2006/relationships/slide" Target="slide14.xml"/><Relationship Id="rIdNav9" Type="http://schemas.openxmlformats.org/officeDocument/2006/relationships/slide" Target="slide16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8e439cf08824f5f"/><Relationship Type="http://schemas.openxmlformats.org/officeDocument/2006/relationships/notesSlide" Target="/ppt/notesSlides/notesSlide15.xml" Id="Radd2c5008ddd493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4.xml"/><Relationship Id="rIdNav5" Type="http://schemas.openxmlformats.org/officeDocument/2006/relationships/slide" Target="slide16.xml"/><Relationship Id="rIdNav6" Type="http://schemas.openxmlformats.org/officeDocument/2006/relationships/slide" Target="slide75.xml"/><Relationship Id="rIdNav7" Type="http://schemas.openxmlformats.org/officeDocument/2006/relationships/slide" Target="slide77.xml"/><Relationship Id="rIdNav8" Type="http://schemas.openxmlformats.org/officeDocument/2006/relationships/slide" Target="slide14.xml"/><Relationship Id="rIdNav9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959ccf7af0449fa"/><Relationship Type="http://schemas.openxmlformats.org/officeDocument/2006/relationships/image" Target="/ppt/media/image7.png" Id="Rab650e4a337b4ce3"/><Relationship Type="http://schemas.openxmlformats.org/officeDocument/2006/relationships/notesSlide" Target="/ppt/notesSlides/notesSlide16.xml" Id="Rc78e8596108e41b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4.xml"/><Relationship Id="rIdNav5" Type="http://schemas.openxmlformats.org/officeDocument/2006/relationships/slide" Target="slide17.xml"/><Relationship Id="rIdNav6" Type="http://schemas.openxmlformats.org/officeDocument/2006/relationships/slide" Target="slide79.xml"/><Relationship Id="rIdNav7" Type="http://schemas.openxmlformats.org/officeDocument/2006/relationships/slide" Target="slide81.xml"/><Relationship Id="rIdNav8" Type="http://schemas.openxmlformats.org/officeDocument/2006/relationships/slide" Target="slide14.xml"/><Relationship Id="rIdNav9" Type="http://schemas.openxmlformats.org/officeDocument/2006/relationships/slide" Target="slide16.xml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662d86cf9742a5"/><Relationship Type="http://schemas.openxmlformats.org/officeDocument/2006/relationships/notesSlide" Target="/ppt/notesSlides/notesSlide17.xml" Id="R39d5ef6af7884ee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5.xml"/><Relationship Id="rIdNav4" Type="http://schemas.openxmlformats.org/officeDocument/2006/relationships/slide" Target="slide16.xml"/><Relationship Id="rIdNav5" Type="http://schemas.openxmlformats.org/officeDocument/2006/relationships/slide" Target="slide6.xml"/><Relationship Id="rIdNav6" Type="http://schemas.openxmlformats.org/officeDocument/2006/relationships/slide" Target="slide79.xml"/><Relationship Id="rIdNav7" Type="http://schemas.openxmlformats.org/officeDocument/2006/relationships/slide" Target="slide81.xml"/><Relationship Id="rIdNav8" Type="http://schemas.openxmlformats.org/officeDocument/2006/relationships/slide" Target="slide14.xml"/><Relationship Id="rIdNav9" Type="http://schemas.openxmlformats.org/officeDocument/2006/relationships/slide" Target="slide16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fc3c58a91c84db3"/><Relationship Type="http://schemas.openxmlformats.org/officeDocument/2006/relationships/image" Target="/ppt/media/image8.png" Id="Rcc9355d9960a4e1c"/><Relationship Type="http://schemas.openxmlformats.org/officeDocument/2006/relationships/notesSlide" Target="/ppt/notesSlides/notesSlide18.xml" Id="Rfc97404967bc494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19.xml"/><Relationship Id="rIdNav5" Type="http://schemas.openxmlformats.org/officeDocument/2006/relationships/slide" Target="slide18.xml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fa87f9cd1349d5"/><Relationship Type="http://schemas.openxmlformats.org/officeDocument/2006/relationships/notesSlide" Target="/ppt/notesSlides/notesSlide19.xml" Id="R9d181e697d1d414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18.xml"/><Relationship Id="rIdNav5" Type="http://schemas.openxmlformats.org/officeDocument/2006/relationships/slide" Target="slide20.xml"/><Relationship Id="rIdNav6" Type="http://schemas.openxmlformats.org/officeDocument/2006/relationships/slide" Target="slide18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75115cee515415c"/><Relationship Type="http://schemas.openxmlformats.org/officeDocument/2006/relationships/image" Target="/ppt/media/image9.png" Id="R62429c3812a64d40"/><Relationship Type="http://schemas.openxmlformats.org/officeDocument/2006/relationships/notesSlide" Target="/ppt/notesSlides/notesSlide20.xml" Id="R7c76af5f0a4c421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18.xml"/><Relationship Id="rIdNav5" Type="http://schemas.openxmlformats.org/officeDocument/2006/relationships/slide" Target="slide21.xml"/><Relationship Id="rIdNav6" Type="http://schemas.openxmlformats.org/officeDocument/2006/relationships/slide" Target="slide83.xml"/><Relationship Id="rIdNav7" Type="http://schemas.openxmlformats.org/officeDocument/2006/relationships/slide" Target="slide8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3876313b9244a5d"/><Relationship Type="http://schemas.openxmlformats.org/officeDocument/2006/relationships/notesSlide" Target="/ppt/notesSlides/notesSlide21.xml" Id="Rc5a672d7aede4ac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0.xml"/><Relationship Id="rIdNav5" Type="http://schemas.openxmlformats.org/officeDocument/2006/relationships/slide" Target="slide22.xml"/><Relationship Id="rIdNav6" Type="http://schemas.openxmlformats.org/officeDocument/2006/relationships/slide" Target="slide83.xml"/><Relationship Id="rIdNav7" Type="http://schemas.openxmlformats.org/officeDocument/2006/relationships/slide" Target="slide8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22c61c58863447b"/><Relationship Type="http://schemas.openxmlformats.org/officeDocument/2006/relationships/image" Target="/ppt/media/image10.png" Id="R39b26606c64a47dd"/><Relationship Type="http://schemas.openxmlformats.org/officeDocument/2006/relationships/notesSlide" Target="/ppt/notesSlides/notesSlide22.xml" Id="R5650be57cabe44a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0.xml"/><Relationship Id="rIdNav5" Type="http://schemas.openxmlformats.org/officeDocument/2006/relationships/slide" Target="slide23.xml"/><Relationship Id="rIdNav6" Type="http://schemas.openxmlformats.org/officeDocument/2006/relationships/slide" Target="slide88.xml"/><Relationship Id="rIdNav7" Type="http://schemas.openxmlformats.org/officeDocument/2006/relationships/slide" Target="slide90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d3794e8703b4022"/><Relationship Type="http://schemas.openxmlformats.org/officeDocument/2006/relationships/notesSlide" Target="/ppt/notesSlides/notesSlide23.xml" Id="R882020a715ca4fa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2.xml"/><Relationship Id="rIdNav5" Type="http://schemas.openxmlformats.org/officeDocument/2006/relationships/slide" Target="slide24.xml"/><Relationship Id="rIdNav6" Type="http://schemas.openxmlformats.org/officeDocument/2006/relationships/slide" Target="slide88.xml"/><Relationship Id="rIdNav7" Type="http://schemas.openxmlformats.org/officeDocument/2006/relationships/slide" Target="slide90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1aa965f51564a45"/><Relationship Type="http://schemas.openxmlformats.org/officeDocument/2006/relationships/image" Target="/ppt/media/image11.png" Id="Rc2d6f6a294804b77"/><Relationship Type="http://schemas.openxmlformats.org/officeDocument/2006/relationships/notesSlide" Target="/ppt/notesSlides/notesSlide24.xml" Id="Rdd39e4664c13456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2.xml"/><Relationship Id="rIdNav5" Type="http://schemas.openxmlformats.org/officeDocument/2006/relationships/slide" Target="slide25.xml"/><Relationship Id="rIdNav6" Type="http://schemas.openxmlformats.org/officeDocument/2006/relationships/slide" Target="slide93.xml"/><Relationship Id="rIdNav7" Type="http://schemas.openxmlformats.org/officeDocument/2006/relationships/slide" Target="slide9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4df12d88841485f"/><Relationship Type="http://schemas.openxmlformats.org/officeDocument/2006/relationships/notesSlide" Target="/ppt/notesSlides/notesSlide25.xml" Id="Rb62791636696452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4.xml"/><Relationship Id="rIdNav5" Type="http://schemas.openxmlformats.org/officeDocument/2006/relationships/slide" Target="slide26.xml"/><Relationship Id="rIdNav6" Type="http://schemas.openxmlformats.org/officeDocument/2006/relationships/slide" Target="slide93.xml"/><Relationship Id="rIdNav7" Type="http://schemas.openxmlformats.org/officeDocument/2006/relationships/slide" Target="slide9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591663ec39c4c98"/><Relationship Type="http://schemas.openxmlformats.org/officeDocument/2006/relationships/image" Target="/ppt/media/image12.png" Id="Ra1f371b9abff4c0e"/><Relationship Type="http://schemas.openxmlformats.org/officeDocument/2006/relationships/notesSlide" Target="/ppt/notesSlides/notesSlide26.xml" Id="R7dd26b06c53d41e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4.xml"/><Relationship Id="rIdNav5" Type="http://schemas.openxmlformats.org/officeDocument/2006/relationships/slide" Target="slide27.xml"/><Relationship Id="rIdNav6" Type="http://schemas.openxmlformats.org/officeDocument/2006/relationships/slide" Target="slide98.xml"/><Relationship Id="rIdNav7" Type="http://schemas.openxmlformats.org/officeDocument/2006/relationships/slide" Target="slide100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171e868b7394dad"/><Relationship Type="http://schemas.openxmlformats.org/officeDocument/2006/relationships/notesSlide" Target="/ppt/notesSlides/notesSlide27.xml" Id="R171941dcad8d443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6.xml"/><Relationship Id="rIdNav5" Type="http://schemas.openxmlformats.org/officeDocument/2006/relationships/slide" Target="slide28.xml"/><Relationship Id="rIdNav6" Type="http://schemas.openxmlformats.org/officeDocument/2006/relationships/slide" Target="slide98.xml"/><Relationship Id="rIdNav7" Type="http://schemas.openxmlformats.org/officeDocument/2006/relationships/slide" Target="slide100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45b4133c0a14ba0"/><Relationship Type="http://schemas.openxmlformats.org/officeDocument/2006/relationships/image" Target="/ppt/media/image13.png" Id="Redc8a42f9bcd471c"/><Relationship Type="http://schemas.openxmlformats.org/officeDocument/2006/relationships/notesSlide" Target="/ppt/notesSlides/notesSlide28.xml" Id="R0f701069af5f401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6.xml"/><Relationship Id="rIdNav5" Type="http://schemas.openxmlformats.org/officeDocument/2006/relationships/slide" Target="slide29.xml"/><Relationship Id="rIdNav6" Type="http://schemas.openxmlformats.org/officeDocument/2006/relationships/slide" Target="slide103.xml"/><Relationship Id="rIdNav7" Type="http://schemas.openxmlformats.org/officeDocument/2006/relationships/slide" Target="slide10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7673a351b514c5c"/><Relationship Type="http://schemas.openxmlformats.org/officeDocument/2006/relationships/notesSlide" Target="/ppt/notesSlides/notesSlide29.xml" Id="Rd21e53c6a2064cb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8.xml"/><Relationship Id="rIdNav5" Type="http://schemas.openxmlformats.org/officeDocument/2006/relationships/slide" Target="slide30.xml"/><Relationship Id="rIdNav6" Type="http://schemas.openxmlformats.org/officeDocument/2006/relationships/slide" Target="slide103.xml"/><Relationship Id="rIdNav7" Type="http://schemas.openxmlformats.org/officeDocument/2006/relationships/slide" Target="slide105.xml"/><Relationship Id="rIdNav8" Type="http://schemas.openxmlformats.org/officeDocument/2006/relationships/slide" Target="slide20.xml"/><Relationship Id="rIdNav9" Type="http://schemas.openxmlformats.org/officeDocument/2006/relationships/slide" Target="slide22.xml"/><Relationship Id="rIdNav10" Type="http://schemas.openxmlformats.org/officeDocument/2006/relationships/slide" Target="slide24.xml"/><Relationship Id="rIdNav11" Type="http://schemas.openxmlformats.org/officeDocument/2006/relationships/slide" Target="slide26.xml"/><Relationship Id="rIdNav12" Type="http://schemas.openxmlformats.org/officeDocument/2006/relationships/slide" Target="slide28.xml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ec03f654e548de"/><Relationship Type="http://schemas.openxmlformats.org/officeDocument/2006/relationships/image" Target="/ppt/media/image14.png" Id="R703e7bf2cc274f59"/><Relationship Type="http://schemas.openxmlformats.org/officeDocument/2006/relationships/notesSlide" Target="/ppt/notesSlides/notesSlide30.xml" Id="Rbce762cdf3fa475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28.xml"/><Relationship Id="rIdNav5" Type="http://schemas.openxmlformats.org/officeDocument/2006/relationships/slide" Target="slide31.xml"/><Relationship Id="rIdNav6" Type="http://schemas.openxmlformats.org/officeDocument/2006/relationships/slide" Target="slide108.xml"/><Relationship Id="rIdNav7" Type="http://schemas.openxmlformats.org/officeDocument/2006/relationships/slide" Target="slide110.xml"/><Relationship Id="rIdNav8" Type="http://schemas.openxmlformats.org/officeDocument/2006/relationships/slide" Target="slide112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273c153f6cb4ffe"/><Relationship Type="http://schemas.openxmlformats.org/officeDocument/2006/relationships/notesSlide" Target="/ppt/notesSlides/notesSlide31.xml" Id="Rf4a9e55f571e416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0.xml"/><Relationship Id="rIdNav5" Type="http://schemas.openxmlformats.org/officeDocument/2006/relationships/slide" Target="slide32.xml"/><Relationship Id="rIdNav6" Type="http://schemas.openxmlformats.org/officeDocument/2006/relationships/slide" Target="slide108.xml"/><Relationship Id="rIdNav7" Type="http://schemas.openxmlformats.org/officeDocument/2006/relationships/slide" Target="slide110.xml"/><Relationship Id="rIdNav8" Type="http://schemas.openxmlformats.org/officeDocument/2006/relationships/slide" Target="slide112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2eb89b719c04bfd"/><Relationship Type="http://schemas.openxmlformats.org/officeDocument/2006/relationships/image" Target="/ppt/media/image15.png" Id="R8bea6fc32d754a2b"/><Relationship Type="http://schemas.openxmlformats.org/officeDocument/2006/relationships/notesSlide" Target="/ppt/notesSlides/notesSlide32.xml" Id="R00fdbaa07dfd476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0.xml"/><Relationship Id="rIdNav5" Type="http://schemas.openxmlformats.org/officeDocument/2006/relationships/slide" Target="slide33.xml"/><Relationship Id="rIdNav6" Type="http://schemas.openxmlformats.org/officeDocument/2006/relationships/slide" Target="slide114.xml"/><Relationship Id="rIdNav7" Type="http://schemas.openxmlformats.org/officeDocument/2006/relationships/slide" Target="slide116.xml"/><Relationship Id="rIdNav8" Type="http://schemas.openxmlformats.org/officeDocument/2006/relationships/slide" Target="slide118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24e08dfc7d54eea"/><Relationship Type="http://schemas.openxmlformats.org/officeDocument/2006/relationships/notesSlide" Target="/ppt/notesSlides/notesSlide33.xml" Id="R5cbc71d626de403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2.xml"/><Relationship Id="rIdNav5" Type="http://schemas.openxmlformats.org/officeDocument/2006/relationships/slide" Target="slide34.xml"/><Relationship Id="rIdNav6" Type="http://schemas.openxmlformats.org/officeDocument/2006/relationships/slide" Target="slide114.xml"/><Relationship Id="rIdNav7" Type="http://schemas.openxmlformats.org/officeDocument/2006/relationships/slide" Target="slide116.xml"/><Relationship Id="rIdNav8" Type="http://schemas.openxmlformats.org/officeDocument/2006/relationships/slide" Target="slide118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d0df0f42ab4fc6"/><Relationship Type="http://schemas.openxmlformats.org/officeDocument/2006/relationships/image" Target="/ppt/media/image16.png" Id="R2c5082594b4d45f0"/><Relationship Type="http://schemas.openxmlformats.org/officeDocument/2006/relationships/notesSlide" Target="/ppt/notesSlides/notesSlide34.xml" Id="Rcfa8519822f54bf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2.xml"/><Relationship Id="rIdNav5" Type="http://schemas.openxmlformats.org/officeDocument/2006/relationships/slide" Target="slide35.xml"/><Relationship Id="rIdNav6" Type="http://schemas.openxmlformats.org/officeDocument/2006/relationships/slide" Target="slide120.xml"/><Relationship Id="rIdNav7" Type="http://schemas.openxmlformats.org/officeDocument/2006/relationships/slide" Target="slide122.xml"/><Relationship Id="rIdNav8" Type="http://schemas.openxmlformats.org/officeDocument/2006/relationships/slide" Target="slide124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5a925a9b65f4087"/><Relationship Type="http://schemas.openxmlformats.org/officeDocument/2006/relationships/notesSlide" Target="/ppt/notesSlides/notesSlide35.xml" Id="R8f046728df6a4ae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4.xml"/><Relationship Id="rIdNav5" Type="http://schemas.openxmlformats.org/officeDocument/2006/relationships/slide" Target="slide36.xml"/><Relationship Id="rIdNav6" Type="http://schemas.openxmlformats.org/officeDocument/2006/relationships/slide" Target="slide120.xml"/><Relationship Id="rIdNav7" Type="http://schemas.openxmlformats.org/officeDocument/2006/relationships/slide" Target="slide122.xml"/><Relationship Id="rIdNav8" Type="http://schemas.openxmlformats.org/officeDocument/2006/relationships/slide" Target="slide124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20b285ad1d541af"/><Relationship Type="http://schemas.openxmlformats.org/officeDocument/2006/relationships/image" Target="/ppt/media/image17.png" Id="Rdf74b5452e0549a0"/><Relationship Type="http://schemas.openxmlformats.org/officeDocument/2006/relationships/notesSlide" Target="/ppt/notesSlides/notesSlide36.xml" Id="R3b84e63f477743a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4.xml"/><Relationship Id="rIdNav5" Type="http://schemas.openxmlformats.org/officeDocument/2006/relationships/slide" Target="slide37.xml"/><Relationship Id="rIdNav6" Type="http://schemas.openxmlformats.org/officeDocument/2006/relationships/slide" Target="slide126.xml"/><Relationship Id="rIdNav7" Type="http://schemas.openxmlformats.org/officeDocument/2006/relationships/slide" Target="slide128.xml"/><Relationship Id="rIdNav8" Type="http://schemas.openxmlformats.org/officeDocument/2006/relationships/slide" Target="slide130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8d8c290f5bd4cd1"/><Relationship Type="http://schemas.openxmlformats.org/officeDocument/2006/relationships/notesSlide" Target="/ppt/notesSlides/notesSlide37.xml" Id="Rd80ddd74a6c2438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6.xml"/><Relationship Id="rIdNav5" Type="http://schemas.openxmlformats.org/officeDocument/2006/relationships/slide" Target="slide38.xml"/><Relationship Id="rIdNav6" Type="http://schemas.openxmlformats.org/officeDocument/2006/relationships/slide" Target="slide126.xml"/><Relationship Id="rIdNav7" Type="http://schemas.openxmlformats.org/officeDocument/2006/relationships/slide" Target="slide128.xml"/><Relationship Id="rIdNav8" Type="http://schemas.openxmlformats.org/officeDocument/2006/relationships/slide" Target="slide130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a690b5fc3314d5d"/><Relationship Type="http://schemas.openxmlformats.org/officeDocument/2006/relationships/image" Target="/ppt/media/image18.png" Id="Rbeab21e122654fa0"/><Relationship Type="http://schemas.openxmlformats.org/officeDocument/2006/relationships/notesSlide" Target="/ppt/notesSlides/notesSlide38.xml" Id="Rb023ec67cca0490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6.xml"/><Relationship Id="rIdNav5" Type="http://schemas.openxmlformats.org/officeDocument/2006/relationships/slide" Target="slide39.xml"/><Relationship Id="rIdNav6" Type="http://schemas.openxmlformats.org/officeDocument/2006/relationships/slide" Target="slide132.xml"/><Relationship Id="rIdNav7" Type="http://schemas.openxmlformats.org/officeDocument/2006/relationships/slide" Target="slide134.xml"/><Relationship Id="rIdNav8" Type="http://schemas.openxmlformats.org/officeDocument/2006/relationships/slide" Target="slide136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8739722a8b4784"/><Relationship Type="http://schemas.openxmlformats.org/officeDocument/2006/relationships/image" Target="/ppt/media/image19.png" Id="R29d8dd110c1540aa"/><Relationship Type="http://schemas.openxmlformats.org/officeDocument/2006/relationships/notesSlide" Target="/ppt/notesSlides/notesSlide39.xml" Id="Rdc5bb58db6a6484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40.xml"/><Relationship Id="rIdNav6" Type="http://schemas.openxmlformats.org/officeDocument/2006/relationships/slide" Target="slide132.xml"/><Relationship Id="rIdNav7" Type="http://schemas.openxmlformats.org/officeDocument/2006/relationships/slide" Target="slide134.xml"/><Relationship Id="rIdNav8" Type="http://schemas.openxmlformats.org/officeDocument/2006/relationships/slide" Target="slide136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e6279ea9a584550"/><Relationship Type="http://schemas.openxmlformats.org/officeDocument/2006/relationships/notesSlide" Target="/ppt/notesSlides/notesSlide40.xml" Id="Ref49efcd1bd14be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9.xml"/><Relationship Id="rIdNav5" Type="http://schemas.openxmlformats.org/officeDocument/2006/relationships/slide" Target="slide41.xml"/><Relationship Id="rIdNav6" Type="http://schemas.openxmlformats.org/officeDocument/2006/relationships/slide" Target="slide132.xml"/><Relationship Id="rIdNav7" Type="http://schemas.openxmlformats.org/officeDocument/2006/relationships/slide" Target="slide134.xml"/><Relationship Id="rIdNav8" Type="http://schemas.openxmlformats.org/officeDocument/2006/relationships/slide" Target="slide136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c704124560645c0"/><Relationship Type="http://schemas.openxmlformats.org/officeDocument/2006/relationships/image" Target="/ppt/media/image20.png" Id="Ra42fc46315bc40d7"/><Relationship Type="http://schemas.openxmlformats.org/officeDocument/2006/relationships/notesSlide" Target="/ppt/notesSlides/notesSlide41.xml" Id="R05c2ec977f874c3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7.xml"/><Relationship Id="rIdNav6" Type="http://schemas.openxmlformats.org/officeDocument/2006/relationships/slide" Target="slide138.xml"/><Relationship Id="rIdNav7" Type="http://schemas.openxmlformats.org/officeDocument/2006/relationships/slide" Target="slide140.xml"/><Relationship Id="rIdNav8" Type="http://schemas.openxmlformats.org/officeDocument/2006/relationships/slide" Target="slide142.xml"/><Relationship Id="rIdNav9" Type="http://schemas.openxmlformats.org/officeDocument/2006/relationships/slide" Target="slide30.xml"/><Relationship Id="rIdNav10" Type="http://schemas.openxmlformats.org/officeDocument/2006/relationships/slide" Target="slide32.xml"/><Relationship Id="rIdNav11" Type="http://schemas.openxmlformats.org/officeDocument/2006/relationships/slide" Target="slide34.xml"/><Relationship Id="rIdNav12" Type="http://schemas.openxmlformats.org/officeDocument/2006/relationships/slide" Target="slide36.xml"/><Relationship Id="rIdNav13" Type="http://schemas.openxmlformats.org/officeDocument/2006/relationships/slide" Target="slide38.xml"/><Relationship Id="rIdNav14" Type="http://schemas.openxmlformats.org/officeDocument/2006/relationships/slide" Target="slide41.xml"/><Relationship Id="rIdNav15" Type="http://schemas.openxmlformats.org/officeDocument/2006/relationships/slide" Target="slide60.xml"/><Relationship Id="rIdNav16" Type="http://schemas.openxmlformats.org/officeDocument/2006/relationships/slide" Target="slide61.xml"/><Relationship Id="rIdNav17" Type="http://schemas.openxmlformats.org/officeDocument/2006/relationships/slide" Target="slide62.xml"/><Relationship Id="rIdNav18" Type="http://schemas.openxmlformats.org/officeDocument/2006/relationships/slide" Target="slide63.xml"/><Relationship Id="rIdNav19" Type="http://schemas.openxmlformats.org/officeDocument/2006/relationships/slide" Target="slide41.xml"/><Relationship Id="rIdNav20" Type="http://schemas.openxmlformats.org/officeDocument/2006/relationships/slide" Target="slide160.xml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e65157605d748e4"/><Relationship Type="http://schemas.openxmlformats.org/officeDocument/2006/relationships/image" Target="/ppt/media/image21.png" Id="R73a7252a33144260"/><Relationship Type="http://schemas.openxmlformats.org/officeDocument/2006/relationships/notesSlide" Target="/ppt/notesSlides/notesSlide42.xml" Id="R620c5a507ba8429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3.xml"/><Relationship Id="rIdNav5" Type="http://schemas.openxmlformats.org/officeDocument/2006/relationships/slide" Target="slide42.xml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01c55eba6dc46bc"/><Relationship Type="http://schemas.openxmlformats.org/officeDocument/2006/relationships/image" Target="/ppt/media/image22.png" Id="Rc2fe625c95214750"/><Relationship Type="http://schemas.openxmlformats.org/officeDocument/2006/relationships/notesSlide" Target="/ppt/notesSlides/notesSlide43.xml" Id="R596096e2fc66404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2.xml"/><Relationship Id="rIdNav5" Type="http://schemas.openxmlformats.org/officeDocument/2006/relationships/slide" Target="slide44.xml"/><Relationship Id="rIdNav6" Type="http://schemas.openxmlformats.org/officeDocument/2006/relationships/slide" Target="slide43.xml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8bf041433fb45c9"/><Relationship Type="http://schemas.openxmlformats.org/officeDocument/2006/relationships/notesSlide" Target="/ppt/notesSlides/notesSlide44.xml" Id="R4e147f9826cb42e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3.xml"/><Relationship Id="rIdNav5" Type="http://schemas.openxmlformats.org/officeDocument/2006/relationships/slide" Target="slide45.xml"/><Relationship Id="rIdNav6" Type="http://schemas.openxmlformats.org/officeDocument/2006/relationships/slide" Target="slide43.xml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65c39f238ac471d"/><Relationship Type="http://schemas.openxmlformats.org/officeDocument/2006/relationships/image" Target="/ppt/media/image23.png" Id="R5370926644a64d7b"/><Relationship Type="http://schemas.openxmlformats.org/officeDocument/2006/relationships/notesSlide" Target="/ppt/notesSlides/notesSlide45.xml" Id="R61783bc821f04ea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3.xml"/><Relationship Id="rIdNav5" Type="http://schemas.openxmlformats.org/officeDocument/2006/relationships/slide" Target="slide46.xml"/><Relationship Id="rIdNav6" Type="http://schemas.openxmlformats.org/officeDocument/2006/relationships/slide" Target="slide144.xml"/><Relationship Id="rIdNav7" Type="http://schemas.openxmlformats.org/officeDocument/2006/relationships/slide" Target="slide146.xml"/><Relationship Id="rIdNav8" Type="http://schemas.openxmlformats.org/officeDocument/2006/relationships/slide" Target="slide45.xml"/><Relationship Id="rIdNav9" Type="http://schemas.openxmlformats.org/officeDocument/2006/relationships/slide" Target="slide48.xml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2d5097e50264293"/><Relationship Type="http://schemas.openxmlformats.org/officeDocument/2006/relationships/notesSlide" Target="/ppt/notesSlides/notesSlide46.xml" Id="R65a312e9a02b4e9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5.xml"/><Relationship Id="rIdNav5" Type="http://schemas.openxmlformats.org/officeDocument/2006/relationships/slide" Target="slide47.xml"/><Relationship Id="rIdNav6" Type="http://schemas.openxmlformats.org/officeDocument/2006/relationships/slide" Target="slide144.xml"/><Relationship Id="rIdNav7" Type="http://schemas.openxmlformats.org/officeDocument/2006/relationships/slide" Target="slide146.xml"/><Relationship Id="rIdNav8" Type="http://schemas.openxmlformats.org/officeDocument/2006/relationships/slide" Target="slide45.xml"/><Relationship Id="rIdNav9" Type="http://schemas.openxmlformats.org/officeDocument/2006/relationships/slide" Target="slide48.xml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4a0de270f1944f7"/><Relationship Type="http://schemas.openxmlformats.org/officeDocument/2006/relationships/notesSlide" Target="/ppt/notesSlides/notesSlide47.xml" Id="R46b1e51876a443a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6.xml"/><Relationship Id="rIdNav5" Type="http://schemas.openxmlformats.org/officeDocument/2006/relationships/slide" Target="slide48.xml"/><Relationship Id="rIdNav6" Type="http://schemas.openxmlformats.org/officeDocument/2006/relationships/slide" Target="slide144.xml"/><Relationship Id="rIdNav7" Type="http://schemas.openxmlformats.org/officeDocument/2006/relationships/slide" Target="slide146.xml"/><Relationship Id="rIdNav8" Type="http://schemas.openxmlformats.org/officeDocument/2006/relationships/slide" Target="slide45.xml"/><Relationship Id="rIdNav9" Type="http://schemas.openxmlformats.org/officeDocument/2006/relationships/slide" Target="slide48.xml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f443ce4ed084b5f"/><Relationship Type="http://schemas.openxmlformats.org/officeDocument/2006/relationships/image" Target="/ppt/media/image24.png" Id="R3ad8f710f1e74e28"/><Relationship Type="http://schemas.openxmlformats.org/officeDocument/2006/relationships/notesSlide" Target="/ppt/notesSlides/notesSlide48.xml" Id="R8b2a8cc7139b495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5.xml"/><Relationship Id="rIdNav5" Type="http://schemas.openxmlformats.org/officeDocument/2006/relationships/slide" Target="slide49.xml"/><Relationship Id="rIdNav6" Type="http://schemas.openxmlformats.org/officeDocument/2006/relationships/slide" Target="slide148.xml"/><Relationship Id="rIdNav7" Type="http://schemas.openxmlformats.org/officeDocument/2006/relationships/slide" Target="slide150.xml"/><Relationship Id="rIdNav8" Type="http://schemas.openxmlformats.org/officeDocument/2006/relationships/slide" Target="slide45.xml"/><Relationship Id="rIdNav9" Type="http://schemas.openxmlformats.org/officeDocument/2006/relationships/slide" Target="slide48.xml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42cbdc1c2f145fb"/><Relationship Type="http://schemas.openxmlformats.org/officeDocument/2006/relationships/notesSlide" Target="/ppt/notesSlides/notesSlide49.xml" Id="R531e2c09190d471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7.xml"/><Relationship Id="rIdNav4" Type="http://schemas.openxmlformats.org/officeDocument/2006/relationships/slide" Target="slide48.xml"/><Relationship Id="rIdNav5" Type="http://schemas.openxmlformats.org/officeDocument/2006/relationships/slide" Target="slide8.xml"/><Relationship Id="rIdNav6" Type="http://schemas.openxmlformats.org/officeDocument/2006/relationships/slide" Target="slide148.xml"/><Relationship Id="rIdNav7" Type="http://schemas.openxmlformats.org/officeDocument/2006/relationships/slide" Target="slide150.xml"/><Relationship Id="rIdNav8" Type="http://schemas.openxmlformats.org/officeDocument/2006/relationships/slide" Target="slide45.xml"/><Relationship Id="rIdNav9" Type="http://schemas.openxmlformats.org/officeDocument/2006/relationships/slide" Target="slide48.xml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4f01326696248df"/><Relationship Type="http://schemas.openxmlformats.org/officeDocument/2006/relationships/image" Target="/ppt/media/image25.png" Id="R3d207c1993454ea3"/><Relationship Type="http://schemas.openxmlformats.org/officeDocument/2006/relationships/notesSlide" Target="/ppt/notesSlides/notesSlide50.xml" Id="Rf32a4a5fc1434dc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1.xml"/><Relationship Id="rIdNav5" Type="http://schemas.openxmlformats.org/officeDocument/2006/relationships/slide" Target="slide50.xml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613754a4f884427"/><Relationship Type="http://schemas.openxmlformats.org/officeDocument/2006/relationships/notesSlide" Target="/ppt/notesSlides/notesSlide51.xml" Id="R097efd84042b485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0.xml"/><Relationship Id="rIdNav5" Type="http://schemas.openxmlformats.org/officeDocument/2006/relationships/slide" Target="slide52.xml"/><Relationship Id="rIdNav6" Type="http://schemas.openxmlformats.org/officeDocument/2006/relationships/slide" Target="slide50.xml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a0ce47614f04871"/><Relationship Type="http://schemas.openxmlformats.org/officeDocument/2006/relationships/notesSlide" Target="/ppt/notesSlides/notesSlide52.xml" Id="R5475d98c0be644c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1.xml"/><Relationship Id="rIdNav5" Type="http://schemas.openxmlformats.org/officeDocument/2006/relationships/slide" Target="slide53.xml"/><Relationship Id="rIdNav6" Type="http://schemas.openxmlformats.org/officeDocument/2006/relationships/slide" Target="slide50.xml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c6f0fa5c0ed4578"/><Relationship Type="http://schemas.openxmlformats.org/officeDocument/2006/relationships/notesSlide" Target="/ppt/notesSlides/notesSlide53.xml" Id="Rfc43aeca82e04b5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2.xml"/><Relationship Id="rIdNav5" Type="http://schemas.openxmlformats.org/officeDocument/2006/relationships/slide" Target="slide54.xml"/><Relationship Id="rIdNav6" Type="http://schemas.openxmlformats.org/officeDocument/2006/relationships/slide" Target="slide50.xml"/></Relationships>
</file>

<file path=ppt/slides/_rels/slide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941a99a9e934fb8"/><Relationship Type="http://schemas.openxmlformats.org/officeDocument/2006/relationships/image" Target="/ppt/media/image26.png" Id="Ref63274567c340e1"/><Relationship Type="http://schemas.openxmlformats.org/officeDocument/2006/relationships/notesSlide" Target="/ppt/notesSlides/notesSlide54.xml" Id="R6cce847962834a1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0.xml"/><Relationship Id="rIdNav5" Type="http://schemas.openxmlformats.org/officeDocument/2006/relationships/slide" Target="slide55.xml"/><Relationship Id="rIdNav6" Type="http://schemas.openxmlformats.org/officeDocument/2006/relationships/slide" Target="slide152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bc2df67d485475d"/><Relationship Type="http://schemas.openxmlformats.org/officeDocument/2006/relationships/notesSlide" Target="/ppt/notesSlides/notesSlide55.xml" Id="R78a66282d99241a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4.xml"/><Relationship Id="rIdNav5" Type="http://schemas.openxmlformats.org/officeDocument/2006/relationships/slide" Target="slide56.xml"/><Relationship Id="rIdNav6" Type="http://schemas.openxmlformats.org/officeDocument/2006/relationships/slide" Target="slide152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9d69028208e4b96"/><Relationship Type="http://schemas.openxmlformats.org/officeDocument/2006/relationships/notesSlide" Target="/ppt/notesSlides/notesSlide56.xml" Id="Rfe9691c798854fa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5.xml"/><Relationship Id="rIdNav5" Type="http://schemas.openxmlformats.org/officeDocument/2006/relationships/slide" Target="slide57.xml"/><Relationship Id="rIdNav6" Type="http://schemas.openxmlformats.org/officeDocument/2006/relationships/slide" Target="slide152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dc18eec0bca4f61"/><Relationship Type="http://schemas.openxmlformats.org/officeDocument/2006/relationships/notesSlide" Target="/ppt/notesSlides/notesSlide57.xml" Id="Ra9307733d85f442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6.xml"/><Relationship Id="rIdNav5" Type="http://schemas.openxmlformats.org/officeDocument/2006/relationships/slide" Target="slide58.xml"/><Relationship Id="rIdNav6" Type="http://schemas.openxmlformats.org/officeDocument/2006/relationships/slide" Target="slide152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9be0dc1ec04351"/><Relationship Type="http://schemas.openxmlformats.org/officeDocument/2006/relationships/image" Target="/ppt/media/image27.png" Id="Rb7cf3c162bcd4874"/><Relationship Type="http://schemas.openxmlformats.org/officeDocument/2006/relationships/notesSlide" Target="/ppt/notesSlides/notesSlide58.xml" Id="R0581d0d8cd414bd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4.xml"/><Relationship Id="rIdNav5" Type="http://schemas.openxmlformats.org/officeDocument/2006/relationships/slide" Target="slide59.xml"/><Relationship Id="rIdNav6" Type="http://schemas.openxmlformats.org/officeDocument/2006/relationships/slide" Target="slide156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19687c9146f47c6"/><Relationship Type="http://schemas.openxmlformats.org/officeDocument/2006/relationships/notesSlide" Target="/ppt/notesSlides/notesSlide59.xml" Id="R9d13583c30ca41a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8.xml"/><Relationship Id="rIdNav4" Type="http://schemas.openxmlformats.org/officeDocument/2006/relationships/slide" Target="slide58.xml"/><Relationship Id="rIdNav5" Type="http://schemas.openxmlformats.org/officeDocument/2006/relationships/slide" Target="slide9.xml"/><Relationship Id="rIdNav6" Type="http://schemas.openxmlformats.org/officeDocument/2006/relationships/slide" Target="slide156.xml"/><Relationship Id="rIdNav7" Type="http://schemas.openxmlformats.org/officeDocument/2006/relationships/slide" Target="slide54.xml"/><Relationship Id="rIdNav8" Type="http://schemas.openxmlformats.org/officeDocument/2006/relationships/slide" Target="slide58.xml"/></Relationships>
</file>

<file path=ppt/slides/_rels/slide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9208cb5e63d4eaa"/><Relationship Type="http://schemas.openxmlformats.org/officeDocument/2006/relationships/image" Target="/ppt/media/image28.png" Id="R826df7465e8d4ea7"/><Relationship Type="http://schemas.openxmlformats.org/officeDocument/2006/relationships/notesSlide" Target="/ppt/notesSlides/notesSlide60.xml" Id="R2a5d3ffc97384cf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7.xml"/><Relationship Id="rIdNav6" Type="http://schemas.openxmlformats.org/officeDocument/2006/relationships/slide" Target="slide60.xml"/><Relationship Id="rIdNav7" Type="http://schemas.openxmlformats.org/officeDocument/2006/relationships/slide" Target="slide61.xml"/><Relationship Id="rIdNav8" Type="http://schemas.openxmlformats.org/officeDocument/2006/relationships/slide" Target="slide62.xml"/><Relationship Id="rIdNav9" Type="http://schemas.openxmlformats.org/officeDocument/2006/relationships/slide" Target="slide63.xml"/><Relationship Id="rIdNav10" Type="http://schemas.openxmlformats.org/officeDocument/2006/relationships/slide" Target="slide41.xml"/><Relationship Id="rIdNav11" Type="http://schemas.openxmlformats.org/officeDocument/2006/relationships/slide" Target="slide138.xml"/></Relationships>
</file>

<file path=ppt/slides/_rels/slide6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8aabbaf73b34016"/><Relationship Type="http://schemas.openxmlformats.org/officeDocument/2006/relationships/image" Target="/ppt/media/image29.png" Id="Rdd5c73d879004aac"/><Relationship Type="http://schemas.openxmlformats.org/officeDocument/2006/relationships/notesSlide" Target="/ppt/notesSlides/notesSlide61.xml" Id="Rf048acfee9e7409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7.xml"/><Relationship Id="rIdNav6" Type="http://schemas.openxmlformats.org/officeDocument/2006/relationships/slide" Target="slide60.xml"/><Relationship Id="rIdNav7" Type="http://schemas.openxmlformats.org/officeDocument/2006/relationships/slide" Target="slide61.xml"/><Relationship Id="rIdNav8" Type="http://schemas.openxmlformats.org/officeDocument/2006/relationships/slide" Target="slide62.xml"/><Relationship Id="rIdNav9" Type="http://schemas.openxmlformats.org/officeDocument/2006/relationships/slide" Target="slide63.xml"/><Relationship Id="rIdNav10" Type="http://schemas.openxmlformats.org/officeDocument/2006/relationships/slide" Target="slide41.xml"/><Relationship Id="rIdNav11" Type="http://schemas.openxmlformats.org/officeDocument/2006/relationships/slide" Target="slide138.xml"/></Relationships>
</file>

<file path=ppt/slides/_rels/slide6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b884c9649884ad3"/><Relationship Type="http://schemas.openxmlformats.org/officeDocument/2006/relationships/image" Target="/ppt/media/image30.png" Id="R098acd96568b47b5"/><Relationship Type="http://schemas.openxmlformats.org/officeDocument/2006/relationships/notesSlide" Target="/ppt/notesSlides/notesSlide62.xml" Id="Reb8e7bc5d3f446c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7.xml"/><Relationship Id="rIdNav6" Type="http://schemas.openxmlformats.org/officeDocument/2006/relationships/slide" Target="slide60.xml"/><Relationship Id="rIdNav7" Type="http://schemas.openxmlformats.org/officeDocument/2006/relationships/slide" Target="slide61.xml"/><Relationship Id="rIdNav8" Type="http://schemas.openxmlformats.org/officeDocument/2006/relationships/slide" Target="slide62.xml"/><Relationship Id="rIdNav9" Type="http://schemas.openxmlformats.org/officeDocument/2006/relationships/slide" Target="slide63.xml"/><Relationship Id="rIdNav10" Type="http://schemas.openxmlformats.org/officeDocument/2006/relationships/slide" Target="slide41.xml"/><Relationship Id="rIdNav11" Type="http://schemas.openxmlformats.org/officeDocument/2006/relationships/slide" Target="slide138.xml"/></Relationships>
</file>

<file path=ppt/slides/_rels/slide6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89a812a2e6345f7"/><Relationship Type="http://schemas.openxmlformats.org/officeDocument/2006/relationships/image" Target="/ppt/media/image31.png" Id="Re5eedf0740224b0d"/><Relationship Type="http://schemas.openxmlformats.org/officeDocument/2006/relationships/notesSlide" Target="/ppt/notesSlides/notesSlide63.xml" Id="Re9d21bddde7a495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6.xml"/><Relationship Id="rIdNav4" Type="http://schemas.openxmlformats.org/officeDocument/2006/relationships/slide" Target="slide38.xml"/><Relationship Id="rIdNav5" Type="http://schemas.openxmlformats.org/officeDocument/2006/relationships/slide" Target="slide7.xml"/><Relationship Id="rIdNav6" Type="http://schemas.openxmlformats.org/officeDocument/2006/relationships/slide" Target="slide60.xml"/><Relationship Id="rIdNav7" Type="http://schemas.openxmlformats.org/officeDocument/2006/relationships/slide" Target="slide61.xml"/><Relationship Id="rIdNav8" Type="http://schemas.openxmlformats.org/officeDocument/2006/relationships/slide" Target="slide62.xml"/><Relationship Id="rIdNav9" Type="http://schemas.openxmlformats.org/officeDocument/2006/relationships/slide" Target="slide63.xml"/><Relationship Id="rIdNav10" Type="http://schemas.openxmlformats.org/officeDocument/2006/relationships/slide" Target="slide41.xml"/><Relationship Id="rIdNav11" Type="http://schemas.openxmlformats.org/officeDocument/2006/relationships/slide" Target="slide138.xml"/></Relationships>
</file>

<file path=ppt/slides/_rels/slide6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7e67f70fb1444f9"/><Relationship Type="http://schemas.openxmlformats.org/officeDocument/2006/relationships/notesSlide" Target="/ppt/notesSlides/notesSlide64.xml" Id="Rb45eb6a394c34de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65.xml"/></Relationships>
</file>

<file path=ppt/slides/_rels/slide6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7e44b808dd847a0"/><Relationship Type="http://schemas.openxmlformats.org/officeDocument/2006/relationships/notesSlide" Target="/ppt/notesSlides/notesSlide65.xml" Id="R0e4348a57361458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12.xml"/></Relationships>
</file>

<file path=ppt/slides/_rels/slide6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397e92369d42e8"/><Relationship Type="http://schemas.openxmlformats.org/officeDocument/2006/relationships/notesSlide" Target="/ppt/notesSlides/notesSlide66.xml" Id="R09cc314859df4d7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67.xml"/></Relationships>
</file>

<file path=ppt/slides/_rels/slide6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d38615adb4f4260"/><Relationship Type="http://schemas.openxmlformats.org/officeDocument/2006/relationships/notesSlide" Target="/ppt/notesSlides/notesSlide67.xml" Id="Rdd678dfd63db4f1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12.xml"/></Relationships>
</file>

<file path=ppt/slides/_rels/slide6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10ae4110874899"/><Relationship Type="http://schemas.openxmlformats.org/officeDocument/2006/relationships/notesSlide" Target="/ppt/notesSlides/notesSlide68.xml" Id="Rb3db7bdfbbd44ca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69.xml"/></Relationships>
</file>

<file path=ppt/slides/_rels/slide6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6ca0ab6927e49b8"/><Relationship Type="http://schemas.openxmlformats.org/officeDocument/2006/relationships/notesSlide" Target="/ppt/notesSlides/notesSlide69.xml" Id="R262d55741aba466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70.xml"/></Relationships>
</file>

<file path=ppt/slides/_rels/slide7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67777e122a34b52"/><Relationship Type="http://schemas.openxmlformats.org/officeDocument/2006/relationships/notesSlide" Target="/ppt/notesSlides/notesSlide70.xml" Id="R5a913a5464cd448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71.xml"/></Relationships>
</file>

<file path=ppt/slides/_rels/slide7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453c57171704eb0"/><Relationship Type="http://schemas.openxmlformats.org/officeDocument/2006/relationships/notesSlide" Target="/ppt/notesSlides/notesSlide71.xml" Id="R7174f294b25f421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68.xml"/><Relationship Id="rIdNav5" Type="http://schemas.openxmlformats.org/officeDocument/2006/relationships/slide" Target="slide72.xml"/></Relationships>
</file>

<file path=ppt/slides/_rels/slide7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0ddb722e3464786"/><Relationship Type="http://schemas.openxmlformats.org/officeDocument/2006/relationships/image" Target="/ppt/media/image32.png" Id="R9ca60ecda7614aa9"/><Relationship Type="http://schemas.openxmlformats.org/officeDocument/2006/relationships/notesSlide" Target="/ppt/notesSlides/notesSlide72.xml" Id="R9d40746f82d8404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68.xml"/><Relationship Id="rIdNav5" Type="http://schemas.openxmlformats.org/officeDocument/2006/relationships/slide" Target="slide73.xml"/></Relationships>
</file>

<file path=ppt/slides/_rels/slide7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70f187788f548a1"/><Relationship Type="http://schemas.openxmlformats.org/officeDocument/2006/relationships/notesSlide" Target="/ppt/notesSlides/notesSlide73.xml" Id="R112a9c0d64f546b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71.xml"/><Relationship Id="rIdNav5" Type="http://schemas.openxmlformats.org/officeDocument/2006/relationships/slide" Target="slide74.xml"/></Relationships>
</file>

<file path=ppt/slides/_rels/slide7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2635ff0ca6b4203"/><Relationship Type="http://schemas.openxmlformats.org/officeDocument/2006/relationships/notesSlide" Target="/ppt/notesSlides/notesSlide74.xml" Id="Rd3acab1d3996449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2.xml"/><Relationship Id="rIdNav4" Type="http://schemas.openxmlformats.org/officeDocument/2006/relationships/slide" Target="slide71.xml"/><Relationship Id="rIdNav5" Type="http://schemas.openxmlformats.org/officeDocument/2006/relationships/slide" Target="slide12.xml"/></Relationships>
</file>

<file path=ppt/slides/_rels/slide7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6def1324ae84b23"/><Relationship Type="http://schemas.openxmlformats.org/officeDocument/2006/relationships/notesSlide" Target="/ppt/notesSlides/notesSlide75.xml" Id="Rba5f4a9f83e0424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4.xml"/><Relationship Id="rIdNav4" Type="http://schemas.openxmlformats.org/officeDocument/2006/relationships/slide" Target="slide76.xml"/></Relationships>
</file>

<file path=ppt/slides/_rels/slide7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ad9f1f5f6a44fc"/><Relationship Type="http://schemas.openxmlformats.org/officeDocument/2006/relationships/notesSlide" Target="/ppt/notesSlides/notesSlide76.xml" Id="Rc597d2b8cd3c448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4.xml"/><Relationship Id="rIdNav4" Type="http://schemas.openxmlformats.org/officeDocument/2006/relationships/slide" Target="slide14.xml"/></Relationships>
</file>

<file path=ppt/slides/_rels/slide7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4da55f678f14dde"/><Relationship Type="http://schemas.openxmlformats.org/officeDocument/2006/relationships/notesSlide" Target="/ppt/notesSlides/notesSlide77.xml" Id="R491a38fb4e7f4bc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4.xml"/><Relationship Id="rIdNav4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4973cc1f0544741"/><Relationship Type="http://schemas.openxmlformats.org/officeDocument/2006/relationships/notesSlide" Target="/ppt/notesSlides/notesSlide78.xml" Id="R725a388b8ac54e5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4.xml"/><Relationship Id="rIdNav4" Type="http://schemas.openxmlformats.org/officeDocument/2006/relationships/slide" Target="slide14.xml"/></Relationships>
</file>

<file path=ppt/slides/_rels/slide7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a20cc62c6f444d7"/><Relationship Type="http://schemas.openxmlformats.org/officeDocument/2006/relationships/notesSlide" Target="/ppt/notesSlides/notesSlide79.xml" Id="R31165dedcd8545f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6.xml"/><Relationship Id="rIdNav4" Type="http://schemas.openxmlformats.org/officeDocument/2006/relationships/slide" Target="slide80.xml"/></Relationships>
</file>

<file path=ppt/slides/_rels/slide8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e84b8b3f2984e80"/><Relationship Type="http://schemas.openxmlformats.org/officeDocument/2006/relationships/notesSlide" Target="/ppt/notesSlides/notesSlide80.xml" Id="Rf37b51df9c984bc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6.xml"/><Relationship Id="rIdNav4" Type="http://schemas.openxmlformats.org/officeDocument/2006/relationships/slide" Target="slide16.xml"/></Relationships>
</file>

<file path=ppt/slides/_rels/slide8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4ba5b66f5840be"/><Relationship Type="http://schemas.openxmlformats.org/officeDocument/2006/relationships/notesSlide" Target="/ppt/notesSlides/notesSlide81.xml" Id="Rb457a70e0de0441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6.xml"/><Relationship Id="rIdNav4" Type="http://schemas.openxmlformats.org/officeDocument/2006/relationships/slide" Target="slide82.xml"/></Relationships>
</file>

<file path=ppt/slides/_rels/slide8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9d77d9f60f64ae2"/><Relationship Type="http://schemas.openxmlformats.org/officeDocument/2006/relationships/notesSlide" Target="/ppt/notesSlides/notesSlide82.xml" Id="Re07055088a94489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5.xml"/><Relationship Id="rIdNav3" Type="http://schemas.openxmlformats.org/officeDocument/2006/relationships/slide" Target="slide16.xml"/><Relationship Id="rIdNav4" Type="http://schemas.openxmlformats.org/officeDocument/2006/relationships/slide" Target="slide16.xml"/></Relationships>
</file>

<file path=ppt/slides/_rels/slide8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e4749a18a294de7"/><Relationship Type="http://schemas.openxmlformats.org/officeDocument/2006/relationships/notesSlide" Target="/ppt/notesSlides/notesSlide83.xml" Id="Re1bf1769223a46bb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0.xml"/><Relationship Id="rIdNav4" Type="http://schemas.openxmlformats.org/officeDocument/2006/relationships/slide" Target="slide84.xml"/></Relationships>
</file>

<file path=ppt/slides/_rels/slide8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341660df21f40cb"/><Relationship Type="http://schemas.openxmlformats.org/officeDocument/2006/relationships/notesSlide" Target="/ppt/notesSlides/notesSlide84.xml" Id="R2168e794611b4b9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0.xml"/><Relationship Id="rIdNav4" Type="http://schemas.openxmlformats.org/officeDocument/2006/relationships/slide" Target="slide20.xml"/></Relationships>
</file>

<file path=ppt/slides/_rels/slide8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234c88665f8459d"/><Relationship Type="http://schemas.openxmlformats.org/officeDocument/2006/relationships/notesSlide" Target="/ppt/notesSlides/notesSlide85.xml" Id="R1ab16181d179433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0.xml"/><Relationship Id="rIdNav4" Type="http://schemas.openxmlformats.org/officeDocument/2006/relationships/slide" Target="slide86.xml"/></Relationships>
</file>

<file path=ppt/slides/_rels/slide8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fe5169b4f90491a"/><Relationship Type="http://schemas.openxmlformats.org/officeDocument/2006/relationships/notesSlide" Target="/ppt/notesSlides/notesSlide86.xml" Id="R43f8e1db46b2430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0.xml"/><Relationship Id="rIdNav4" Type="http://schemas.openxmlformats.org/officeDocument/2006/relationships/slide" Target="slide87.xml"/></Relationships>
</file>

<file path=ppt/slides/_rels/slide8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8a4359a15cc4dd6"/><Relationship Type="http://schemas.openxmlformats.org/officeDocument/2006/relationships/notesSlide" Target="/ppt/notesSlides/notesSlide87.xml" Id="R4bfc0ef9a563406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0.xml"/><Relationship Id="rIdNav4" Type="http://schemas.openxmlformats.org/officeDocument/2006/relationships/slide" Target="slide20.xml"/></Relationships>
</file>

<file path=ppt/slides/_rels/slide8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313164bf2ef4b63"/><Relationship Type="http://schemas.openxmlformats.org/officeDocument/2006/relationships/notesSlide" Target="/ppt/notesSlides/notesSlide88.xml" Id="R394dfadf837a470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2.xml"/><Relationship Id="rIdNav4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88591a0136944c3"/><Relationship Type="http://schemas.openxmlformats.org/officeDocument/2006/relationships/notesSlide" Target="/ppt/notesSlides/notesSlide89.xml" Id="R3fd85cf468134fb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2.xml"/><Relationship Id="rIdNav4" Type="http://schemas.openxmlformats.org/officeDocument/2006/relationships/slide" Target="slide22.xml"/></Relationships>
</file>

<file path=ppt/slides/_rels/slide9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011524834fa421f"/><Relationship Type="http://schemas.openxmlformats.org/officeDocument/2006/relationships/notesSlide" Target="/ppt/notesSlides/notesSlide90.xml" Id="R579c5479702646f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2.xml"/><Relationship Id="rIdNav4" Type="http://schemas.openxmlformats.org/officeDocument/2006/relationships/slide" Target="slide91.xml"/></Relationships>
</file>

<file path=ppt/slides/_rels/slide9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fa0cd36d37a48a3"/><Relationship Type="http://schemas.openxmlformats.org/officeDocument/2006/relationships/notesSlide" Target="/ppt/notesSlides/notesSlide91.xml" Id="Re368572a530e42c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2.xml"/><Relationship Id="rIdNav4" Type="http://schemas.openxmlformats.org/officeDocument/2006/relationships/slide" Target="slide92.xml"/></Relationships>
</file>

<file path=ppt/slides/_rels/slide9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1862f97efba4237"/><Relationship Type="http://schemas.openxmlformats.org/officeDocument/2006/relationships/notesSlide" Target="/ppt/notesSlides/notesSlide92.xml" Id="R6217c7f4ade5422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2.xml"/><Relationship Id="rIdNav4" Type="http://schemas.openxmlformats.org/officeDocument/2006/relationships/slide" Target="slide22.xml"/></Relationships>
</file>

<file path=ppt/slides/_rels/slide9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17a0a838fbc4969"/><Relationship Type="http://schemas.openxmlformats.org/officeDocument/2006/relationships/notesSlide" Target="/ppt/notesSlides/notesSlide93.xml" Id="Re59a532b849a4f2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4.xml"/><Relationship Id="rIdNav4" Type="http://schemas.openxmlformats.org/officeDocument/2006/relationships/slide" Target="slide94.xml"/></Relationships>
</file>

<file path=ppt/slides/_rels/slide9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b10aa92745243cc"/><Relationship Type="http://schemas.openxmlformats.org/officeDocument/2006/relationships/notesSlide" Target="/ppt/notesSlides/notesSlide94.xml" Id="Raf47e750eceb4b6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4.xml"/><Relationship Id="rIdNav4" Type="http://schemas.openxmlformats.org/officeDocument/2006/relationships/slide" Target="slide24.xml"/></Relationships>
</file>

<file path=ppt/slides/_rels/slide9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a13433a2e2c4783"/><Relationship Type="http://schemas.openxmlformats.org/officeDocument/2006/relationships/notesSlide" Target="/ppt/notesSlides/notesSlide95.xml" Id="R17a70b3cdcdd463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4.xml"/><Relationship Id="rIdNav4" Type="http://schemas.openxmlformats.org/officeDocument/2006/relationships/slide" Target="slide96.xml"/></Relationships>
</file>

<file path=ppt/slides/_rels/slide9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234c0a7796a4028"/><Relationship Type="http://schemas.openxmlformats.org/officeDocument/2006/relationships/notesSlide" Target="/ppt/notesSlides/notesSlide96.xml" Id="R01d679bc4e7747b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4.xml"/><Relationship Id="rIdNav4" Type="http://schemas.openxmlformats.org/officeDocument/2006/relationships/slide" Target="slide97.xml"/></Relationships>
</file>

<file path=ppt/slides/_rels/slide9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9b84e18afb24444"/><Relationship Type="http://schemas.openxmlformats.org/officeDocument/2006/relationships/notesSlide" Target="/ppt/notesSlides/notesSlide97.xml" Id="Rb3a798197d85464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4.xml"/><Relationship Id="rIdNav4" Type="http://schemas.openxmlformats.org/officeDocument/2006/relationships/slide" Target="slide24.xml"/></Relationships>
</file>

<file path=ppt/slides/_rels/slide9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13d282766fb4b7e"/><Relationship Type="http://schemas.openxmlformats.org/officeDocument/2006/relationships/notesSlide" Target="/ppt/notesSlides/notesSlide98.xml" Id="Rfbe2b0b8079d4cc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6.xml"/><Relationship Id="rIdNav4" Type="http://schemas.openxmlformats.org/officeDocument/2006/relationships/slide" Target="slide99.xml"/></Relationships>
</file>

<file path=ppt/slides/_rels/slide9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f6342f906054839"/><Relationship Type="http://schemas.openxmlformats.org/officeDocument/2006/relationships/notesSlide" Target="/ppt/notesSlides/notesSlide99.xml" Id="Re84696a9bed3498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6.xml"/><Relationship Id="rIdNav4" Type="http://schemas.openxmlformats.org/officeDocument/2006/relationships/slide" Target="slide26.xml"/></Relationships>
</file>

<file path=ppt/slides/_rels/slide10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438be5ef71d47f6"/><Relationship Type="http://schemas.openxmlformats.org/officeDocument/2006/relationships/notesSlide" Target="/ppt/notesSlides/notesSlide100.xml" Id="R0bd1e743b91e4f7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6.xml"/><Relationship Id="rIdNav4" Type="http://schemas.openxmlformats.org/officeDocument/2006/relationships/slide" Target="slide101.xml"/></Relationships>
</file>

<file path=ppt/slides/_rels/slide10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b2d6e2cb79142aa"/><Relationship Type="http://schemas.openxmlformats.org/officeDocument/2006/relationships/notesSlide" Target="/ppt/notesSlides/notesSlide101.xml" Id="R8ecf3f23b3e6494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6.xml"/><Relationship Id="rIdNav4" Type="http://schemas.openxmlformats.org/officeDocument/2006/relationships/slide" Target="slide102.xml"/></Relationships>
</file>

<file path=ppt/slides/_rels/slide10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b9c9751772422b"/><Relationship Type="http://schemas.openxmlformats.org/officeDocument/2006/relationships/notesSlide" Target="/ppt/notesSlides/notesSlide102.xml" Id="Rccdb6292bee346c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6.xml"/><Relationship Id="rIdNav4" Type="http://schemas.openxmlformats.org/officeDocument/2006/relationships/slide" Target="slide26.xml"/></Relationships>
</file>

<file path=ppt/slides/_rels/slide10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d9f4b292b740a8"/><Relationship Type="http://schemas.openxmlformats.org/officeDocument/2006/relationships/notesSlide" Target="/ppt/notesSlides/notesSlide103.xml" Id="Rf34d9feaec3d4c0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8.xml"/><Relationship Id="rIdNav4" Type="http://schemas.openxmlformats.org/officeDocument/2006/relationships/slide" Target="slide104.xml"/></Relationships>
</file>

<file path=ppt/slides/_rels/slide10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4f5b364260a4661"/><Relationship Type="http://schemas.openxmlformats.org/officeDocument/2006/relationships/notesSlide" Target="/ppt/notesSlides/notesSlide104.xml" Id="R7ccd7a57e11f49d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8.xml"/><Relationship Id="rIdNav4" Type="http://schemas.openxmlformats.org/officeDocument/2006/relationships/slide" Target="slide28.xml"/></Relationships>
</file>

<file path=ppt/slides/_rels/slide10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d8bdcf364484eb0"/><Relationship Type="http://schemas.openxmlformats.org/officeDocument/2006/relationships/notesSlide" Target="/ppt/notesSlides/notesSlide105.xml" Id="R1c47c430f2f940b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8.xml"/><Relationship Id="rIdNav4" Type="http://schemas.openxmlformats.org/officeDocument/2006/relationships/slide" Target="slide106.xml"/></Relationships>
</file>

<file path=ppt/slides/_rels/slide10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f6860326f704e81"/><Relationship Type="http://schemas.openxmlformats.org/officeDocument/2006/relationships/notesSlide" Target="/ppt/notesSlides/notesSlide106.xml" Id="Rb46143dc16a14cf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8.xml"/><Relationship Id="rIdNav4" Type="http://schemas.openxmlformats.org/officeDocument/2006/relationships/slide" Target="slide107.xml"/></Relationships>
</file>

<file path=ppt/slides/_rels/slide10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39d6e4c6c2c415b"/><Relationship Type="http://schemas.openxmlformats.org/officeDocument/2006/relationships/notesSlide" Target="/ppt/notesSlides/notesSlide107.xml" Id="R792eb303eb544f0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28.xml"/><Relationship Id="rIdNav4" Type="http://schemas.openxmlformats.org/officeDocument/2006/relationships/slide" Target="slide28.xml"/></Relationships>
</file>

<file path=ppt/slides/_rels/slide10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c4a8b6b542249bf"/><Relationship Type="http://schemas.openxmlformats.org/officeDocument/2006/relationships/notesSlide" Target="/ppt/notesSlides/notesSlide108.xml" Id="Rccfc4677a6a2436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109.xml"/></Relationships>
</file>

<file path=ppt/slides/_rels/slide10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b7633f6e6024f5e"/><Relationship Type="http://schemas.openxmlformats.org/officeDocument/2006/relationships/notesSlide" Target="/ppt/notesSlides/notesSlide109.xml" Id="Rebf19ce94dd24b2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30.xml"/></Relationships>
</file>

<file path=ppt/slides/_rels/slide1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00a0fded1a5450a"/><Relationship Type="http://schemas.openxmlformats.org/officeDocument/2006/relationships/notesSlide" Target="/ppt/notesSlides/notesSlide110.xml" Id="R617b5cea68224b1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111.xml"/></Relationships>
</file>

<file path=ppt/slides/_rels/slide1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8f02612e04a4264"/><Relationship Type="http://schemas.openxmlformats.org/officeDocument/2006/relationships/notesSlide" Target="/ppt/notesSlides/notesSlide111.xml" Id="R7a5edefa08ee40b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30.xml"/></Relationships>
</file>

<file path=ppt/slides/_rels/slide1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8907c5c7bdb426d"/><Relationship Type="http://schemas.openxmlformats.org/officeDocument/2006/relationships/notesSlide" Target="/ppt/notesSlides/notesSlide112.xml" Id="Racd361f043814b2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113.xml"/></Relationships>
</file>

<file path=ppt/slides/_rels/slide1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8c5008c452d4883"/><Relationship Type="http://schemas.openxmlformats.org/officeDocument/2006/relationships/notesSlide" Target="/ppt/notesSlides/notesSlide113.xml" Id="R854a6631eead498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0.xml"/><Relationship Id="rIdNav4" Type="http://schemas.openxmlformats.org/officeDocument/2006/relationships/slide" Target="slide30.xml"/></Relationships>
</file>

<file path=ppt/slides/_rels/slide1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0fbe20be2784f75"/><Relationship Type="http://schemas.openxmlformats.org/officeDocument/2006/relationships/notesSlide" Target="/ppt/notesSlides/notesSlide114.xml" Id="R91807d93617a4e3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115.xml"/></Relationships>
</file>

<file path=ppt/slides/_rels/slide1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8a4a50e16fb4614"/><Relationship Type="http://schemas.openxmlformats.org/officeDocument/2006/relationships/notesSlide" Target="/ppt/notesSlides/notesSlide115.xml" Id="R83ef696916c046e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32.xml"/></Relationships>
</file>

<file path=ppt/slides/_rels/slide1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38f0f1c5c44cf2"/><Relationship Type="http://schemas.openxmlformats.org/officeDocument/2006/relationships/notesSlide" Target="/ppt/notesSlides/notesSlide116.xml" Id="Rd7c3083e579249e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117.xml"/></Relationships>
</file>

<file path=ppt/slides/_rels/slide1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83eedbd6fde48c3"/><Relationship Type="http://schemas.openxmlformats.org/officeDocument/2006/relationships/notesSlide" Target="/ppt/notesSlides/notesSlide117.xml" Id="R96aae0a58211441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32.xml"/></Relationships>
</file>

<file path=ppt/slides/_rels/slide1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850279d25754b4b"/><Relationship Type="http://schemas.openxmlformats.org/officeDocument/2006/relationships/notesSlide" Target="/ppt/notesSlides/notesSlide118.xml" Id="R9d51b613485841a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119.xml"/></Relationships>
</file>

<file path=ppt/slides/_rels/slide1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b58255cfc942b5"/><Relationship Type="http://schemas.openxmlformats.org/officeDocument/2006/relationships/notesSlide" Target="/ppt/notesSlides/notesSlide119.xml" Id="R4b4dfa67a048435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2.xml"/><Relationship Id="rIdNav4" Type="http://schemas.openxmlformats.org/officeDocument/2006/relationships/slide" Target="slide32.xml"/></Relationships>
</file>

<file path=ppt/slides/_rels/slide1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7e5362787074e75"/><Relationship Type="http://schemas.openxmlformats.org/officeDocument/2006/relationships/notesSlide" Target="/ppt/notesSlides/notesSlide120.xml" Id="R1933c49ab487492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121.xml"/></Relationships>
</file>

<file path=ppt/slides/_rels/slide1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511df18212043c7"/><Relationship Type="http://schemas.openxmlformats.org/officeDocument/2006/relationships/notesSlide" Target="/ppt/notesSlides/notesSlide121.xml" Id="R7f7d93969cee40e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34.xml"/></Relationships>
</file>

<file path=ppt/slides/_rels/slide1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3aac98353ca47eb"/><Relationship Type="http://schemas.openxmlformats.org/officeDocument/2006/relationships/notesSlide" Target="/ppt/notesSlides/notesSlide122.xml" Id="R8455b117967e41c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123.xml"/></Relationships>
</file>

<file path=ppt/slides/_rels/slide1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d094bb638114030"/><Relationship Type="http://schemas.openxmlformats.org/officeDocument/2006/relationships/notesSlide" Target="/ppt/notesSlides/notesSlide123.xml" Id="Rea5a4cb90e94402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34.xml"/></Relationships>
</file>

<file path=ppt/slides/_rels/slide1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c3354ee6faa407c"/><Relationship Type="http://schemas.openxmlformats.org/officeDocument/2006/relationships/notesSlide" Target="/ppt/notesSlides/notesSlide124.xml" Id="R20147ba776b24be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125.xml"/></Relationships>
</file>

<file path=ppt/slides/_rels/slide1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589d33fe9e34cc6"/><Relationship Type="http://schemas.openxmlformats.org/officeDocument/2006/relationships/notesSlide" Target="/ppt/notesSlides/notesSlide125.xml" Id="R67c43280a288420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4.xml"/><Relationship Id="rIdNav4" Type="http://schemas.openxmlformats.org/officeDocument/2006/relationships/slide" Target="slide34.xml"/></Relationships>
</file>

<file path=ppt/slides/_rels/slide1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a6f5d720dfb43b4"/><Relationship Type="http://schemas.openxmlformats.org/officeDocument/2006/relationships/notesSlide" Target="/ppt/notesSlides/notesSlide126.xml" Id="Re8fe160dd9ee41ba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127.xml"/></Relationships>
</file>

<file path=ppt/slides/_rels/slide1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b12b3e3cc114c15"/><Relationship Type="http://schemas.openxmlformats.org/officeDocument/2006/relationships/notesSlide" Target="/ppt/notesSlides/notesSlide127.xml" Id="Rbff173079fe64eb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36.xml"/></Relationships>
</file>

<file path=ppt/slides/_rels/slide1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c8fb6e2a5144d5f"/><Relationship Type="http://schemas.openxmlformats.org/officeDocument/2006/relationships/notesSlide" Target="/ppt/notesSlides/notesSlide128.xml" Id="R18a122b9abcc4ed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129.xml"/></Relationships>
</file>

<file path=ppt/slides/_rels/slide1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eb6763e03824901"/><Relationship Type="http://schemas.openxmlformats.org/officeDocument/2006/relationships/notesSlide" Target="/ppt/notesSlides/notesSlide129.xml" Id="R5b80f8f57d56459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36.xml"/></Relationships>
</file>

<file path=ppt/slides/_rels/slide1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21b6e91227480a"/><Relationship Type="http://schemas.openxmlformats.org/officeDocument/2006/relationships/notesSlide" Target="/ppt/notesSlides/notesSlide130.xml" Id="R83117dbc5c824338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131.xml"/></Relationships>
</file>

<file path=ppt/slides/_rels/slide1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d2497c65bb4477f"/><Relationship Type="http://schemas.openxmlformats.org/officeDocument/2006/relationships/notesSlide" Target="/ppt/notesSlides/notesSlide131.xml" Id="R460885cec43448e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6.xml"/><Relationship Id="rIdNav4" Type="http://schemas.openxmlformats.org/officeDocument/2006/relationships/slide" Target="slide36.xml"/></Relationships>
</file>

<file path=ppt/slides/_rels/slide1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05d3a1664b14436"/><Relationship Type="http://schemas.openxmlformats.org/officeDocument/2006/relationships/notesSlide" Target="/ppt/notesSlides/notesSlide132.xml" Id="R4b1821e3a8224f7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133.xml"/></Relationships>
</file>

<file path=ppt/slides/_rels/slide1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ea1bf8862a445e0"/><Relationship Type="http://schemas.openxmlformats.org/officeDocument/2006/relationships/notesSlide" Target="/ppt/notesSlides/notesSlide133.xml" Id="R5a1345f0c924456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38.xml"/></Relationships>
</file>

<file path=ppt/slides/_rels/slide1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7345d4685f14468"/><Relationship Type="http://schemas.openxmlformats.org/officeDocument/2006/relationships/notesSlide" Target="/ppt/notesSlides/notesSlide134.xml" Id="Rf03b32d5522c412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135.xml"/></Relationships>
</file>

<file path=ppt/slides/_rels/slide1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184c2a510e745de"/><Relationship Type="http://schemas.openxmlformats.org/officeDocument/2006/relationships/notesSlide" Target="/ppt/notesSlides/notesSlide135.xml" Id="Rf6357dda91254d3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38.xml"/></Relationships>
</file>

<file path=ppt/slides/_rels/slide1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28e93e0a2145f3"/><Relationship Type="http://schemas.openxmlformats.org/officeDocument/2006/relationships/notesSlide" Target="/ppt/notesSlides/notesSlide136.xml" Id="R9eda0db1480642b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137.xml"/></Relationships>
</file>

<file path=ppt/slides/_rels/slide1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9180b2b144147b5"/><Relationship Type="http://schemas.openxmlformats.org/officeDocument/2006/relationships/notesSlide" Target="/ppt/notesSlides/notesSlide137.xml" Id="R6d3fafcf28cd421f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38.xml"/><Relationship Id="rIdNav4" Type="http://schemas.openxmlformats.org/officeDocument/2006/relationships/slide" Target="slide38.xml"/></Relationships>
</file>

<file path=ppt/slides/_rels/slide1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7ed43238b8d4c1f"/><Relationship Type="http://schemas.openxmlformats.org/officeDocument/2006/relationships/notesSlide" Target="/ppt/notesSlides/notesSlide138.xml" Id="Raa046186ff28408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139.xml"/></Relationships>
</file>

<file path=ppt/slides/_rels/slide1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18703653fb64a9f"/><Relationship Type="http://schemas.openxmlformats.org/officeDocument/2006/relationships/notesSlide" Target="/ppt/notesSlides/notesSlide139.xml" Id="Rd0c705daea14450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41.xml"/></Relationships>
</file>

<file path=ppt/slides/_rels/slide1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d67625818274b90"/><Relationship Type="http://schemas.openxmlformats.org/officeDocument/2006/relationships/notesSlide" Target="/ppt/notesSlides/notesSlide140.xml" Id="R4102375e95b64be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141.xml"/></Relationships>
</file>

<file path=ppt/slides/_rels/slide1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a4f690878824e30"/><Relationship Type="http://schemas.openxmlformats.org/officeDocument/2006/relationships/notesSlide" Target="/ppt/notesSlides/notesSlide141.xml" Id="R90caef00cc554213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41.xml"/></Relationships>
</file>

<file path=ppt/slides/_rels/slide1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a30946f85864e72"/><Relationship Type="http://schemas.openxmlformats.org/officeDocument/2006/relationships/notesSlide" Target="/ppt/notesSlides/notesSlide142.xml" Id="Rc182750fe5af4717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143.xml"/></Relationships>
</file>

<file path=ppt/slides/_rels/slide1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b7345f27b054e28"/><Relationship Type="http://schemas.openxmlformats.org/officeDocument/2006/relationships/notesSlide" Target="/ppt/notesSlides/notesSlide143.xml" Id="R7cfacdb55ce7433e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41.xml"/></Relationships>
</file>

<file path=ppt/slides/_rels/slide1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7e2e7ad0b8c4c54"/><Relationship Type="http://schemas.openxmlformats.org/officeDocument/2006/relationships/notesSlide" Target="/ppt/notesSlides/notesSlide144.xml" Id="Ra662687d080a4dc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5.xml"/><Relationship Id="rIdNav4" Type="http://schemas.openxmlformats.org/officeDocument/2006/relationships/slide" Target="slide145.xml"/></Relationships>
</file>

<file path=ppt/slides/_rels/slide1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838690766694b94"/><Relationship Type="http://schemas.openxmlformats.org/officeDocument/2006/relationships/notesSlide" Target="/ppt/notesSlides/notesSlide145.xml" Id="Ref86d8048a564d1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5.xml"/><Relationship Id="rIdNav4" Type="http://schemas.openxmlformats.org/officeDocument/2006/relationships/slide" Target="slide45.xml"/></Relationships>
</file>

<file path=ppt/slides/_rels/slide1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3bf37b946754986"/><Relationship Type="http://schemas.openxmlformats.org/officeDocument/2006/relationships/notesSlide" Target="/ppt/notesSlides/notesSlide146.xml" Id="R276573b1604844a9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5.xml"/><Relationship Id="rIdNav4" Type="http://schemas.openxmlformats.org/officeDocument/2006/relationships/slide" Target="slide147.xml"/></Relationships>
</file>

<file path=ppt/slides/_rels/slide1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bb545ba4c914559"/><Relationship Type="http://schemas.openxmlformats.org/officeDocument/2006/relationships/notesSlide" Target="/ppt/notesSlides/notesSlide147.xml" Id="Rfb35a569965e43b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5.xml"/><Relationship Id="rIdNav4" Type="http://schemas.openxmlformats.org/officeDocument/2006/relationships/slide" Target="slide45.xml"/></Relationships>
</file>

<file path=ppt/slides/_rels/slide1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2e6530716d84cc2"/><Relationship Type="http://schemas.openxmlformats.org/officeDocument/2006/relationships/notesSlide" Target="/ppt/notesSlides/notesSlide148.xml" Id="R524c08a6e7d941c0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8.xml"/><Relationship Id="rIdNav4" Type="http://schemas.openxmlformats.org/officeDocument/2006/relationships/slide" Target="slide149.xml"/></Relationships>
</file>

<file path=ppt/slides/_rels/slide1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5e52fa7980a4cd7"/><Relationship Type="http://schemas.openxmlformats.org/officeDocument/2006/relationships/notesSlide" Target="/ppt/notesSlides/notesSlide149.xml" Id="Re9adf7592e994556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8.xml"/><Relationship Id="rIdNav4" Type="http://schemas.openxmlformats.org/officeDocument/2006/relationships/slide" Target="slide48.xml"/></Relationships>
</file>

<file path=ppt/slides/_rels/slide1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b9f4d9784bd4173"/><Relationship Type="http://schemas.openxmlformats.org/officeDocument/2006/relationships/notesSlide" Target="/ppt/notesSlides/notesSlide150.xml" Id="Rc572c6c5c70b41cc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8.xml"/><Relationship Id="rIdNav4" Type="http://schemas.openxmlformats.org/officeDocument/2006/relationships/slide" Target="slide151.xml"/></Relationships>
</file>

<file path=ppt/slides/_rels/slide1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9a87c9c15f94da5"/><Relationship Type="http://schemas.openxmlformats.org/officeDocument/2006/relationships/notesSlide" Target="/ppt/notesSlides/notesSlide151.xml" Id="Rabc3b3a3a22146c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7.xml"/><Relationship Id="rIdNav3" Type="http://schemas.openxmlformats.org/officeDocument/2006/relationships/slide" Target="slide48.xml"/><Relationship Id="rIdNav4" Type="http://schemas.openxmlformats.org/officeDocument/2006/relationships/slide" Target="slide48.xml"/></Relationships>
</file>

<file path=ppt/slides/_rels/slide1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8738fd6b2794d90"/><Relationship Type="http://schemas.openxmlformats.org/officeDocument/2006/relationships/notesSlide" Target="/ppt/notesSlides/notesSlide152.xml" Id="R52a317f20f404701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4.xml"/><Relationship Id="rIdNav4" Type="http://schemas.openxmlformats.org/officeDocument/2006/relationships/slide" Target="slide153.xml"/></Relationships>
</file>

<file path=ppt/slides/_rels/slide1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8924409dbcf4dba"/><Relationship Type="http://schemas.openxmlformats.org/officeDocument/2006/relationships/notesSlide" Target="/ppt/notesSlides/notesSlide153.xml" Id="R034c518b4f904ae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4.xml"/><Relationship Id="rIdNav4" Type="http://schemas.openxmlformats.org/officeDocument/2006/relationships/slide" Target="slide154.xml"/></Relationships>
</file>

<file path=ppt/slides/_rels/slide1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a95a25d131f4c61"/><Relationship Type="http://schemas.openxmlformats.org/officeDocument/2006/relationships/notesSlide" Target="/ppt/notesSlides/notesSlide154.xml" Id="R807743e7c2da4eb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4.xml"/><Relationship Id="rIdNav4" Type="http://schemas.openxmlformats.org/officeDocument/2006/relationships/slide" Target="slide155.xml"/></Relationships>
</file>

<file path=ppt/slides/_rels/slide1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2ba54f15e294304"/><Relationship Type="http://schemas.openxmlformats.org/officeDocument/2006/relationships/notesSlide" Target="/ppt/notesSlides/notesSlide155.xml" Id="R2c333043a1d24a9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4.xml"/><Relationship Id="rIdNav4" Type="http://schemas.openxmlformats.org/officeDocument/2006/relationships/slide" Target="slide54.xml"/></Relationships>
</file>

<file path=ppt/slides/_rels/slide1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b569af158794a85"/><Relationship Type="http://schemas.openxmlformats.org/officeDocument/2006/relationships/notesSlide" Target="/ppt/notesSlides/notesSlide156.xml" Id="R2984d5523e784272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8.xml"/><Relationship Id="rIdNav4" Type="http://schemas.openxmlformats.org/officeDocument/2006/relationships/slide" Target="slide157.xml"/></Relationships>
</file>

<file path=ppt/slides/_rels/slide1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1a00d4eaa354e71"/><Relationship Type="http://schemas.openxmlformats.org/officeDocument/2006/relationships/notesSlide" Target="/ppt/notesSlides/notesSlide157.xml" Id="R8fe276c96c1f4ff5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8.xml"/><Relationship Id="rIdNav4" Type="http://schemas.openxmlformats.org/officeDocument/2006/relationships/slide" Target="slide158.xml"/></Relationships>
</file>

<file path=ppt/slides/_rels/slide1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b0b39db6961451a"/><Relationship Type="http://schemas.openxmlformats.org/officeDocument/2006/relationships/notesSlide" Target="/ppt/notesSlides/notesSlide158.xml" Id="R0635216a76ad4f6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8.xml"/><Relationship Id="rIdNav4" Type="http://schemas.openxmlformats.org/officeDocument/2006/relationships/slide" Target="slide159.xml"/></Relationships>
</file>

<file path=ppt/slides/_rels/slide1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1d91fcba1f84fb5"/><Relationship Type="http://schemas.openxmlformats.org/officeDocument/2006/relationships/notesSlide" Target="/ppt/notesSlides/notesSlide159.xml" Id="R1b1e189739a043b4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8.xml"/><Relationship Id="rIdNav3" Type="http://schemas.openxmlformats.org/officeDocument/2006/relationships/slide" Target="slide58.xml"/><Relationship Id="rIdNav4" Type="http://schemas.openxmlformats.org/officeDocument/2006/relationships/slide" Target="slide58.xml"/></Relationships>
</file>

<file path=ppt/slides/_rels/slide1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15bae22e93d41ae"/><Relationship Type="http://schemas.openxmlformats.org/officeDocument/2006/relationships/notesSlide" Target="/ppt/notesSlides/notesSlide160.xml" Id="R3e711dac2edd437d"/><Relationship Id="rIdNav0" Type="http://schemas.openxmlformats.org/officeDocument/2006/relationships/slide" Target="slide1.xml"/><Relationship Id="rIdNav1" Type="http://schemas.openxmlformats.org/officeDocument/2006/relationships/slide" Target="slide4.xml"/><Relationship Id="rIdNav2" Type="http://schemas.openxmlformats.org/officeDocument/2006/relationships/slide" Target="slide6.xml"/><Relationship Id="rIdNav3" Type="http://schemas.openxmlformats.org/officeDocument/2006/relationships/slide" Target="slide41.xml"/><Relationship Id="rIdNav4" Type="http://schemas.openxmlformats.org/officeDocument/2006/relationships/slide" Target="slide138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43B8F-65E7-4078-AD69-114BF4EF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0">
            <a:extLst xmlns:a="http://schemas.openxmlformats.org/drawingml/2006/main">
              <a:ext uri="{FF2B5EF4-FFF2-40B4-BE49-F238E27FC236}">
                <a16:creationId xmlns:a16="http://schemas.microsoft.com/office/drawing/2014/main" id="{8F1ECC3B-6587-40BE-89E5-8AE1DBDBD8C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">
            <a:extLst xmlns:a="http://schemas.openxmlformats.org/drawingml/2006/main">
              <a:ext uri="{FF2B5EF4-FFF2-40B4-BE49-F238E27FC236}">
                <a16:creationId xmlns:a16="http://schemas.microsoft.com/office/drawing/2014/main" id="{A28178AA-23AB-496E-9250-F8974E31583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D0D974-927B-410A-90DC-EAC963C5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2F18C73-513B-45FC-A330-48D744F9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CE105A-BFE1-44E6-82DF-945E52CA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9C7131-D77C-4D92-9F47-098BD082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76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高中历史 · 第六课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060172-BEC9-44FA-951F-DE770A72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28825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从隋唐盛世</a:t>
            </a:r>
          </a:p>
          <a:p xmlns:a="http://schemas.openxmlformats.org/drawingml/2006/main">
            <a: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到五代十国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47AC77C-E645-4D44-A36E-8B643D0F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10000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循着统一、繁荣与分合的脉络，</a:t>
            </a:r>
          </a:p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走进隋唐历史。</a:t>
            </a:r>
          </a:p>
        </p:txBody>
      </p:sp>
      <p:sp>
        <p:nvSpPr>
          <p:cNvPr id="10" name="link-2">
            <a:extLst xmlns:a="http://schemas.openxmlformats.org/drawingml/2006/main">
              <a:ext uri="{FF2B5EF4-FFF2-40B4-BE49-F238E27FC236}">
                <a16:creationId xmlns:a16="http://schemas.microsoft.com/office/drawing/2014/main" id="{B321BE9F-BAD1-4692-A319-729F7C26AF4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720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开始授课　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C24870F-1244-4C1B-BBB5-20F26F77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8674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　/　40 分钟课堂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36BDC-D123-4C9B-9F0E-167B6D0CA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e9a0c9bfd4444"/>
          <a:stretch xmlns:a="http://schemas.openxmlformats.org/drawingml/2006/main"/>
        </p:blipFill>
        <p:spPr>
          <a:xfrm xmlns:a="http://schemas.openxmlformats.org/drawingml/2006/main">
            <a:off x="7334250" y="1767413"/>
            <a:ext cx="4286250" cy="3380323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85623C7-A580-44A8-97A5-2C421397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大运河今貌 · 教材原图</a:t>
            </a:r>
          </a:p>
          <a:p xmlns:a="http://schemas.openxmlformats.org/drawingml/2006/main">
            <a: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PDF 第 1/6 页｜教材第 34 页</a:t>
            </a:r>
          </a:p>
        </p:txBody>
      </p:sp>
    </p:spTree>
    <p:extLst>
      <p:ext uri="{BB962C8B-B14F-4D97-AF65-F5344CB8AC3E}">
        <p14:creationId xmlns:p14="http://schemas.microsoft.com/office/powerpoint/2010/main" val="531152721"/>
      </p:ext>
    </p:extLst>
  </p:cSld>
  <p:transition advClick="0"/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021BF-682F-4400-BC4F-5BB405BF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">
            <a:extLst xmlns:a="http://schemas.openxmlformats.org/drawingml/2006/main">
              <a:ext uri="{FF2B5EF4-FFF2-40B4-BE49-F238E27FC236}">
                <a16:creationId xmlns:a16="http://schemas.microsoft.com/office/drawing/2014/main" id="{9D9936A5-10C0-468F-B88A-46F968D73AF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">
            <a:extLst xmlns:a="http://schemas.openxmlformats.org/drawingml/2006/main">
              <a:ext uri="{FF2B5EF4-FFF2-40B4-BE49-F238E27FC236}">
                <a16:creationId xmlns:a16="http://schemas.microsoft.com/office/drawing/2014/main" id="{8DADAF1E-5056-4D87-8413-BB300626721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63338FE-D0B4-4C98-9768-8133C948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课标要求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6FBF06-CBB2-4075-B03C-7014CA89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课程标准 · 教师提供截图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81A78A-3F0D-4BE3-B1D7-9D9D0408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B5128-CF12-40B3-A19D-85301E219F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ce970e2a7410c"/>
          <a:stretch xmlns:a="http://schemas.openxmlformats.org/drawingml/2006/main"/>
        </p:blipFill>
        <p:spPr>
          <a:xfrm xmlns:a="http://schemas.openxmlformats.org/drawingml/2006/main">
            <a:off x="1619250" y="2780584"/>
            <a:ext cx="10096500" cy="2144557"/>
          </a:xfrm>
          <a:prstGeom xmlns:a="http://schemas.openxmlformats.org/drawingml/2006/main" prst="rect">
            <a:avLst/>
          </a:prstGeom>
        </p:spPr>
      </p:pic>
      <p:sp>
        <p:nvSpPr>
          <p:cNvPr id="8" name="link-5">
            <a:extLst xmlns:a="http://schemas.openxmlformats.org/drawingml/2006/main">
              <a:ext uri="{FF2B5EF4-FFF2-40B4-BE49-F238E27FC236}">
                <a16:creationId xmlns:a16="http://schemas.microsoft.com/office/drawing/2014/main" id="{C2B488BD-1413-4D3A-9996-4FBAFA24211C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9" name="link-6">
            <a:extLst xmlns:a="http://schemas.openxmlformats.org/drawingml/2006/main">
              <a:ext uri="{FF2B5EF4-FFF2-40B4-BE49-F238E27FC236}">
                <a16:creationId xmlns:a16="http://schemas.microsoft.com/office/drawing/2014/main" id="{89780B04-AFF0-4296-84DD-28CC30F7204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0" name="link-7">
            <a:extLst xmlns:a="http://schemas.openxmlformats.org/drawingml/2006/main">
              <a:ext uri="{FF2B5EF4-FFF2-40B4-BE49-F238E27FC236}">
                <a16:creationId xmlns:a16="http://schemas.microsoft.com/office/drawing/2014/main" id="{9A25E71D-2E02-4BBC-BF50-3AF8174473D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</p:spTree>
    <p:extLst>
      <p:ext uri="{BB962C8B-B14F-4D97-AF65-F5344CB8AC3E}">
        <p14:creationId xmlns:p14="http://schemas.microsoft.com/office/powerpoint/2010/main" val="452005703"/>
      </p:ext>
    </p:extLst>
  </p:cSld>
  <p:transition advClick="0"/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B9D83-377D-42E8-BFD4-75251179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">
            <a:extLst xmlns:a="http://schemas.openxmlformats.org/drawingml/2006/main">
              <a:ext uri="{FF2B5EF4-FFF2-40B4-BE49-F238E27FC236}">
                <a16:creationId xmlns:a16="http://schemas.microsoft.com/office/drawing/2014/main" id="{4C5245B7-6DDD-4586-AD1D-910B8C7E7C0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">
            <a:extLst xmlns:a="http://schemas.openxmlformats.org/drawingml/2006/main">
              <a:ext uri="{FF2B5EF4-FFF2-40B4-BE49-F238E27FC236}">
                <a16:creationId xmlns:a16="http://schemas.microsoft.com/office/drawing/2014/main" id="{C017439E-D914-4625-9AEB-B4C80D75B9C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">
            <a:extLst xmlns:a="http://schemas.openxmlformats.org/drawingml/2006/main">
              <a:ext uri="{FF2B5EF4-FFF2-40B4-BE49-F238E27FC236}">
                <a16:creationId xmlns:a16="http://schemas.microsoft.com/office/drawing/2014/main" id="{A33E5279-019D-4E28-A2F2-C7AD029C66D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E0E874-C024-4A75-B650-F2348487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课标要求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1F3E01-0F84-4557-811D-E9C4BD3B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课程标准 · 教师提供截图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F8A1DE4-3E6D-4EEC-A8B8-C3E1A4DB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47D2B1-C94D-48B5-A2A2-95CD5E1A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课标研读 · 参考 3 分钟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78F32-7778-4E5E-9D4B-5CC8A12B36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3cb164bf14b64"/>
          <a:stretch xmlns:a="http://schemas.openxmlformats.org/drawingml/2006/main"/>
        </p:blipFill>
        <p:spPr>
          <a:xfrm xmlns:a="http://schemas.openxmlformats.org/drawingml/2006/main">
            <a:off x="1619250" y="2780584"/>
            <a:ext cx="10096500" cy="2144557"/>
          </a:xfrm>
          <a:prstGeom xmlns:a="http://schemas.openxmlformats.org/drawingml/2006/main" prst="rect">
            <a:avLst/>
          </a:prstGeom>
        </p:spPr>
      </p:pic>
      <p:sp>
        <p:nvSpPr>
          <p:cNvPr id="10" name="link-11">
            <a:extLst xmlns:a="http://schemas.openxmlformats.org/drawingml/2006/main">
              <a:ext uri="{FF2B5EF4-FFF2-40B4-BE49-F238E27FC236}">
                <a16:creationId xmlns:a16="http://schemas.microsoft.com/office/drawing/2014/main" id="{EA7E722B-2F6D-4F65-85A3-4D03CD07E82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1" name="link-12">
            <a:extLst xmlns:a="http://schemas.openxmlformats.org/drawingml/2006/main">
              <a:ext uri="{FF2B5EF4-FFF2-40B4-BE49-F238E27FC236}">
                <a16:creationId xmlns:a16="http://schemas.microsoft.com/office/drawing/2014/main" id="{E4DD8E44-0C4F-41E9-8354-7AD50343D80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下一模块：隋</a:t>
            </a:r>
          </a:p>
        </p:txBody>
      </p:sp>
    </p:spTree>
    <p:extLst>
      <p:ext uri="{BB962C8B-B14F-4D97-AF65-F5344CB8AC3E}">
        <p14:creationId xmlns:p14="http://schemas.microsoft.com/office/powerpoint/2010/main" val="810136937"/>
      </p:ext>
    </p:extLst>
  </p:cSld>
  <p:transition advClick="0"/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4CFF57-5D5C-4EFC-B8A0-E4A86362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3">
            <a:extLst xmlns:a="http://schemas.openxmlformats.org/drawingml/2006/main">
              <a:ext uri="{FF2B5EF4-FFF2-40B4-BE49-F238E27FC236}">
                <a16:creationId xmlns:a16="http://schemas.microsoft.com/office/drawing/2014/main" id="{56A517D1-E78E-4C8E-994E-63A17F29A76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4">
            <a:extLst xmlns:a="http://schemas.openxmlformats.org/drawingml/2006/main">
              <a:ext uri="{FF2B5EF4-FFF2-40B4-BE49-F238E27FC236}">
                <a16:creationId xmlns:a16="http://schemas.microsoft.com/office/drawing/2014/main" id="{1DC35435-6836-4AC7-A164-21252DF44C9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0595238-FB42-4678-855F-4C3A761F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A727770-B61C-4184-998E-FB4973DE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选择一个模块，开始阅读与思考。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B81F85-92E7-4C4C-993B-6BB3705F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2E389-78AC-4155-A283-0E9449E3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287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938D34-3D09-41C8-BA58-6C4FBF4B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62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01 / 明晰目标</a:t>
            </a:r>
          </a:p>
        </p:txBody>
      </p:sp>
      <p:sp>
        <p:nvSpPr>
          <p:cNvPr id="9" name="link-15">
            <a:extLst xmlns:a="http://schemas.openxmlformats.org/drawingml/2006/main">
              <a:ext uri="{FF2B5EF4-FFF2-40B4-BE49-F238E27FC236}">
                <a16:creationId xmlns:a16="http://schemas.microsoft.com/office/drawing/2014/main" id="{DF2AEF88-F417-43DC-AA8A-7B92C596FF9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240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课标研读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B31B4BC-73DB-4168-9791-A6DD0D13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241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从课程要求出发，把握本课学习线索。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A9EAB42-93B4-4761-BC27-133E01FE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3 分钟 · 累计 3 分钟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DC30-18C2-4415-86AE-5BEAA272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287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F11ED99-CDA1-425C-ADB6-768C797A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62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02 / 统一与兴亡</a:t>
            </a:r>
          </a:p>
        </p:txBody>
      </p:sp>
      <p:sp>
        <p:nvSpPr>
          <p:cNvPr id="14" name="link-16">
            <a:extLst xmlns:a="http://schemas.openxmlformats.org/drawingml/2006/main">
              <a:ext uri="{FF2B5EF4-FFF2-40B4-BE49-F238E27FC236}">
                <a16:creationId xmlns:a16="http://schemas.microsoft.com/office/drawing/2014/main" id="{0B110DE6-F3FB-42D2-854F-E61C71395D6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240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隋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ECC14E4-1F26-40C0-A1BA-B60A6393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建立、兴盛与灭亡，读懂盛极一时的隋朝。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2CF19A4-AF49-42C1-819B-50A0E399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90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8 分钟 · 累计 11 分钟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BE671-4F1A-488F-AF1B-D30C7DED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287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3B7C573-E939-4C00-B0C1-F6F4C460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62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03 / 盛世与交融</a:t>
            </a:r>
          </a:p>
        </p:txBody>
      </p:sp>
      <p:sp>
        <p:nvSpPr>
          <p:cNvPr id="19" name="link-17">
            <a:extLst xmlns:a="http://schemas.openxmlformats.org/drawingml/2006/main">
              <a:ext uri="{FF2B5EF4-FFF2-40B4-BE49-F238E27FC236}">
                <a16:creationId xmlns:a16="http://schemas.microsoft.com/office/drawing/2014/main" id="{B9CB05EB-894C-49B1-87FF-A62D6699359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240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唐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7433B1A-5A12-4405-9A97-25B46C5A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从繁荣景象走向民族关系与区域开发。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E3682DA-6994-464A-B1C4-F89C724B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90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13 分钟 · 累计 24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61F1E-2CE7-4808-856B-BB3AC317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909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D66F774-CDC6-433F-B03C-7BF4A887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243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04 / 盛衰的转折</a:t>
            </a:r>
          </a:p>
        </p:txBody>
      </p:sp>
      <p:sp>
        <p:nvSpPr>
          <p:cNvPr id="24" name="link-18">
            <a:extLst xmlns:a="http://schemas.openxmlformats.org/drawingml/2006/main">
              <a:ext uri="{FF2B5EF4-FFF2-40B4-BE49-F238E27FC236}">
                <a16:creationId xmlns:a16="http://schemas.microsoft.com/office/drawing/2014/main" id="{79D06C7D-1F22-4590-A1AB-466A5914C6E4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862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安史之乱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EAC6C6C-2D1F-413F-A326-0C133208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863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梳理原因、过程与影响，辨析藩镇割据。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B2E782A-7197-4ECB-848A-56D54538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53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7 分钟 · 累计 31 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A5D917-C011-48E4-98D2-9FF0438B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909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8783876-4E88-44F7-BB07-C10BAF81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243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05 / 王朝与分合</a:t>
            </a:r>
          </a:p>
        </p:txBody>
      </p:sp>
      <p:sp>
        <p:nvSpPr>
          <p:cNvPr id="29" name="link-19">
            <a:extLst xmlns:a="http://schemas.openxmlformats.org/drawingml/2006/main">
              <a:ext uri="{FF2B5EF4-FFF2-40B4-BE49-F238E27FC236}">
                <a16:creationId xmlns:a16="http://schemas.microsoft.com/office/drawing/2014/main" id="{EE3D7F38-7E5D-40A6-87E9-2227BDE7CDB2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862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唐的灭亡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B3B4F5D-AB5F-4963-A932-0582E716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863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黄巢起义、朱温废唐与五代十国。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F0236D5-6094-4B56-A404-506DEEB6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753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6 分钟 · 累计 37 分钟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62BC11-0914-419F-A842-E499F0AC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909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BB9D15D-E4A4-438B-91CB-73B3080C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243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06 / 回望与贯通</a:t>
            </a:r>
          </a:p>
        </p:txBody>
      </p:sp>
      <p:sp>
        <p:nvSpPr>
          <p:cNvPr id="34" name="link-20">
            <a:extLst xmlns:a="http://schemas.openxmlformats.org/drawingml/2006/main">
              <a:ext uri="{FF2B5EF4-FFF2-40B4-BE49-F238E27FC236}">
                <a16:creationId xmlns:a16="http://schemas.microsoft.com/office/drawing/2014/main" id="{4C556586-7E74-4B05-AD47-B62B4E1D4573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内容回顾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862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内容回顾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E05CECE-EE09-42C9-8330-182802AA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863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回到四个问题，整理本课的思考方法。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06CDE068-9F3E-4EFC-855B-15D682B7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53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3 分钟 · 累计 40 分钟</a:t>
            </a:r>
          </a:p>
        </p:txBody>
      </p:sp>
      <p:sp>
        <p:nvSpPr>
          <p:cNvPr id="37" name="link-21">
            <a:extLst xmlns:a="http://schemas.openxmlformats.org/drawingml/2006/main">
              <a:ext uri="{FF2B5EF4-FFF2-40B4-BE49-F238E27FC236}">
                <a16:creationId xmlns:a16="http://schemas.microsoft.com/office/drawing/2014/main" id="{341FDB91-7746-40DE-814B-36D95283EB21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38" name="link-22">
            <a:extLst xmlns:a="http://schemas.openxmlformats.org/drawingml/2006/main">
              <a:ext uri="{FF2B5EF4-FFF2-40B4-BE49-F238E27FC236}">
                <a16:creationId xmlns:a16="http://schemas.microsoft.com/office/drawing/2014/main" id="{E2736801-570C-46D9-B7FF-E0D488D0B464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39" name="link-23">
            <a:extLst xmlns:a="http://schemas.openxmlformats.org/drawingml/2006/main">
              <a:ext uri="{FF2B5EF4-FFF2-40B4-BE49-F238E27FC236}">
                <a16:creationId xmlns:a16="http://schemas.microsoft.com/office/drawing/2014/main" id="{F00EF912-7C87-411F-846D-0B128625EE0B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1917800369"/>
      </p:ext>
    </p:extLst>
  </p:cSld>
  <p:transition advClick="0"/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2F3C5-A025-43E9-B338-92F2A68C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4">
            <a:extLst xmlns:a="http://schemas.openxmlformats.org/drawingml/2006/main">
              <a:ext uri="{FF2B5EF4-FFF2-40B4-BE49-F238E27FC236}">
                <a16:creationId xmlns:a16="http://schemas.microsoft.com/office/drawing/2014/main" id="{8B66633A-27FD-44EC-A27A-655F280A32E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5">
            <a:extLst xmlns:a="http://schemas.openxmlformats.org/drawingml/2006/main">
              <a:ext uri="{FF2B5EF4-FFF2-40B4-BE49-F238E27FC236}">
                <a16:creationId xmlns:a16="http://schemas.microsoft.com/office/drawing/2014/main" id="{2E7BD552-1B95-495C-8E8D-4225469515F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6">
            <a:extLst xmlns:a="http://schemas.openxmlformats.org/drawingml/2006/main">
              <a:ext uri="{FF2B5EF4-FFF2-40B4-BE49-F238E27FC236}">
                <a16:creationId xmlns:a16="http://schemas.microsoft.com/office/drawing/2014/main" id="{5C970E0E-5742-48E0-B3C3-281764BA3E4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802C4C0-0396-4CC2-B892-C7FE0B12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BE08EF-18A5-4EF6-8E31-BC92A924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02 / 统一与兴亡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960FCD5-4444-4827-BBBA-D81CF73C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2C23184-285C-4FE4-B775-1D7D51C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2BE56BE-6B6E-422E-8DEF-F1C5EF80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建立、兴盛与灭亡，读懂盛极一时的隋朝。</a:t>
            </a:r>
          </a:p>
        </p:txBody>
      </p:sp>
      <p:sp>
        <p:nvSpPr>
          <p:cNvPr id="10" name="link-27">
            <a:extLst xmlns:a="http://schemas.openxmlformats.org/drawingml/2006/main">
              <a:ext uri="{FF2B5EF4-FFF2-40B4-BE49-F238E27FC236}">
                <a16:creationId xmlns:a16="http://schemas.microsoft.com/office/drawing/2014/main" id="{0128D88D-0ED8-4B35-BEFE-4954AF541CE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建立　　1 个教材片段　→</a:t>
            </a:r>
          </a:p>
        </p:txBody>
      </p:sp>
      <p:sp>
        <p:nvSpPr>
          <p:cNvPr id="11" name="link-28">
            <a:extLst xmlns:a="http://schemas.openxmlformats.org/drawingml/2006/main">
              <a:ext uri="{FF2B5EF4-FFF2-40B4-BE49-F238E27FC236}">
                <a16:creationId xmlns:a16="http://schemas.microsoft.com/office/drawing/2014/main" id="{DEBEB1A6-42E9-413F-9A1D-C50D5264E3D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兴盛　　1 个教材片段　→</a:t>
            </a:r>
          </a:p>
        </p:txBody>
      </p:sp>
      <p:sp>
        <p:nvSpPr>
          <p:cNvPr id="12" name="link-29">
            <a:extLst xmlns:a="http://schemas.openxmlformats.org/drawingml/2006/main">
              <a:ext uri="{FF2B5EF4-FFF2-40B4-BE49-F238E27FC236}">
                <a16:creationId xmlns:a16="http://schemas.microsoft.com/office/drawing/2014/main" id="{C5363EAF-8937-4C0E-B18D-482DADB3A814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863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03　灭亡　　2 个教材片段　→</a:t>
            </a:r>
          </a:p>
        </p:txBody>
      </p:sp>
      <p:sp>
        <p:nvSpPr>
          <p:cNvPr id="13" name="link-30">
            <a:extLst xmlns:a="http://schemas.openxmlformats.org/drawingml/2006/main">
              <a:ext uri="{FF2B5EF4-FFF2-40B4-BE49-F238E27FC236}">
                <a16:creationId xmlns:a16="http://schemas.microsoft.com/office/drawing/2014/main" id="{4D3E0FAD-678F-46FA-8F22-7CC80B16BDC1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4" name="link-31">
            <a:extLst xmlns:a="http://schemas.openxmlformats.org/drawingml/2006/main">
              <a:ext uri="{FF2B5EF4-FFF2-40B4-BE49-F238E27FC236}">
                <a16:creationId xmlns:a16="http://schemas.microsoft.com/office/drawing/2014/main" id="{0EE9A671-66DF-4C9E-B788-55470F2445FE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课标要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5" name="link-32">
            <a:extLst xmlns:a="http://schemas.openxmlformats.org/drawingml/2006/main">
              <a:ext uri="{FF2B5EF4-FFF2-40B4-BE49-F238E27FC236}">
                <a16:creationId xmlns:a16="http://schemas.microsoft.com/office/drawing/2014/main" id="{CD884B38-996E-4B43-B16B-24B84AAE4284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下一模块：唐</a:t>
            </a:r>
          </a:p>
        </p:txBody>
      </p:sp>
      <p:sp>
        <p:nvSpPr>
          <p:cNvPr id="16" name="link-33">
            <a:extLst xmlns:a="http://schemas.openxmlformats.org/drawingml/2006/main">
              <a:ext uri="{FF2B5EF4-FFF2-40B4-BE49-F238E27FC236}">
                <a16:creationId xmlns:a16="http://schemas.microsoft.com/office/drawing/2014/main" id="{43BBB22F-957D-4FAA-B743-A2DED97A5A8C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1350321188"/>
      </p:ext>
    </p:extLst>
  </p:cSld>
  <p:transition advClick="0"/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41D05-7DA3-42DA-8226-CF4BFAD8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4">
            <a:extLst xmlns:a="http://schemas.openxmlformats.org/drawingml/2006/main">
              <a:ext uri="{FF2B5EF4-FFF2-40B4-BE49-F238E27FC236}">
                <a16:creationId xmlns:a16="http://schemas.microsoft.com/office/drawing/2014/main" id="{488B62C7-A139-415E-80CE-41AE8D3D349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5">
            <a:extLst xmlns:a="http://schemas.openxmlformats.org/drawingml/2006/main">
              <a:ext uri="{FF2B5EF4-FFF2-40B4-BE49-F238E27FC236}">
                <a16:creationId xmlns:a16="http://schemas.microsoft.com/office/drawing/2014/main" id="{D8F98747-93FB-4DD2-B86E-B827BD8137C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6">
            <a:extLst xmlns:a="http://schemas.openxmlformats.org/drawingml/2006/main">
              <a:ext uri="{FF2B5EF4-FFF2-40B4-BE49-F238E27FC236}">
                <a16:creationId xmlns:a16="http://schemas.microsoft.com/office/drawing/2014/main" id="{0E336E59-E042-4AE1-8183-6565221C235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75DBE09-4ABD-46A8-9B8C-14F36C4A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E63E02-2A4D-4F6E-9F94-9AF74953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03 / 盛世与交融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F4E0B8B-01E5-4F76-9BDC-EF5D8790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56EDEFA-D925-4474-8B1E-FD99F6B5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97F4386-E278-446C-A361-6990FE91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从繁荣景象走向民族关系与区域开发。</a:t>
            </a:r>
          </a:p>
        </p:txBody>
      </p:sp>
      <p:sp>
        <p:nvSpPr>
          <p:cNvPr id="10" name="link-37">
            <a:extLst xmlns:a="http://schemas.openxmlformats.org/drawingml/2006/main">
              <a:ext uri="{FF2B5EF4-FFF2-40B4-BE49-F238E27FC236}">
                <a16:creationId xmlns:a16="http://schemas.microsoft.com/office/drawing/2014/main" id="{AABA8DEB-B1E2-43A9-9A0C-DD67FE235BB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建立　　1 个教材片段　→</a:t>
            </a:r>
          </a:p>
        </p:txBody>
      </p:sp>
      <p:sp>
        <p:nvSpPr>
          <p:cNvPr id="11" name="link-38">
            <a:extLst xmlns:a="http://schemas.openxmlformats.org/drawingml/2006/main">
              <a:ext uri="{FF2B5EF4-FFF2-40B4-BE49-F238E27FC236}">
                <a16:creationId xmlns:a16="http://schemas.microsoft.com/office/drawing/2014/main" id="{8AD6E7E7-0A72-414B-BBFE-8A02C25A9F2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繁荣与盛世表现　　5 个教材片段　→</a:t>
            </a:r>
          </a:p>
        </p:txBody>
      </p:sp>
      <p:sp>
        <p:nvSpPr>
          <p:cNvPr id="12" name="link-39">
            <a:extLst xmlns:a="http://schemas.openxmlformats.org/drawingml/2006/main">
              <a:ext uri="{FF2B5EF4-FFF2-40B4-BE49-F238E27FC236}">
                <a16:creationId xmlns:a16="http://schemas.microsoft.com/office/drawing/2014/main" id="{3C7AE82E-2150-4C4D-8999-0DDA6556A9CA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863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03　民族关系与区域开发　　6 个教材片段　→</a:t>
            </a:r>
          </a:p>
        </p:txBody>
      </p:sp>
      <p:sp>
        <p:nvSpPr>
          <p:cNvPr id="13" name="link-40">
            <a:extLst xmlns:a="http://schemas.openxmlformats.org/drawingml/2006/main">
              <a:ext uri="{FF2B5EF4-FFF2-40B4-BE49-F238E27FC236}">
                <a16:creationId xmlns:a16="http://schemas.microsoft.com/office/drawing/2014/main" id="{385D5435-244A-4767-B34A-E4C2CA879856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4" name="link-41">
            <a:extLst xmlns:a="http://schemas.openxmlformats.org/drawingml/2006/main">
              <a:ext uri="{FF2B5EF4-FFF2-40B4-BE49-F238E27FC236}">
                <a16:creationId xmlns:a16="http://schemas.microsoft.com/office/drawing/2014/main" id="{C01255F3-8CF3-417E-AF41-3F3C558E38BD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5" name="link-42">
            <a:extLst xmlns:a="http://schemas.openxmlformats.org/drawingml/2006/main">
              <a:ext uri="{FF2B5EF4-FFF2-40B4-BE49-F238E27FC236}">
                <a16:creationId xmlns:a16="http://schemas.microsoft.com/office/drawing/2014/main" id="{5BC02FB5-3D3A-448F-B92D-EFBC07E05E4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下一模块：安史之乱</a:t>
            </a:r>
          </a:p>
        </p:txBody>
      </p:sp>
      <p:sp>
        <p:nvSpPr>
          <p:cNvPr id="16" name="link-43">
            <a:extLst xmlns:a="http://schemas.openxmlformats.org/drawingml/2006/main">
              <a:ext uri="{FF2B5EF4-FFF2-40B4-BE49-F238E27FC236}">
                <a16:creationId xmlns:a16="http://schemas.microsoft.com/office/drawing/2014/main" id="{4DE25A7F-9913-4F3C-BA39-5A40A8FF883F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727714578"/>
      </p:ext>
    </p:extLst>
  </p:cSld>
  <p:transition advClick="0"/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824BB-8DD4-4DFE-8C1B-FFE82F79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4">
            <a:extLst xmlns:a="http://schemas.openxmlformats.org/drawingml/2006/main">
              <a:ext uri="{FF2B5EF4-FFF2-40B4-BE49-F238E27FC236}">
                <a16:creationId xmlns:a16="http://schemas.microsoft.com/office/drawing/2014/main" id="{59023FE4-0E91-4008-B74D-8E3A0155756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5">
            <a:extLst xmlns:a="http://schemas.openxmlformats.org/drawingml/2006/main">
              <a:ext uri="{FF2B5EF4-FFF2-40B4-BE49-F238E27FC236}">
                <a16:creationId xmlns:a16="http://schemas.microsoft.com/office/drawing/2014/main" id="{398D5ABD-9427-4D4C-995C-045034C3E07D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6">
            <a:extLst xmlns:a="http://schemas.openxmlformats.org/drawingml/2006/main">
              <a:ext uri="{FF2B5EF4-FFF2-40B4-BE49-F238E27FC236}">
                <a16:creationId xmlns:a16="http://schemas.microsoft.com/office/drawing/2014/main" id="{B2828FD6-4790-4E27-925C-7378080CB84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622282-0B46-47C9-B449-D1A5C9B6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A84121-99CA-4937-B47A-903DC46A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04 / 盛衰的转折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E7AC97-058C-40AA-A9A1-09031E5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76664A-5560-4CD9-9449-40EF5449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6DE84EF-727C-4D19-8046-ECEA7A84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梳理原因、过程与影响，辨析藩镇割据。</a:t>
            </a:r>
          </a:p>
        </p:txBody>
      </p:sp>
      <p:sp>
        <p:nvSpPr>
          <p:cNvPr id="10" name="link-47">
            <a:extLst xmlns:a="http://schemas.openxmlformats.org/drawingml/2006/main">
              <a:ext uri="{FF2B5EF4-FFF2-40B4-BE49-F238E27FC236}">
                <a16:creationId xmlns:a16="http://schemas.microsoft.com/office/drawing/2014/main" id="{01597282-5F05-45B4-814C-384F35D7E80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原因　　1 个教材片段　→</a:t>
            </a:r>
          </a:p>
        </p:txBody>
      </p:sp>
      <p:sp>
        <p:nvSpPr>
          <p:cNvPr id="11" name="link-48">
            <a:extLst xmlns:a="http://schemas.openxmlformats.org/drawingml/2006/main">
              <a:ext uri="{FF2B5EF4-FFF2-40B4-BE49-F238E27FC236}">
                <a16:creationId xmlns:a16="http://schemas.microsoft.com/office/drawing/2014/main" id="{AA7E6E8A-B796-401D-BB83-B251FBD5F76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过程　　1 个教材片段　→</a:t>
            </a:r>
          </a:p>
        </p:txBody>
      </p:sp>
      <p:sp>
        <p:nvSpPr>
          <p:cNvPr id="12" name="link-49">
            <a:extLst xmlns:a="http://schemas.openxmlformats.org/drawingml/2006/main">
              <a:ext uri="{FF2B5EF4-FFF2-40B4-BE49-F238E27FC236}">
                <a16:creationId xmlns:a16="http://schemas.microsoft.com/office/drawing/2014/main" id="{4EB51DB1-2DAD-4085-B369-D447E8797C8D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863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03　影响　　2 个教材片段　→</a:t>
            </a:r>
          </a:p>
        </p:txBody>
      </p:sp>
      <p:sp>
        <p:nvSpPr>
          <p:cNvPr id="13" name="link-50">
            <a:extLst xmlns:a="http://schemas.openxmlformats.org/drawingml/2006/main">
              <a:ext uri="{FF2B5EF4-FFF2-40B4-BE49-F238E27FC236}">
                <a16:creationId xmlns:a16="http://schemas.microsoft.com/office/drawing/2014/main" id="{73B97AB2-A0CA-483B-B9EA-1AF759EB3A48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4" name="link-51">
            <a:extLst xmlns:a="http://schemas.openxmlformats.org/drawingml/2006/main">
              <a:ext uri="{FF2B5EF4-FFF2-40B4-BE49-F238E27FC236}">
                <a16:creationId xmlns:a16="http://schemas.microsoft.com/office/drawing/2014/main" id="{C8F86182-FBDE-4940-9FA5-292B088BA367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5" name="link-52">
            <a:extLst xmlns:a="http://schemas.openxmlformats.org/drawingml/2006/main">
              <a:ext uri="{FF2B5EF4-FFF2-40B4-BE49-F238E27FC236}">
                <a16:creationId xmlns:a16="http://schemas.microsoft.com/office/drawing/2014/main" id="{66340C63-A34C-4EB0-9AD2-BA9F3B64DC26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下一模块：唐的灭亡</a:t>
            </a:r>
          </a:p>
        </p:txBody>
      </p:sp>
      <p:sp>
        <p:nvSpPr>
          <p:cNvPr id="16" name="link-53">
            <a:extLst xmlns:a="http://schemas.openxmlformats.org/drawingml/2006/main">
              <a:ext uri="{FF2B5EF4-FFF2-40B4-BE49-F238E27FC236}">
                <a16:creationId xmlns:a16="http://schemas.microsoft.com/office/drawing/2014/main" id="{E4D9FFB7-82B0-4864-9E30-56D2535241E2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安史之乱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1884483861"/>
      </p:ext>
    </p:extLst>
  </p:cSld>
  <p:transition advClick="0"/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FE182-8652-40A0-BA8F-CA8C0E66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4">
            <a:extLst xmlns:a="http://schemas.openxmlformats.org/drawingml/2006/main">
              <a:ext uri="{FF2B5EF4-FFF2-40B4-BE49-F238E27FC236}">
                <a16:creationId xmlns:a16="http://schemas.microsoft.com/office/drawing/2014/main" id="{0329EE29-709C-497D-B974-11F7431DF2E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5">
            <a:extLst xmlns:a="http://schemas.openxmlformats.org/drawingml/2006/main">
              <a:ext uri="{FF2B5EF4-FFF2-40B4-BE49-F238E27FC236}">
                <a16:creationId xmlns:a16="http://schemas.microsoft.com/office/drawing/2014/main" id="{5F41CDC9-62BA-4FF2-99A3-F62BABA11D4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6">
            <a:extLst xmlns:a="http://schemas.openxmlformats.org/drawingml/2006/main">
              <a:ext uri="{FF2B5EF4-FFF2-40B4-BE49-F238E27FC236}">
                <a16:creationId xmlns:a16="http://schemas.microsoft.com/office/drawing/2014/main" id="{ACD26D64-98FC-441D-BB09-C5F698C1EA4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0B1FAD-AEE4-450B-A758-BAB66EE1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唐的灭亡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8C655B-D060-47D0-9477-4D5A1BF5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05 / 王朝与分合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498DB2B-B320-411B-8D44-DC3340BB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5DC8F7D-5A98-4AEA-AFD0-770453A8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E37F14-A545-47AB-9C67-F76D6B47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黄巢起义、朱温废唐与五代十国。</a:t>
            </a:r>
          </a:p>
        </p:txBody>
      </p:sp>
      <p:sp>
        <p:nvSpPr>
          <p:cNvPr id="10" name="link-57">
            <a:extLst xmlns:a="http://schemas.openxmlformats.org/drawingml/2006/main">
              <a:ext uri="{FF2B5EF4-FFF2-40B4-BE49-F238E27FC236}">
                <a16:creationId xmlns:a16="http://schemas.microsoft.com/office/drawing/2014/main" id="{6AC602A0-2A96-4478-9B41-1A18B5BF0B0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黄巢起义与朱温废唐称帝　　1 个教材片段　→</a:t>
            </a:r>
          </a:p>
        </p:txBody>
      </p:sp>
      <p:sp>
        <p:nvSpPr>
          <p:cNvPr id="11" name="link-58">
            <a:extLst xmlns:a="http://schemas.openxmlformats.org/drawingml/2006/main">
              <a:ext uri="{FF2B5EF4-FFF2-40B4-BE49-F238E27FC236}">
                <a16:creationId xmlns:a16="http://schemas.microsoft.com/office/drawing/2014/main" id="{9D705B59-041F-408A-84F8-2F6917F4965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五代十国　　2 个教材片段　→</a:t>
            </a:r>
          </a:p>
        </p:txBody>
      </p:sp>
      <p:sp>
        <p:nvSpPr>
          <p:cNvPr id="12" name="link-59">
            <a:extLst xmlns:a="http://schemas.openxmlformats.org/drawingml/2006/main">
              <a:ext uri="{FF2B5EF4-FFF2-40B4-BE49-F238E27FC236}">
                <a16:creationId xmlns:a16="http://schemas.microsoft.com/office/drawing/2014/main" id="{D1DDEC95-A15F-483A-A28A-B861B065A0DE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3" name="link-60">
            <a:extLst xmlns:a="http://schemas.openxmlformats.org/drawingml/2006/main">
              <a:ext uri="{FF2B5EF4-FFF2-40B4-BE49-F238E27FC236}">
                <a16:creationId xmlns:a16="http://schemas.microsoft.com/office/drawing/2014/main" id="{ABEABAC3-0A8B-447C-8469-6275FDB9F1AC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4" name="link-61">
            <a:extLst xmlns:a="http://schemas.openxmlformats.org/drawingml/2006/main">
              <a:ext uri="{FF2B5EF4-FFF2-40B4-BE49-F238E27FC236}">
                <a16:creationId xmlns:a16="http://schemas.microsoft.com/office/drawing/2014/main" id="{CC7699EF-70F0-4AAA-904E-C15FD8DAC886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内容回顾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下一模块：内容回顾</a:t>
            </a:r>
          </a:p>
        </p:txBody>
      </p:sp>
      <p:sp>
        <p:nvSpPr>
          <p:cNvPr id="15" name="link-62">
            <a:extLst xmlns:a="http://schemas.openxmlformats.org/drawingml/2006/main">
              <a:ext uri="{FF2B5EF4-FFF2-40B4-BE49-F238E27FC236}">
                <a16:creationId xmlns:a16="http://schemas.microsoft.com/office/drawing/2014/main" id="{B1EB676A-BF0B-4C09-A66F-BAC6FB314E93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896719836"/>
      </p:ext>
    </p:extLst>
  </p:cSld>
  <p:transition advClick="0"/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9F81C1-5C48-4D8E-A2C4-E6408698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3">
            <a:extLst xmlns:a="http://schemas.openxmlformats.org/drawingml/2006/main">
              <a:ext uri="{FF2B5EF4-FFF2-40B4-BE49-F238E27FC236}">
                <a16:creationId xmlns:a16="http://schemas.microsoft.com/office/drawing/2014/main" id="{164A82E6-132F-44F0-8EB4-F17B03E2D51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4">
            <a:extLst xmlns:a="http://schemas.openxmlformats.org/drawingml/2006/main">
              <a:ext uri="{FF2B5EF4-FFF2-40B4-BE49-F238E27FC236}">
                <a16:creationId xmlns:a16="http://schemas.microsoft.com/office/drawing/2014/main" id="{260CC4FC-79FC-491F-94EA-9A44A873C42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5">
            <a:extLst xmlns:a="http://schemas.openxmlformats.org/drawingml/2006/main">
              <a:ext uri="{FF2B5EF4-FFF2-40B4-BE49-F238E27FC236}">
                <a16:creationId xmlns:a16="http://schemas.microsoft.com/office/drawing/2014/main" id="{335E66B2-02DB-4599-BF58-80639D42DC6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内容回顾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DF77F0-4DD5-4BDA-962A-3D75937D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内容回顾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A2158E-1FEA-4FFF-B982-C327078F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四项题答直接展示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A6A27D-D4E9-4A7A-AEFB-E06CF3D2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A21776-5667-471A-85DF-EDD64E2A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内容回顾 · 参考 3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7F1FD-25D6-4985-975E-ADF6629E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5257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22B9BF7-B713-491B-850B-A456F6AF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01　修路、修运河作用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9322433-456C-453A-A8AA-938C77C2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0505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政治：巩固统一。</a:t>
            </a:r>
          </a:p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经济：促进南北经济交流和运河沿岸城市发展。</a:t>
            </a:r>
          </a:p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文化：有利于人员往来与文化交流（课堂延伸）。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08EEA-6031-4D45-B18F-1E3AA6AF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5257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D840E2-2B26-4943-9342-B51CCABA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764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02　经济重心南移阶段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213D9E0-ED20-4D83-BEEC-63571549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0505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魏晋以前：经济重心主要在北方。</a:t>
            </a:r>
          </a:p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魏晋南北朝：江南逐步开发，南北经济差距缩小。</a:t>
            </a:r>
          </a:p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安史之乱后：南方经济进一步发展，经济重心逐渐南移。</a:t>
            </a:r>
          </a:p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靖康之变后：南方经济地位进一步提升，至南宋时期经济重心南移完成。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D4F6A-4468-4B4B-A039-FD824F32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7192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D326594-AD9C-4BEC-8520-A8D97AD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03　如何回答两者之间的关系类问题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E28A158-92EC-4036-900A-AEB397A1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2440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先找角度，再用史实证明；不强凑四点。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313DF-2AC6-4D07-84ED-5C5DE745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7192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C4D7A85-50CD-4691-8D29-A45C3865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04　如何区分民族边疆关系与对外外交关系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86CD6F1-71D8-4894-A953-CA6D1BBE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  <p:sp>
        <p:nvSpPr>
          <p:cNvPr id="21" name="link-66">
            <a:extLst xmlns:a="http://schemas.openxmlformats.org/drawingml/2006/main">
              <a:ext uri="{FF2B5EF4-FFF2-40B4-BE49-F238E27FC236}">
                <a16:creationId xmlns:a16="http://schemas.microsoft.com/office/drawing/2014/main" id="{6026AFF2-A6D0-46EA-A0C5-1580EB9F983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22" name="link-67">
            <a:extLst xmlns:a="http://schemas.openxmlformats.org/drawingml/2006/main">
              <a:ext uri="{FF2B5EF4-FFF2-40B4-BE49-F238E27FC236}">
                <a16:creationId xmlns:a16="http://schemas.microsoft.com/office/drawing/2014/main" id="{B9DAE1F2-617F-4379-B973-BF4FED9AE73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上一模块</a:t>
            </a:r>
          </a:p>
        </p:txBody>
      </p:sp>
      <p:sp>
        <p:nvSpPr>
          <p:cNvPr id="23" name="link-68">
            <a:extLst xmlns:a="http://schemas.openxmlformats.org/drawingml/2006/main">
              <a:ext uri="{FF2B5EF4-FFF2-40B4-BE49-F238E27FC236}">
                <a16:creationId xmlns:a16="http://schemas.microsoft.com/office/drawing/2014/main" id="{12206F26-253A-461B-94FA-E5052DE57BAC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结束回顾</a:t>
            </a:r>
          </a:p>
        </p:txBody>
      </p:sp>
    </p:spTree>
    <p:extLst>
      <p:ext uri="{BB962C8B-B14F-4D97-AF65-F5344CB8AC3E}">
        <p14:creationId xmlns:p14="http://schemas.microsoft.com/office/powerpoint/2010/main" val="1192167683"/>
      </p:ext>
    </p:extLst>
  </p:cSld>
  <p:transition advClick="0"/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0B949-0D29-4CD2-AAF8-6AF7823E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9">
            <a:extLst xmlns:a="http://schemas.openxmlformats.org/drawingml/2006/main">
              <a:ext uri="{FF2B5EF4-FFF2-40B4-BE49-F238E27FC236}">
                <a16:creationId xmlns:a16="http://schemas.microsoft.com/office/drawing/2014/main" id="{F6FB6B4A-EEA8-42C0-AA4A-8AC2BB6F844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0">
            <a:extLst xmlns:a="http://schemas.openxmlformats.org/drawingml/2006/main">
              <a:ext uri="{FF2B5EF4-FFF2-40B4-BE49-F238E27FC236}">
                <a16:creationId xmlns:a16="http://schemas.microsoft.com/office/drawing/2014/main" id="{8B068275-04D7-4EBF-BE2A-8BF1FFD8B2E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1">
            <a:extLst xmlns:a="http://schemas.openxmlformats.org/drawingml/2006/main">
              <a:ext uri="{FF2B5EF4-FFF2-40B4-BE49-F238E27FC236}">
                <a16:creationId xmlns:a16="http://schemas.microsoft.com/office/drawing/2014/main" id="{3CDC0C65-94A5-4BE5-93AC-4771291B31B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81BF38-E9C7-4709-B846-FA8B96FC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隋朝建立与统一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9A865AB-4F8B-4E02-ADC0-2FB7F6CB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737C8F8-E57D-4017-9F64-9B82C076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9F7400-BFFB-4BE7-B8A8-FE38BDB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2">
            <a:extLst xmlns:a="http://schemas.openxmlformats.org/drawingml/2006/main">
              <a:ext uri="{FF2B5EF4-FFF2-40B4-BE49-F238E27FC236}">
                <a16:creationId xmlns:a16="http://schemas.microsoft.com/office/drawing/2014/main" id="{327A4657-6332-4CDB-906F-4C98030B6A4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73">
            <a:extLst xmlns:a="http://schemas.openxmlformats.org/drawingml/2006/main">
              <a:ext uri="{FF2B5EF4-FFF2-40B4-BE49-F238E27FC236}">
                <a16:creationId xmlns:a16="http://schemas.microsoft.com/office/drawing/2014/main" id="{D80C500E-C93B-4D40-AB55-54ACB752DE2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建立与统一：分清两个时间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770E6-0F2C-4445-8C1E-0F49B57CDE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c3ca9bd194a72"/>
          <a:stretch xmlns:a="http://schemas.openxmlformats.org/drawingml/2006/main"/>
        </p:blipFill>
        <p:spPr>
          <a:xfrm xmlns:a="http://schemas.openxmlformats.org/drawingml/2006/main">
            <a:off x="1619250" y="2453379"/>
            <a:ext cx="10096500" cy="2675141"/>
          </a:xfrm>
          <a:prstGeom xmlns:a="http://schemas.openxmlformats.org/drawingml/2006/main" prst="rect">
            <a:avLst/>
          </a:prstGeom>
        </p:spPr>
      </p:pic>
      <p:sp>
        <p:nvSpPr>
          <p:cNvPr id="12" name="link-74">
            <a:extLst xmlns:a="http://schemas.openxmlformats.org/drawingml/2006/main">
              <a:ext uri="{FF2B5EF4-FFF2-40B4-BE49-F238E27FC236}">
                <a16:creationId xmlns:a16="http://schemas.microsoft.com/office/drawing/2014/main" id="{23D70047-7053-45EB-A22C-30D82ACEABA1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1928354"/>
      </p:ext>
    </p:extLst>
  </p:cSld>
  <p:transition advClick="0"/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0BB01-5133-464F-B04D-2CD9CF9F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5">
            <a:extLst xmlns:a="http://schemas.openxmlformats.org/drawingml/2006/main">
              <a:ext uri="{FF2B5EF4-FFF2-40B4-BE49-F238E27FC236}">
                <a16:creationId xmlns:a16="http://schemas.microsoft.com/office/drawing/2014/main" id="{0A3FFB8F-CD79-4C6C-8CAC-3FA4E5021D2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6">
            <a:extLst xmlns:a="http://schemas.openxmlformats.org/drawingml/2006/main">
              <a:ext uri="{FF2B5EF4-FFF2-40B4-BE49-F238E27FC236}">
                <a16:creationId xmlns:a16="http://schemas.microsoft.com/office/drawing/2014/main" id="{C7BD3023-1EAE-40D5-A0E7-F957C6A920B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7">
            <a:extLst xmlns:a="http://schemas.openxmlformats.org/drawingml/2006/main">
              <a:ext uri="{FF2B5EF4-FFF2-40B4-BE49-F238E27FC236}">
                <a16:creationId xmlns:a16="http://schemas.microsoft.com/office/drawing/2014/main" id="{17678F11-7AAF-482C-97B3-4EA0BB0901A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A14980-C699-4AD9-A8C2-D5429DE3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建立与统一：分清两个时间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F86B318-06B2-425C-9BFE-BA71E05D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9D93D42-F52A-474D-8541-9FF63629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9677F1-EE2A-4B72-92CD-5AC02803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8">
            <a:extLst xmlns:a="http://schemas.openxmlformats.org/drawingml/2006/main">
              <a:ext uri="{FF2B5EF4-FFF2-40B4-BE49-F238E27FC236}">
                <a16:creationId xmlns:a16="http://schemas.microsoft.com/office/drawing/2014/main" id="{C47E4A8F-611F-42BA-BF88-4D224350A93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79">
            <a:extLst xmlns:a="http://schemas.openxmlformats.org/drawingml/2006/main">
              <a:ext uri="{FF2B5EF4-FFF2-40B4-BE49-F238E27FC236}">
                <a16:creationId xmlns:a16="http://schemas.microsoft.com/office/drawing/2014/main" id="{72DE718C-10CC-410D-9407-F2816235278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80">
            <a:extLst xmlns:a="http://schemas.openxmlformats.org/drawingml/2006/main">
              <a:ext uri="{FF2B5EF4-FFF2-40B4-BE49-F238E27FC236}">
                <a16:creationId xmlns:a16="http://schemas.microsoft.com/office/drawing/2014/main" id="{E85C3828-FF15-4BF1-A142-7FCE125D7BBC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F26AD95-5836-4205-BDAD-9D2475FD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581年 · 杨坚建隋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北周外戚杨坚代周称帝，改国号隋，定都长安，是为隋文帝。励精图治、实行改革，国力日强。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589年 · 灭陈统一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隋文帝派次子杨广率军灭陈，结束南北长期分裂。文帝死后杨广即位，是为隋炀帝。</a:t>
            </a:r>
          </a:p>
        </p:txBody>
      </p:sp>
      <p:sp>
        <p:nvSpPr>
          <p:cNvPr id="13" name="link-81">
            <a:extLst xmlns:a="http://schemas.openxmlformats.org/drawingml/2006/main">
              <a:ext uri="{FF2B5EF4-FFF2-40B4-BE49-F238E27FC236}">
                <a16:creationId xmlns:a16="http://schemas.microsoft.com/office/drawing/2014/main" id="{BE8204E9-FDAD-4779-8327-AF3484A0877F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7855608"/>
      </p:ext>
    </p:extLst>
  </p:cSld>
  <p:transition advClick="0"/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7D318-10FF-4208-B344-B88243D3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2">
            <a:extLst xmlns:a="http://schemas.openxmlformats.org/drawingml/2006/main">
              <a:ext uri="{FF2B5EF4-FFF2-40B4-BE49-F238E27FC236}">
                <a16:creationId xmlns:a16="http://schemas.microsoft.com/office/drawing/2014/main" id="{AE570C67-557F-41E6-BE95-F670ADB5E52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3">
            <a:extLst xmlns:a="http://schemas.openxmlformats.org/drawingml/2006/main">
              <a:ext uri="{FF2B5EF4-FFF2-40B4-BE49-F238E27FC236}">
                <a16:creationId xmlns:a16="http://schemas.microsoft.com/office/drawing/2014/main" id="{0F66725E-5AC1-45F6-8A70-49B50F42D88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4">
            <a:extLst xmlns:a="http://schemas.openxmlformats.org/drawingml/2006/main">
              <a:ext uri="{FF2B5EF4-FFF2-40B4-BE49-F238E27FC236}">
                <a16:creationId xmlns:a16="http://schemas.microsoft.com/office/drawing/2014/main" id="{43A963A4-00A1-4D50-A1AD-A7C65FD1165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784F74-93F3-4840-A22F-04AA0860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仓储、两都与大运河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FFD5F1-97B2-4BF9-8A7C-AE3A2A1F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兴盛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95AD351-2480-4CAF-8E11-D037C242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BC9B0D-3B72-40AF-A733-1B7C76F6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85">
            <a:extLst xmlns:a="http://schemas.openxmlformats.org/drawingml/2006/main">
              <a:ext uri="{FF2B5EF4-FFF2-40B4-BE49-F238E27FC236}">
                <a16:creationId xmlns:a16="http://schemas.microsoft.com/office/drawing/2014/main" id="{73D90C6B-23BC-4F5A-B330-BEFE771B08C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86">
            <a:extLst xmlns:a="http://schemas.openxmlformats.org/drawingml/2006/main">
              <a:ext uri="{FF2B5EF4-FFF2-40B4-BE49-F238E27FC236}">
                <a16:creationId xmlns:a16="http://schemas.microsoft.com/office/drawing/2014/main" id="{2EE2D17D-F9BF-4621-897C-51506EC5D23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建立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87">
            <a:extLst xmlns:a="http://schemas.openxmlformats.org/drawingml/2006/main">
              <a:ext uri="{FF2B5EF4-FFF2-40B4-BE49-F238E27FC236}">
                <a16:creationId xmlns:a16="http://schemas.microsoft.com/office/drawing/2014/main" id="{7D270431-54B2-4C22-83B6-190BC02AFC33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兴盛的三个观察点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19296-9B89-4C8F-AC99-7F093A8D5B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55ab732614e3c"/>
          <a:stretch xmlns:a="http://schemas.openxmlformats.org/drawingml/2006/main"/>
        </p:blipFill>
        <p:spPr>
          <a:xfrm xmlns:a="http://schemas.openxmlformats.org/drawingml/2006/main">
            <a:off x="1753899" y="1552575"/>
            <a:ext cx="9827202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88">
            <a:extLst xmlns:a="http://schemas.openxmlformats.org/drawingml/2006/main">
              <a:ext uri="{FF2B5EF4-FFF2-40B4-BE49-F238E27FC236}">
                <a16:creationId xmlns:a16="http://schemas.microsoft.com/office/drawing/2014/main" id="{0497C0BB-4E5A-45D2-AD64-9E92768C6850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长安、洛阳与两京制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长安、洛阳与两京制 ↗</a:t>
            </a:r>
          </a:p>
        </p:txBody>
      </p:sp>
      <p:sp>
        <p:nvSpPr>
          <p:cNvPr id="14" name="link-89">
            <a:extLst xmlns:a="http://schemas.openxmlformats.org/drawingml/2006/main">
              <a:ext uri="{FF2B5EF4-FFF2-40B4-BE49-F238E27FC236}">
                <a16:creationId xmlns:a16="http://schemas.microsoft.com/office/drawing/2014/main" id="{58050B97-81FA-495B-9B75-227111C57AC9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义仓的含义与制度演变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义仓的含义与制度演变 ↗</a:t>
            </a:r>
          </a:p>
        </p:txBody>
      </p:sp>
      <p:sp>
        <p:nvSpPr>
          <p:cNvPr id="15" name="link-90">
            <a:extLst xmlns:a="http://schemas.openxmlformats.org/drawingml/2006/main">
              <a:ext uri="{FF2B5EF4-FFF2-40B4-BE49-F238E27FC236}">
                <a16:creationId xmlns:a16="http://schemas.microsoft.com/office/drawing/2014/main" id="{722BBF73-928E-43AB-9061-9C258134D7A1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大运河：作用、联系与经济重心 ↗</a:t>
            </a:r>
          </a:p>
        </p:txBody>
      </p:sp>
      <p:sp>
        <p:nvSpPr>
          <p:cNvPr id="16" name="link-91">
            <a:extLst xmlns:a="http://schemas.openxmlformats.org/drawingml/2006/main">
              <a:ext uri="{FF2B5EF4-FFF2-40B4-BE49-F238E27FC236}">
                <a16:creationId xmlns:a16="http://schemas.microsoft.com/office/drawing/2014/main" id="{5B334884-8E15-450E-BF5C-5FF0CC8793F4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5803770"/>
      </p:ext>
    </p:extLst>
  </p:cSld>
  <p:transition advClick="0"/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E9927-1363-4AA4-9B4F-902A4047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2">
            <a:extLst xmlns:a="http://schemas.openxmlformats.org/drawingml/2006/main">
              <a:ext uri="{FF2B5EF4-FFF2-40B4-BE49-F238E27FC236}">
                <a16:creationId xmlns:a16="http://schemas.microsoft.com/office/drawing/2014/main" id="{25FEE0AC-3CDB-4AD3-BC77-663A70ADAA1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3">
            <a:extLst xmlns:a="http://schemas.openxmlformats.org/drawingml/2006/main">
              <a:ext uri="{FF2B5EF4-FFF2-40B4-BE49-F238E27FC236}">
                <a16:creationId xmlns:a16="http://schemas.microsoft.com/office/drawing/2014/main" id="{2B055A1E-8E8D-4DC0-9D36-10F087098FB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4">
            <a:extLst xmlns:a="http://schemas.openxmlformats.org/drawingml/2006/main">
              <a:ext uri="{FF2B5EF4-FFF2-40B4-BE49-F238E27FC236}">
                <a16:creationId xmlns:a16="http://schemas.microsoft.com/office/drawing/2014/main" id="{C647965A-CD1C-4B05-A576-471A063A473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3CBCC5-9EF4-4A75-879E-CED1868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兴盛的三个观察点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09B0E2-CE5D-481B-8C5A-323D66E0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兴盛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EA0FB8-8724-47D0-92B5-F0A1A5D6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1F3430-A018-42D6-B12F-00725371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95">
            <a:extLst xmlns:a="http://schemas.openxmlformats.org/drawingml/2006/main">
              <a:ext uri="{FF2B5EF4-FFF2-40B4-BE49-F238E27FC236}">
                <a16:creationId xmlns:a16="http://schemas.microsoft.com/office/drawing/2014/main" id="{B23121DF-8BDD-4866-B8E5-EAA1B88F4AE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96">
            <a:extLst xmlns:a="http://schemas.openxmlformats.org/drawingml/2006/main">
              <a:ext uri="{FF2B5EF4-FFF2-40B4-BE49-F238E27FC236}">
                <a16:creationId xmlns:a16="http://schemas.microsoft.com/office/drawing/2014/main" id="{81BB7A41-AD97-4B14-94D5-62433735EB8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97">
            <a:extLst xmlns:a="http://schemas.openxmlformats.org/drawingml/2006/main">
              <a:ext uri="{FF2B5EF4-FFF2-40B4-BE49-F238E27FC236}">
                <a16:creationId xmlns:a16="http://schemas.microsoft.com/office/drawing/2014/main" id="{6A13D221-5C66-48E3-A10A-22FABD56E091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58CA1E-799E-4B40-938B-58B5E595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仓储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两都及地方广设仓库；供应朝廷粮物，义仓备水旱赈济。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洛阳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隋炀帝兴建洛阳城，规模宏大。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南北贯通、沟通五大水系；巩固统一，促进南北经济交流和沿岸城市发展。</a:t>
            </a:r>
          </a:p>
        </p:txBody>
      </p:sp>
      <p:sp>
        <p:nvSpPr>
          <p:cNvPr id="13" name="link-98">
            <a:extLst xmlns:a="http://schemas.openxmlformats.org/drawingml/2006/main">
              <a:ext uri="{FF2B5EF4-FFF2-40B4-BE49-F238E27FC236}">
                <a16:creationId xmlns:a16="http://schemas.microsoft.com/office/drawing/2014/main" id="{68CD2262-EC42-4567-91A7-6F035BB3B343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长安、洛阳与两京制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长安、洛阳与两京制 ↗</a:t>
            </a:r>
          </a:p>
        </p:txBody>
      </p:sp>
      <p:sp>
        <p:nvSpPr>
          <p:cNvPr id="14" name="link-99">
            <a:extLst xmlns:a="http://schemas.openxmlformats.org/drawingml/2006/main">
              <a:ext uri="{FF2B5EF4-FFF2-40B4-BE49-F238E27FC236}">
                <a16:creationId xmlns:a16="http://schemas.microsoft.com/office/drawing/2014/main" id="{36CCC503-7AAB-409F-878A-2B20CD8D1539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义仓的含义与制度演变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义仓的含义与制度演变 ↗</a:t>
            </a:r>
          </a:p>
        </p:txBody>
      </p:sp>
      <p:sp>
        <p:nvSpPr>
          <p:cNvPr id="15" name="link-100">
            <a:extLst xmlns:a="http://schemas.openxmlformats.org/drawingml/2006/main">
              <a:ext uri="{FF2B5EF4-FFF2-40B4-BE49-F238E27FC236}">
                <a16:creationId xmlns:a16="http://schemas.microsoft.com/office/drawing/2014/main" id="{6381CD69-0952-45BD-84D8-084457EEBA4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大运河：作用、联系与经济重心 ↗</a:t>
            </a:r>
          </a:p>
        </p:txBody>
      </p:sp>
      <p:sp>
        <p:nvSpPr>
          <p:cNvPr id="16" name="link-101">
            <a:extLst xmlns:a="http://schemas.openxmlformats.org/drawingml/2006/main">
              <a:ext uri="{FF2B5EF4-FFF2-40B4-BE49-F238E27FC236}">
                <a16:creationId xmlns:a16="http://schemas.microsoft.com/office/drawing/2014/main" id="{BAD8EB6B-1A36-4DE9-B531-603052857207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7699757"/>
      </p:ext>
    </p:extLst>
  </p:cSld>
  <p:transition advClick="0"/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072D6-1F63-4AC1-89BF-1700773A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2">
            <a:extLst xmlns:a="http://schemas.openxmlformats.org/drawingml/2006/main">
              <a:ext uri="{FF2B5EF4-FFF2-40B4-BE49-F238E27FC236}">
                <a16:creationId xmlns:a16="http://schemas.microsoft.com/office/drawing/2014/main" id="{3302CE81-8050-4784-B3D6-A9F5E47D30E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3">
            <a:extLst xmlns:a="http://schemas.openxmlformats.org/drawingml/2006/main">
              <a:ext uri="{FF2B5EF4-FFF2-40B4-BE49-F238E27FC236}">
                <a16:creationId xmlns:a16="http://schemas.microsoft.com/office/drawing/2014/main" id="{764FEBA0-9773-418E-BE13-7E22221F8D5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4">
            <a:extLst xmlns:a="http://schemas.openxmlformats.org/drawingml/2006/main">
              <a:ext uri="{FF2B5EF4-FFF2-40B4-BE49-F238E27FC236}">
                <a16:creationId xmlns:a16="http://schemas.microsoft.com/office/drawing/2014/main" id="{6344DCB8-3B10-4174-80B9-9A4771D5AF8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936F2C-2E04-4227-8033-04034A92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隋朝灭亡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A2265A-785F-421C-94F9-091DD962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1/2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FEF28D3-8239-42F6-97C4-602F73E9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3EE2D64-1252-43AB-BAC9-66B3BB37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05">
            <a:extLst xmlns:a="http://schemas.openxmlformats.org/drawingml/2006/main">
              <a:ext uri="{FF2B5EF4-FFF2-40B4-BE49-F238E27FC236}">
                <a16:creationId xmlns:a16="http://schemas.microsoft.com/office/drawing/2014/main" id="{38A88419-C140-4A4F-8CC1-DA8493BCD78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06">
            <a:extLst xmlns:a="http://schemas.openxmlformats.org/drawingml/2006/main">
              <a:ext uri="{FF2B5EF4-FFF2-40B4-BE49-F238E27FC236}">
                <a16:creationId xmlns:a16="http://schemas.microsoft.com/office/drawing/2014/main" id="{73ABFF74-814C-492C-B38D-59E4F35C7B6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07">
            <a:extLst xmlns:a="http://schemas.openxmlformats.org/drawingml/2006/main">
              <a:ext uri="{FF2B5EF4-FFF2-40B4-BE49-F238E27FC236}">
                <a16:creationId xmlns:a16="http://schemas.microsoft.com/office/drawing/2014/main" id="{0DCD562A-3688-4FDD-919A-EC1691E0037B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隋亡主线：负担、生产与反抗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7DDBC-6148-49E1-8755-09CFF294BA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4d84f172c4a32"/>
          <a:stretch xmlns:a="http://schemas.openxmlformats.org/drawingml/2006/main"/>
        </p:blipFill>
        <p:spPr>
          <a:xfrm xmlns:a="http://schemas.openxmlformats.org/drawingml/2006/main">
            <a:off x="1619250" y="2106002"/>
            <a:ext cx="10096500" cy="2588846"/>
          </a:xfrm>
          <a:prstGeom xmlns:a="http://schemas.openxmlformats.org/drawingml/2006/main" prst="rect">
            <a:avLst/>
          </a:prstGeom>
        </p:spPr>
      </p:pic>
      <p:sp>
        <p:nvSpPr>
          <p:cNvPr id="13" name="link-108">
            <a:extLst xmlns:a="http://schemas.openxmlformats.org/drawingml/2006/main">
              <a:ext uri="{FF2B5EF4-FFF2-40B4-BE49-F238E27FC236}">
                <a16:creationId xmlns:a16="http://schemas.microsoft.com/office/drawing/2014/main" id="{518F2D94-9D2D-48CB-9054-F577E96FE416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09">
            <a:extLst xmlns:a="http://schemas.openxmlformats.org/drawingml/2006/main">
              <a:ext uri="{FF2B5EF4-FFF2-40B4-BE49-F238E27FC236}">
                <a16:creationId xmlns:a16="http://schemas.microsoft.com/office/drawing/2014/main" id="{BB5A85F4-680C-461C-9CDA-0CBC520F7894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10">
            <a:extLst xmlns:a="http://schemas.openxmlformats.org/drawingml/2006/main">
              <a:ext uri="{FF2B5EF4-FFF2-40B4-BE49-F238E27FC236}">
                <a16:creationId xmlns:a16="http://schemas.microsoft.com/office/drawing/2014/main" id="{2811DE9A-6EA4-435D-A843-3E1B7FDA1392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11">
            <a:extLst xmlns:a="http://schemas.openxmlformats.org/drawingml/2006/main">
              <a:ext uri="{FF2B5EF4-FFF2-40B4-BE49-F238E27FC236}">
                <a16:creationId xmlns:a16="http://schemas.microsoft.com/office/drawing/2014/main" id="{E9FFF519-540C-462A-846D-44713FB0DE1E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07259375"/>
      </p:ext>
    </p:extLst>
  </p:cSld>
  <p:transition advClick="0"/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A60FB-01FB-4644-9192-2A711922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2">
            <a:extLst xmlns:a="http://schemas.openxmlformats.org/drawingml/2006/main">
              <a:ext uri="{FF2B5EF4-FFF2-40B4-BE49-F238E27FC236}">
                <a16:creationId xmlns:a16="http://schemas.microsoft.com/office/drawing/2014/main" id="{E077059C-58BF-445D-A65A-655C137C3CC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3">
            <a:extLst xmlns:a="http://schemas.openxmlformats.org/drawingml/2006/main">
              <a:ext uri="{FF2B5EF4-FFF2-40B4-BE49-F238E27FC236}">
                <a16:creationId xmlns:a16="http://schemas.microsoft.com/office/drawing/2014/main" id="{BD331A7B-32DC-49D6-B484-C10A52BC566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4">
            <a:extLst xmlns:a="http://schemas.openxmlformats.org/drawingml/2006/main">
              <a:ext uri="{FF2B5EF4-FFF2-40B4-BE49-F238E27FC236}">
                <a16:creationId xmlns:a16="http://schemas.microsoft.com/office/drawing/2014/main" id="{31660B18-08E1-4154-87FC-86D478360FF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37ECBD-3144-47C8-B437-FAE497DA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隋亡主线：负担、生产与反抗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BCEDFE-2BE4-4F1C-A0DA-A2343B80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1/2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BEF676-191C-41D0-836A-6469FC3C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4BCABF-D555-4EF6-B2BF-E972F370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15">
            <a:extLst xmlns:a="http://schemas.openxmlformats.org/drawingml/2006/main">
              <a:ext uri="{FF2B5EF4-FFF2-40B4-BE49-F238E27FC236}">
                <a16:creationId xmlns:a16="http://schemas.microsoft.com/office/drawing/2014/main" id="{DF21E8EE-942A-4C0F-9310-753FEA9D54E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16">
            <a:extLst xmlns:a="http://schemas.openxmlformats.org/drawingml/2006/main">
              <a:ext uri="{FF2B5EF4-FFF2-40B4-BE49-F238E27FC236}">
                <a16:creationId xmlns:a16="http://schemas.microsoft.com/office/drawing/2014/main" id="{5237E9A7-FDF8-49E6-99B2-EA92DA93CC2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17">
            <a:extLst xmlns:a="http://schemas.openxmlformats.org/drawingml/2006/main">
              <a:ext uri="{FF2B5EF4-FFF2-40B4-BE49-F238E27FC236}">
                <a16:creationId xmlns:a16="http://schemas.microsoft.com/office/drawing/2014/main" id="{571FFD95-C6F5-4549-8F4D-6C1422765E20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210369-A404-46D4-93CD-CDAF95DB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负担与起义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大兴土木、穷奢极欲、三次大举征伐（教材称“高丽”）→生产遭到严重破坏、民不聊生→大规模起义。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618年 · 隋朝灭亡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隋炀帝在江都被部将杀死。李渊建唐是同年的另一事件，不能混作同一政权。</a:t>
            </a:r>
          </a:p>
        </p:txBody>
      </p:sp>
      <p:sp>
        <p:nvSpPr>
          <p:cNvPr id="13" name="link-118">
            <a:extLst xmlns:a="http://schemas.openxmlformats.org/drawingml/2006/main">
              <a:ext uri="{FF2B5EF4-FFF2-40B4-BE49-F238E27FC236}">
                <a16:creationId xmlns:a16="http://schemas.microsoft.com/office/drawing/2014/main" id="{E16A6A89-89E2-4971-9077-2E13A8A600B3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19">
            <a:extLst xmlns:a="http://schemas.openxmlformats.org/drawingml/2006/main">
              <a:ext uri="{FF2B5EF4-FFF2-40B4-BE49-F238E27FC236}">
                <a16:creationId xmlns:a16="http://schemas.microsoft.com/office/drawing/2014/main" id="{9C521DF3-F6D0-4AC0-A117-3ABD45C808B6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20">
            <a:extLst xmlns:a="http://schemas.openxmlformats.org/drawingml/2006/main">
              <a:ext uri="{FF2B5EF4-FFF2-40B4-BE49-F238E27FC236}">
                <a16:creationId xmlns:a16="http://schemas.microsoft.com/office/drawing/2014/main" id="{B0FAB9D9-AE49-4B22-B255-6C99D61C22B1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21">
            <a:extLst xmlns:a="http://schemas.openxmlformats.org/drawingml/2006/main">
              <a:ext uri="{FF2B5EF4-FFF2-40B4-BE49-F238E27FC236}">
                <a16:creationId xmlns:a16="http://schemas.microsoft.com/office/drawing/2014/main" id="{307B1E6E-88F6-461B-8C07-734A004F65D7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0333253"/>
      </p:ext>
    </p:extLst>
  </p:cSld>
  <p:transition advClick="0"/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9B239-3AEF-454A-A120-288B69EB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22">
            <a:extLst xmlns:a="http://schemas.openxmlformats.org/drawingml/2006/main">
              <a:ext uri="{FF2B5EF4-FFF2-40B4-BE49-F238E27FC236}">
                <a16:creationId xmlns:a16="http://schemas.microsoft.com/office/drawing/2014/main" id="{30A288D8-4811-4BDD-80A4-9AE5CE68147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23">
            <a:extLst xmlns:a="http://schemas.openxmlformats.org/drawingml/2006/main">
              <a:ext uri="{FF2B5EF4-FFF2-40B4-BE49-F238E27FC236}">
                <a16:creationId xmlns:a16="http://schemas.microsoft.com/office/drawing/2014/main" id="{8311F277-2758-4853-8436-A926954FAA0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24">
            <a:extLst xmlns:a="http://schemas.openxmlformats.org/drawingml/2006/main">
              <a:ext uri="{FF2B5EF4-FFF2-40B4-BE49-F238E27FC236}">
                <a16:creationId xmlns:a16="http://schemas.microsoft.com/office/drawing/2014/main" id="{5B2E2042-882B-44CD-A510-4E59B1C1AD9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A82F35-8059-4770-B2F4-3579180F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学思之窗：皮日休诗与提问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23DDFF-3924-4F67-A16E-249C8416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2/2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5668266-8A3B-480F-B2BF-EBAEF31A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FF5B6A-7F48-4A3A-AD5F-229BB420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25">
            <a:extLst xmlns:a="http://schemas.openxmlformats.org/drawingml/2006/main">
              <a:ext uri="{FF2B5EF4-FFF2-40B4-BE49-F238E27FC236}">
                <a16:creationId xmlns:a16="http://schemas.microsoft.com/office/drawing/2014/main" id="{6A4A26E8-4C9C-43BB-8E34-B789DE01F22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26">
            <a:extLst xmlns:a="http://schemas.openxmlformats.org/drawingml/2006/main">
              <a:ext uri="{FF2B5EF4-FFF2-40B4-BE49-F238E27FC236}">
                <a16:creationId xmlns:a16="http://schemas.microsoft.com/office/drawing/2014/main" id="{E6718398-894F-49B2-9360-ADB595FA810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27">
            <a:extLst xmlns:a="http://schemas.openxmlformats.org/drawingml/2006/main">
              <a:ext uri="{FF2B5EF4-FFF2-40B4-BE49-F238E27FC236}">
                <a16:creationId xmlns:a16="http://schemas.microsoft.com/office/drawing/2014/main" id="{570BABB7-B456-459D-9024-157F4561CB01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读诗：功效与负担分开评价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C3952-C8D2-45FB-A91A-5AFEDBD99E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50e4a337b4ce3"/>
          <a:stretch xmlns:a="http://schemas.openxmlformats.org/drawingml/2006/main"/>
        </p:blipFill>
        <p:spPr>
          <a:xfrm xmlns:a="http://schemas.openxmlformats.org/drawingml/2006/main">
            <a:off x="5675612" y="1552575"/>
            <a:ext cx="1983775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128">
            <a:extLst xmlns:a="http://schemas.openxmlformats.org/drawingml/2006/main">
              <a:ext uri="{FF2B5EF4-FFF2-40B4-BE49-F238E27FC236}">
                <a16:creationId xmlns:a16="http://schemas.microsoft.com/office/drawing/2014/main" id="{438E12D1-2E95-4104-8A60-8B420869F014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29">
            <a:extLst xmlns:a="http://schemas.openxmlformats.org/drawingml/2006/main">
              <a:ext uri="{FF2B5EF4-FFF2-40B4-BE49-F238E27FC236}">
                <a16:creationId xmlns:a16="http://schemas.microsoft.com/office/drawing/2014/main" id="{ABE03885-BA0B-4D5C-BE7E-21B584F47CD5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30">
            <a:extLst xmlns:a="http://schemas.openxmlformats.org/drawingml/2006/main">
              <a:ext uri="{FF2B5EF4-FFF2-40B4-BE49-F238E27FC236}">
                <a16:creationId xmlns:a16="http://schemas.microsoft.com/office/drawing/2014/main" id="{8FF0C12C-9AFC-4842-8D0F-69347AA78E3B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31">
            <a:extLst xmlns:a="http://schemas.openxmlformats.org/drawingml/2006/main">
              <a:ext uri="{FF2B5EF4-FFF2-40B4-BE49-F238E27FC236}">
                <a16:creationId xmlns:a16="http://schemas.microsoft.com/office/drawing/2014/main" id="{B63431DF-9AD0-4734-9855-9EAA4CDE3DB0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8531024"/>
      </p:ext>
    </p:extLst>
  </p:cSld>
  <p:transition advClick="0"/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43FB0-D079-4DF3-A1EC-2448B889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32">
            <a:extLst xmlns:a="http://schemas.openxmlformats.org/drawingml/2006/main">
              <a:ext uri="{FF2B5EF4-FFF2-40B4-BE49-F238E27FC236}">
                <a16:creationId xmlns:a16="http://schemas.microsoft.com/office/drawing/2014/main" id="{699445B9-E9FE-4B4D-9CA9-EBCB7D0043C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33">
            <a:extLst xmlns:a="http://schemas.openxmlformats.org/drawingml/2006/main">
              <a:ext uri="{FF2B5EF4-FFF2-40B4-BE49-F238E27FC236}">
                <a16:creationId xmlns:a16="http://schemas.microsoft.com/office/drawing/2014/main" id="{587E9CEB-55C3-40EF-B043-B62F26E030F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34">
            <a:extLst xmlns:a="http://schemas.openxmlformats.org/drawingml/2006/main">
              <a:ext uri="{FF2B5EF4-FFF2-40B4-BE49-F238E27FC236}">
                <a16:creationId xmlns:a16="http://schemas.microsoft.com/office/drawing/2014/main" id="{240538B6-EE27-4E65-90D2-C57F98E3764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90008C-432A-4F39-912D-1F20CF3D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读诗：功效与负担分开评价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8A926F1-831D-4B5E-90A0-85CE6491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2/2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8556A7F-686F-47B3-8029-5B994D5E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1376F63-DA45-4C08-B24B-A3CC88B0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35">
            <a:extLst xmlns:a="http://schemas.openxmlformats.org/drawingml/2006/main">
              <a:ext uri="{FF2B5EF4-FFF2-40B4-BE49-F238E27FC236}">
                <a16:creationId xmlns:a16="http://schemas.microsoft.com/office/drawing/2014/main" id="{D58053C3-2C96-4773-B064-440CDE24EE0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36">
            <a:extLst xmlns:a="http://schemas.openxmlformats.org/drawingml/2006/main">
              <a:ext uri="{FF2B5EF4-FFF2-40B4-BE49-F238E27FC236}">
                <a16:creationId xmlns:a16="http://schemas.microsoft.com/office/drawing/2014/main" id="{B6236121-104A-451C-B330-2AC50E625C6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37">
            <a:extLst xmlns:a="http://schemas.openxmlformats.org/drawingml/2006/main">
              <a:ext uri="{FF2B5EF4-FFF2-40B4-BE49-F238E27FC236}">
                <a16:creationId xmlns:a16="http://schemas.microsoft.com/office/drawing/2014/main" id="{9523480F-4191-4F62-A1B8-852BF6EB7E17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5D059E1-BFF2-4497-96CA-07A1CA16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材料讨论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结合诗歌与正文，分别讨论运河的长期功效、统治者奢侈用度与民力负担。诗歌是评价材料，不能单独证明修河动机。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历史启示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国家工程需要顾及社会承受能力；不能把修运河说成隋亡唯一原因。</a:t>
            </a:r>
          </a:p>
        </p:txBody>
      </p:sp>
      <p:sp>
        <p:nvSpPr>
          <p:cNvPr id="13" name="link-138">
            <a:extLst xmlns:a="http://schemas.openxmlformats.org/drawingml/2006/main">
              <a:ext uri="{FF2B5EF4-FFF2-40B4-BE49-F238E27FC236}">
                <a16:creationId xmlns:a16="http://schemas.microsoft.com/office/drawing/2014/main" id="{007C351D-6121-4B44-9641-A8AE36F6EB14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39">
            <a:extLst xmlns:a="http://schemas.openxmlformats.org/drawingml/2006/main">
              <a:ext uri="{FF2B5EF4-FFF2-40B4-BE49-F238E27FC236}">
                <a16:creationId xmlns:a16="http://schemas.microsoft.com/office/drawing/2014/main" id="{85FF1893-04C7-4AA7-BA97-7DD85821A5EC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40">
            <a:extLst xmlns:a="http://schemas.openxmlformats.org/drawingml/2006/main">
              <a:ext uri="{FF2B5EF4-FFF2-40B4-BE49-F238E27FC236}">
                <a16:creationId xmlns:a16="http://schemas.microsoft.com/office/drawing/2014/main" id="{2A8AF77C-476A-444C-9F6B-A272D72BCD8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41">
            <a:extLst xmlns:a="http://schemas.openxmlformats.org/drawingml/2006/main">
              <a:ext uri="{FF2B5EF4-FFF2-40B4-BE49-F238E27FC236}">
                <a16:creationId xmlns:a16="http://schemas.microsoft.com/office/drawing/2014/main" id="{B457573D-C875-463E-B2A5-440F93FB2A22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2619591"/>
      </p:ext>
    </p:extLst>
  </p:cSld>
  <p:transition advClick="0"/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D4052-797F-4D0A-AC72-32DCA355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42">
            <a:extLst xmlns:a="http://schemas.openxmlformats.org/drawingml/2006/main">
              <a:ext uri="{FF2B5EF4-FFF2-40B4-BE49-F238E27FC236}">
                <a16:creationId xmlns:a16="http://schemas.microsoft.com/office/drawing/2014/main" id="{33CE0315-144C-4654-892D-3772DCC7583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43">
            <a:extLst xmlns:a="http://schemas.openxmlformats.org/drawingml/2006/main">
              <a:ext uri="{FF2B5EF4-FFF2-40B4-BE49-F238E27FC236}">
                <a16:creationId xmlns:a16="http://schemas.microsoft.com/office/drawing/2014/main" id="{2C3683EB-DE8E-4212-8798-199699EF38A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44">
            <a:extLst xmlns:a="http://schemas.openxmlformats.org/drawingml/2006/main">
              <a:ext uri="{FF2B5EF4-FFF2-40B4-BE49-F238E27FC236}">
                <a16:creationId xmlns:a16="http://schemas.microsoft.com/office/drawing/2014/main" id="{57624C2C-C8EB-414A-9FBD-65F18E9B925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8D5242-86C8-47A9-A43D-1F9A561E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唐朝建立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2A7F1C5-6231-4176-A3D2-8764FA86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667568-43D7-4619-AD9F-FCC39C03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25A1A72-73EE-453F-99B4-E50167E7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45">
            <a:extLst xmlns:a="http://schemas.openxmlformats.org/drawingml/2006/main">
              <a:ext uri="{FF2B5EF4-FFF2-40B4-BE49-F238E27FC236}">
                <a16:creationId xmlns:a16="http://schemas.microsoft.com/office/drawing/2014/main" id="{49A8B92D-112A-4723-9C64-3B2BBF890DC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46">
            <a:extLst xmlns:a="http://schemas.openxmlformats.org/drawingml/2006/main">
              <a:ext uri="{FF2B5EF4-FFF2-40B4-BE49-F238E27FC236}">
                <a16:creationId xmlns:a16="http://schemas.microsoft.com/office/drawing/2014/main" id="{4768A0EE-440D-454F-96E6-71F7859E953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建立与随后统一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60CFE-9F58-4573-A000-1A06BE1273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355d9960a4e1c"/>
          <a:stretch xmlns:a="http://schemas.openxmlformats.org/drawingml/2006/main"/>
        </p:blipFill>
        <p:spPr>
          <a:xfrm xmlns:a="http://schemas.openxmlformats.org/drawingml/2006/main">
            <a:off x="1619250" y="3063274"/>
            <a:ext cx="10096500" cy="1455351"/>
          </a:xfrm>
          <a:prstGeom xmlns:a="http://schemas.openxmlformats.org/drawingml/2006/main" prst="rect">
            <a:avLst/>
          </a:prstGeom>
        </p:spPr>
      </p:pic>
      <p:sp>
        <p:nvSpPr>
          <p:cNvPr id="12" name="link-147">
            <a:extLst xmlns:a="http://schemas.openxmlformats.org/drawingml/2006/main">
              <a:ext uri="{FF2B5EF4-FFF2-40B4-BE49-F238E27FC236}">
                <a16:creationId xmlns:a16="http://schemas.microsoft.com/office/drawing/2014/main" id="{15145EF5-644A-4D7E-8B54-0CA9F27F6CBA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88923567"/>
      </p:ext>
    </p:extLst>
  </p:cSld>
  <p:transition advClick="0"/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7288F-F6B4-4E70-AC4A-BD6D7860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48">
            <a:extLst xmlns:a="http://schemas.openxmlformats.org/drawingml/2006/main">
              <a:ext uri="{FF2B5EF4-FFF2-40B4-BE49-F238E27FC236}">
                <a16:creationId xmlns:a16="http://schemas.microsoft.com/office/drawing/2014/main" id="{D1901190-E334-49B4-A258-A6967FC9615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49">
            <a:extLst xmlns:a="http://schemas.openxmlformats.org/drawingml/2006/main">
              <a:ext uri="{FF2B5EF4-FFF2-40B4-BE49-F238E27FC236}">
                <a16:creationId xmlns:a16="http://schemas.microsoft.com/office/drawing/2014/main" id="{EC71E7DE-4B80-4ED8-AB99-92A74F4DC81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50">
            <a:extLst xmlns:a="http://schemas.openxmlformats.org/drawingml/2006/main">
              <a:ext uri="{FF2B5EF4-FFF2-40B4-BE49-F238E27FC236}">
                <a16:creationId xmlns:a16="http://schemas.microsoft.com/office/drawing/2014/main" id="{CADC88A5-D8DC-49C4-BFAB-30C9B79CF4D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834CD2-722E-4A01-A1C7-DC715BAE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唐朝建立与随后统一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C21C631-9EDE-4DF4-ACAA-23D815E5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7260771-57DD-4EE7-A58B-D7383B88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268C7B-00ED-4019-B2DA-34501EE3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51">
            <a:extLst xmlns:a="http://schemas.openxmlformats.org/drawingml/2006/main">
              <a:ext uri="{FF2B5EF4-FFF2-40B4-BE49-F238E27FC236}">
                <a16:creationId xmlns:a16="http://schemas.microsoft.com/office/drawing/2014/main" id="{467CD111-CC71-4E35-8A9D-B7794F4B162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52">
            <a:extLst xmlns:a="http://schemas.openxmlformats.org/drawingml/2006/main">
              <a:ext uri="{FF2B5EF4-FFF2-40B4-BE49-F238E27FC236}">
                <a16:creationId xmlns:a16="http://schemas.microsoft.com/office/drawing/2014/main" id="{75310D98-A8BD-402A-A4FF-6A232573C77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53">
            <a:extLst xmlns:a="http://schemas.openxmlformats.org/drawingml/2006/main">
              <a:ext uri="{FF2B5EF4-FFF2-40B4-BE49-F238E27FC236}">
                <a16:creationId xmlns:a16="http://schemas.microsoft.com/office/drawing/2014/main" id="{2AFB2AB1-1D04-4840-8E1F-1C7D3A532944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116AF76-D2F1-4B7E-BF05-184EA82A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618年 · 李渊 · 长安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李渊在长安称帝，建立唐朝，是为唐高祖。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随后 · 逐渐统一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唐军逐渐消灭各支起义军和割据势力，统一全国；建唐不等于当日已经完成统一。</a:t>
            </a:r>
          </a:p>
        </p:txBody>
      </p:sp>
      <p:sp>
        <p:nvSpPr>
          <p:cNvPr id="13" name="link-154">
            <a:extLst xmlns:a="http://schemas.openxmlformats.org/drawingml/2006/main">
              <a:ext uri="{FF2B5EF4-FFF2-40B4-BE49-F238E27FC236}">
                <a16:creationId xmlns:a16="http://schemas.microsoft.com/office/drawing/2014/main" id="{750BAF12-912F-45DA-B1D3-803E3FC9F015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2060644"/>
      </p:ext>
    </p:extLst>
  </p:cSld>
  <p:transition advClick="0"/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30B41-B09A-4F74-AB6B-22262F38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55">
            <a:extLst xmlns:a="http://schemas.openxmlformats.org/drawingml/2006/main">
              <a:ext uri="{FF2B5EF4-FFF2-40B4-BE49-F238E27FC236}">
                <a16:creationId xmlns:a16="http://schemas.microsoft.com/office/drawing/2014/main" id="{E9C4DDBA-B17F-4CA8-9B14-5F7592EC496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56">
            <a:extLst xmlns:a="http://schemas.openxmlformats.org/drawingml/2006/main">
              <a:ext uri="{FF2B5EF4-FFF2-40B4-BE49-F238E27FC236}">
                <a16:creationId xmlns:a16="http://schemas.microsoft.com/office/drawing/2014/main" id="{FDCD7DEE-4319-456F-BCFC-C57CE9A33E1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57">
            <a:extLst xmlns:a="http://schemas.openxmlformats.org/drawingml/2006/main">
              <a:ext uri="{FF2B5EF4-FFF2-40B4-BE49-F238E27FC236}">
                <a16:creationId xmlns:a16="http://schemas.microsoft.com/office/drawing/2014/main" id="{7F1061C3-DF0F-4507-B7A3-D3E656B4511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66FC73-70D0-4B55-83B9-E90B3143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贞观之治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947095-8E3A-4DB4-ACF0-E305C8E6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1/5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4ECC60-71A5-4036-B773-5A8C364A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C95B2BA-AEBB-407F-A083-050C17DC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58">
            <a:extLst xmlns:a="http://schemas.openxmlformats.org/drawingml/2006/main">
              <a:ext uri="{FF2B5EF4-FFF2-40B4-BE49-F238E27FC236}">
                <a16:creationId xmlns:a16="http://schemas.microsoft.com/office/drawing/2014/main" id="{D559FBE5-9A2A-4EE7-9915-FF856856250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59">
            <a:extLst xmlns:a="http://schemas.openxmlformats.org/drawingml/2006/main">
              <a:ext uri="{FF2B5EF4-FFF2-40B4-BE49-F238E27FC236}">
                <a16:creationId xmlns:a16="http://schemas.microsoft.com/office/drawing/2014/main" id="{660DF1DB-17A8-4C15-8E98-DAC9359641B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建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60">
            <a:extLst xmlns:a="http://schemas.openxmlformats.org/drawingml/2006/main">
              <a:ext uri="{FF2B5EF4-FFF2-40B4-BE49-F238E27FC236}">
                <a16:creationId xmlns:a16="http://schemas.microsoft.com/office/drawing/2014/main" id="{4DB06F1C-52ED-4945-9F2B-179D150068D4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太宗：吸取隋亡教训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6535B-199B-4F85-9CFE-2BE97C8ED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29c3812a64d40"/>
          <a:stretch xmlns:a="http://schemas.openxmlformats.org/drawingml/2006/main"/>
        </p:blipFill>
        <p:spPr>
          <a:xfrm xmlns:a="http://schemas.openxmlformats.org/drawingml/2006/main">
            <a:off x="1619250" y="2472639"/>
            <a:ext cx="10096500" cy="1855573"/>
          </a:xfrm>
          <a:prstGeom xmlns:a="http://schemas.openxmlformats.org/drawingml/2006/main" prst="rect">
            <a:avLst/>
          </a:prstGeom>
        </p:spPr>
      </p:pic>
      <p:sp>
        <p:nvSpPr>
          <p:cNvPr id="13" name="link-161">
            <a:extLst xmlns:a="http://schemas.openxmlformats.org/drawingml/2006/main">
              <a:ext uri="{FF2B5EF4-FFF2-40B4-BE49-F238E27FC236}">
                <a16:creationId xmlns:a16="http://schemas.microsoft.com/office/drawing/2014/main" id="{56341AED-4DB3-4C80-98EB-2CF287C2EBE0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162">
            <a:extLst xmlns:a="http://schemas.openxmlformats.org/drawingml/2006/main">
              <a:ext uri="{FF2B5EF4-FFF2-40B4-BE49-F238E27FC236}">
                <a16:creationId xmlns:a16="http://schemas.microsoft.com/office/drawing/2014/main" id="{5753B1F1-D0D2-4702-AAB0-701DEE91416A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163">
            <a:extLst xmlns:a="http://schemas.openxmlformats.org/drawingml/2006/main">
              <a:ext uri="{FF2B5EF4-FFF2-40B4-BE49-F238E27FC236}">
                <a16:creationId xmlns:a16="http://schemas.microsoft.com/office/drawing/2014/main" id="{A528EE4E-B61B-493A-B6C9-7B13E5B2A08C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64">
            <a:extLst xmlns:a="http://schemas.openxmlformats.org/drawingml/2006/main">
              <a:ext uri="{FF2B5EF4-FFF2-40B4-BE49-F238E27FC236}">
                <a16:creationId xmlns:a16="http://schemas.microsoft.com/office/drawing/2014/main" id="{BB70B192-F622-4410-9912-E7F16E99A35F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165">
            <a:extLst xmlns:a="http://schemas.openxmlformats.org/drawingml/2006/main">
              <a:ext uri="{FF2B5EF4-FFF2-40B4-BE49-F238E27FC236}">
                <a16:creationId xmlns:a16="http://schemas.microsoft.com/office/drawing/2014/main" id="{50D2C828-1925-4494-9324-D2645C06259E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166">
            <a:extLst xmlns:a="http://schemas.openxmlformats.org/drawingml/2006/main">
              <a:ext uri="{FF2B5EF4-FFF2-40B4-BE49-F238E27FC236}">
                <a16:creationId xmlns:a16="http://schemas.microsoft.com/office/drawing/2014/main" id="{BD3909F1-5A03-4828-8C93-D63D2874362C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167">
            <a:extLst xmlns:a="http://schemas.openxmlformats.org/drawingml/2006/main">
              <a:ext uri="{FF2B5EF4-FFF2-40B4-BE49-F238E27FC236}">
                <a16:creationId xmlns:a16="http://schemas.microsoft.com/office/drawing/2014/main" id="{7D234C10-FA15-457B-A023-27E27F223297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58012639"/>
      </p:ext>
    </p:extLst>
  </p:cSld>
  <p:transition advClick="0"/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06E36-51CE-4761-BE9A-3E414ECA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68">
            <a:extLst xmlns:a="http://schemas.openxmlformats.org/drawingml/2006/main">
              <a:ext uri="{FF2B5EF4-FFF2-40B4-BE49-F238E27FC236}">
                <a16:creationId xmlns:a16="http://schemas.microsoft.com/office/drawing/2014/main" id="{CCF4D60A-205D-46EB-87AB-24C7F649101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69">
            <a:extLst xmlns:a="http://schemas.openxmlformats.org/drawingml/2006/main">
              <a:ext uri="{FF2B5EF4-FFF2-40B4-BE49-F238E27FC236}">
                <a16:creationId xmlns:a16="http://schemas.microsoft.com/office/drawing/2014/main" id="{F3A7884A-CEA9-44C4-99C0-8C008A0EB95D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70">
            <a:extLst xmlns:a="http://schemas.openxmlformats.org/drawingml/2006/main">
              <a:ext uri="{FF2B5EF4-FFF2-40B4-BE49-F238E27FC236}">
                <a16:creationId xmlns:a16="http://schemas.microsoft.com/office/drawing/2014/main" id="{96382310-4620-45D8-A439-677E5DA37AB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35067B1-E1F6-4EA9-B1E1-0D9651CA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唐太宗：吸取隋亡教训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58335A-BDD7-4E02-9B8D-DE546D74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1/5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1972F7D-F19F-4ACB-84DB-09460605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4B69FB2-A601-4544-84BC-BB01CC88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71">
            <a:extLst xmlns:a="http://schemas.openxmlformats.org/drawingml/2006/main">
              <a:ext uri="{FF2B5EF4-FFF2-40B4-BE49-F238E27FC236}">
                <a16:creationId xmlns:a16="http://schemas.microsoft.com/office/drawing/2014/main" id="{6BB1E199-8624-4E14-B842-4CF279B3C57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72">
            <a:extLst xmlns:a="http://schemas.openxmlformats.org/drawingml/2006/main">
              <a:ext uri="{FF2B5EF4-FFF2-40B4-BE49-F238E27FC236}">
                <a16:creationId xmlns:a16="http://schemas.microsoft.com/office/drawing/2014/main" id="{9D9394C4-0299-4076-9E09-93B50A9B08C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73">
            <a:extLst xmlns:a="http://schemas.openxmlformats.org/drawingml/2006/main">
              <a:ext uri="{FF2B5EF4-FFF2-40B4-BE49-F238E27FC236}">
                <a16:creationId xmlns:a16="http://schemas.microsoft.com/office/drawing/2014/main" id="{B80C6CF3-0769-440D-80DD-20009ECBFC4E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1D7F9D7-EEF2-4AE0-AD04-15F5D45D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治理措施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李世民轻徭薄赋、劝课农桑、戒奢从简、知人善任、虚怀纳谏。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贞观之治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统治时期出现开明政治局面。与唐玄宗时期的开元盛世相区别。</a:t>
            </a:r>
          </a:p>
        </p:txBody>
      </p:sp>
      <p:sp>
        <p:nvSpPr>
          <p:cNvPr id="13" name="link-174">
            <a:extLst xmlns:a="http://schemas.openxmlformats.org/drawingml/2006/main">
              <a:ext uri="{FF2B5EF4-FFF2-40B4-BE49-F238E27FC236}">
                <a16:creationId xmlns:a16="http://schemas.microsoft.com/office/drawing/2014/main" id="{0583DCF7-0A13-4B99-A96A-1DE794A57440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175">
            <a:extLst xmlns:a="http://schemas.openxmlformats.org/drawingml/2006/main">
              <a:ext uri="{FF2B5EF4-FFF2-40B4-BE49-F238E27FC236}">
                <a16:creationId xmlns:a16="http://schemas.microsoft.com/office/drawing/2014/main" id="{DAAE417E-F080-411A-9AF4-DC5F76386C1B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176">
            <a:extLst xmlns:a="http://schemas.openxmlformats.org/drawingml/2006/main">
              <a:ext uri="{FF2B5EF4-FFF2-40B4-BE49-F238E27FC236}">
                <a16:creationId xmlns:a16="http://schemas.microsoft.com/office/drawing/2014/main" id="{F4C05B0B-7242-450E-B224-8E5BC8B4F619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77">
            <a:extLst xmlns:a="http://schemas.openxmlformats.org/drawingml/2006/main">
              <a:ext uri="{FF2B5EF4-FFF2-40B4-BE49-F238E27FC236}">
                <a16:creationId xmlns:a16="http://schemas.microsoft.com/office/drawing/2014/main" id="{2855256A-0A09-428A-A382-790F2EBC716D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178">
            <a:extLst xmlns:a="http://schemas.openxmlformats.org/drawingml/2006/main">
              <a:ext uri="{FF2B5EF4-FFF2-40B4-BE49-F238E27FC236}">
                <a16:creationId xmlns:a16="http://schemas.microsoft.com/office/drawing/2014/main" id="{A826191F-AB11-4627-B59D-A233D00125D7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179">
            <a:extLst xmlns:a="http://schemas.openxmlformats.org/drawingml/2006/main">
              <a:ext uri="{FF2B5EF4-FFF2-40B4-BE49-F238E27FC236}">
                <a16:creationId xmlns:a16="http://schemas.microsoft.com/office/drawing/2014/main" id="{42796119-1151-4CD1-891F-417A86BC714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180">
            <a:extLst xmlns:a="http://schemas.openxmlformats.org/drawingml/2006/main">
              <a:ext uri="{FF2B5EF4-FFF2-40B4-BE49-F238E27FC236}">
                <a16:creationId xmlns:a16="http://schemas.microsoft.com/office/drawing/2014/main" id="{763FC1DE-C978-44D8-A72E-CE6AC22CD9B2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56185462"/>
      </p:ext>
    </p:extLst>
  </p:cSld>
  <p:transition advClick="0"/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D23F4-D683-4E15-8132-65F63003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81">
            <a:extLst xmlns:a="http://schemas.openxmlformats.org/drawingml/2006/main">
              <a:ext uri="{FF2B5EF4-FFF2-40B4-BE49-F238E27FC236}">
                <a16:creationId xmlns:a16="http://schemas.microsoft.com/office/drawing/2014/main" id="{95DBADDF-8B9A-4C39-836A-4A575915D88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82">
            <a:extLst xmlns:a="http://schemas.openxmlformats.org/drawingml/2006/main">
              <a:ext uri="{FF2B5EF4-FFF2-40B4-BE49-F238E27FC236}">
                <a16:creationId xmlns:a16="http://schemas.microsoft.com/office/drawing/2014/main" id="{1A514749-101F-4927-BB6D-04E60E8D957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83">
            <a:extLst xmlns:a="http://schemas.openxmlformats.org/drawingml/2006/main">
              <a:ext uri="{FF2B5EF4-FFF2-40B4-BE49-F238E27FC236}">
                <a16:creationId xmlns:a16="http://schemas.microsoft.com/office/drawing/2014/main" id="{87D57F77-6543-4E4D-9426-980654B9D72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3F35CB-00C6-439C-85AE-F3BA2320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武则天时期与开元盛世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CDFAD5-8074-42F5-9B53-192E0265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2/5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05D0830-4CB9-4F44-9E8D-7FD7A7BD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257D4A7-D2F3-4426-AF45-8FD72865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84">
            <a:extLst xmlns:a="http://schemas.openxmlformats.org/drawingml/2006/main">
              <a:ext uri="{FF2B5EF4-FFF2-40B4-BE49-F238E27FC236}">
                <a16:creationId xmlns:a16="http://schemas.microsoft.com/office/drawing/2014/main" id="{A4EE410E-9E40-4441-A74D-14225A1A15F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85">
            <a:extLst xmlns:a="http://schemas.openxmlformats.org/drawingml/2006/main">
              <a:ext uri="{FF2B5EF4-FFF2-40B4-BE49-F238E27FC236}">
                <a16:creationId xmlns:a16="http://schemas.microsoft.com/office/drawing/2014/main" id="{ED82CA80-978D-42CB-AD4C-E0389BAD92D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86">
            <a:extLst xmlns:a="http://schemas.openxmlformats.org/drawingml/2006/main">
              <a:ext uri="{FF2B5EF4-FFF2-40B4-BE49-F238E27FC236}">
                <a16:creationId xmlns:a16="http://schemas.microsoft.com/office/drawing/2014/main" id="{5B8ED443-6DF6-4889-A468-98DA6F298E18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走向盛世的三个教学阶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17F6B-2F5A-462E-954C-AA8ECB541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26606c64a47dd"/>
          <a:stretch xmlns:a="http://schemas.openxmlformats.org/drawingml/2006/main"/>
        </p:blipFill>
        <p:spPr>
          <a:xfrm xmlns:a="http://schemas.openxmlformats.org/drawingml/2006/main">
            <a:off x="2129638" y="1552575"/>
            <a:ext cx="9075723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187">
            <a:extLst xmlns:a="http://schemas.openxmlformats.org/drawingml/2006/main">
              <a:ext uri="{FF2B5EF4-FFF2-40B4-BE49-F238E27FC236}">
                <a16:creationId xmlns:a16="http://schemas.microsoft.com/office/drawing/2014/main" id="{6BD925FB-A7E7-4375-B317-7BECA3CBDAE2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188">
            <a:extLst xmlns:a="http://schemas.openxmlformats.org/drawingml/2006/main">
              <a:ext uri="{FF2B5EF4-FFF2-40B4-BE49-F238E27FC236}">
                <a16:creationId xmlns:a16="http://schemas.microsoft.com/office/drawing/2014/main" id="{262C43FD-E199-4FBD-BC4C-99D5A8D394F5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189">
            <a:extLst xmlns:a="http://schemas.openxmlformats.org/drawingml/2006/main">
              <a:ext uri="{FF2B5EF4-FFF2-40B4-BE49-F238E27FC236}">
                <a16:creationId xmlns:a16="http://schemas.microsoft.com/office/drawing/2014/main" id="{85C97D33-DF6D-490A-8F35-48F5642E7354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90">
            <a:extLst xmlns:a="http://schemas.openxmlformats.org/drawingml/2006/main">
              <a:ext uri="{FF2B5EF4-FFF2-40B4-BE49-F238E27FC236}">
                <a16:creationId xmlns:a16="http://schemas.microsoft.com/office/drawing/2014/main" id="{4682D6DA-9AF8-4248-89E2-F528D3B656D5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191">
            <a:extLst xmlns:a="http://schemas.openxmlformats.org/drawingml/2006/main">
              <a:ext uri="{FF2B5EF4-FFF2-40B4-BE49-F238E27FC236}">
                <a16:creationId xmlns:a16="http://schemas.microsoft.com/office/drawing/2014/main" id="{974BC7CF-4C6E-486D-BF59-8866866199E1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192">
            <a:extLst xmlns:a="http://schemas.openxmlformats.org/drawingml/2006/main">
              <a:ext uri="{FF2B5EF4-FFF2-40B4-BE49-F238E27FC236}">
                <a16:creationId xmlns:a16="http://schemas.microsoft.com/office/drawing/2014/main" id="{4635715B-4D25-4027-9303-78F1222D623D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193">
            <a:extLst xmlns:a="http://schemas.openxmlformats.org/drawingml/2006/main">
              <a:ext uri="{FF2B5EF4-FFF2-40B4-BE49-F238E27FC236}">
                <a16:creationId xmlns:a16="http://schemas.microsoft.com/office/drawing/2014/main" id="{BC7B6FB7-89C9-460E-B05E-2B59521A8044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54589490"/>
      </p:ext>
    </p:extLst>
  </p:cSld>
  <p:transition advClick="0"/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B5538-4ADD-47B4-930A-16BCE687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94">
            <a:extLst xmlns:a="http://schemas.openxmlformats.org/drawingml/2006/main">
              <a:ext uri="{FF2B5EF4-FFF2-40B4-BE49-F238E27FC236}">
                <a16:creationId xmlns:a16="http://schemas.microsoft.com/office/drawing/2014/main" id="{4742E125-DC89-4D5A-BF91-FD121D24750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95">
            <a:extLst xmlns:a="http://schemas.openxmlformats.org/drawingml/2006/main">
              <a:ext uri="{FF2B5EF4-FFF2-40B4-BE49-F238E27FC236}">
                <a16:creationId xmlns:a16="http://schemas.microsoft.com/office/drawing/2014/main" id="{BF0F42FE-C41D-433A-9928-7DBFB987F49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96">
            <a:extLst xmlns:a="http://schemas.openxmlformats.org/drawingml/2006/main">
              <a:ext uri="{FF2B5EF4-FFF2-40B4-BE49-F238E27FC236}">
                <a16:creationId xmlns:a16="http://schemas.microsoft.com/office/drawing/2014/main" id="{27C5F3B6-2BF2-41DC-90EE-B7DFB75A7F1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AE47B3-362C-4F6B-8754-03C0BB81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走向盛世的三个教学阶段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0C14C84-48A3-40B7-B064-71F519A8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2/5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A9D527A-0493-46AC-8353-AF623DD2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E2D90C3-9202-4A4B-9A40-5E6DC5FE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97">
            <a:extLst xmlns:a="http://schemas.openxmlformats.org/drawingml/2006/main">
              <a:ext uri="{FF2B5EF4-FFF2-40B4-BE49-F238E27FC236}">
                <a16:creationId xmlns:a16="http://schemas.microsoft.com/office/drawing/2014/main" id="{7EC7B14E-16F3-4BBB-AF6B-6EE31B928BA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98">
            <a:extLst xmlns:a="http://schemas.openxmlformats.org/drawingml/2006/main">
              <a:ext uri="{FF2B5EF4-FFF2-40B4-BE49-F238E27FC236}">
                <a16:creationId xmlns:a16="http://schemas.microsoft.com/office/drawing/2014/main" id="{D5304E22-A6D9-40FB-916F-0F6DAE9719F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99">
            <a:extLst xmlns:a="http://schemas.openxmlformats.org/drawingml/2006/main">
              <a:ext uri="{FF2B5EF4-FFF2-40B4-BE49-F238E27FC236}">
                <a16:creationId xmlns:a16="http://schemas.microsoft.com/office/drawing/2014/main" id="{1C1FA039-C0B4-47BD-A54B-C1F147DE4674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6FA8D4-D424-48F9-88EF-AF0CB722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 · 贞观之治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吸取隋亡教训，轻徭薄赋、劝课农桑，戒奢从简、知人善任、虚怀纳谏。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武则天当权时期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唐高宗时参与朝政，后废唐称帝、改国号周。当权期间社会经济持续发展。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唐玄宗 · 开元盛世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李隆基选贤任能、改革吏治、发展生产、大兴文治、改革兵制，将唐朝推向全盛。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“承上启下”指发展线索，不把武周与唐朝混成同一朝号。</a:t>
            </a:r>
          </a:p>
        </p:txBody>
      </p:sp>
      <p:sp>
        <p:nvSpPr>
          <p:cNvPr id="13" name="link-200">
            <a:extLst xmlns:a="http://schemas.openxmlformats.org/drawingml/2006/main">
              <a:ext uri="{FF2B5EF4-FFF2-40B4-BE49-F238E27FC236}">
                <a16:creationId xmlns:a16="http://schemas.microsoft.com/office/drawing/2014/main" id="{AE986261-22A4-4B2D-8A8D-0F72445D8C2B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01">
            <a:extLst xmlns:a="http://schemas.openxmlformats.org/drawingml/2006/main">
              <a:ext uri="{FF2B5EF4-FFF2-40B4-BE49-F238E27FC236}">
                <a16:creationId xmlns:a16="http://schemas.microsoft.com/office/drawing/2014/main" id="{322ED5A2-5050-4F34-BA1C-72AB769B5660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02">
            <a:extLst xmlns:a="http://schemas.openxmlformats.org/drawingml/2006/main">
              <a:ext uri="{FF2B5EF4-FFF2-40B4-BE49-F238E27FC236}">
                <a16:creationId xmlns:a16="http://schemas.microsoft.com/office/drawing/2014/main" id="{993173A4-846E-42F4-B2B2-38692E8BC79C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03">
            <a:extLst xmlns:a="http://schemas.openxmlformats.org/drawingml/2006/main">
              <a:ext uri="{FF2B5EF4-FFF2-40B4-BE49-F238E27FC236}">
                <a16:creationId xmlns:a16="http://schemas.microsoft.com/office/drawing/2014/main" id="{D4256400-D3CC-4186-9B06-E0B2D5132EE4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04">
            <a:extLst xmlns:a="http://schemas.openxmlformats.org/drawingml/2006/main">
              <a:ext uri="{FF2B5EF4-FFF2-40B4-BE49-F238E27FC236}">
                <a16:creationId xmlns:a16="http://schemas.microsoft.com/office/drawing/2014/main" id="{67F277D0-AC3F-4E90-873C-6CB1862DA1E4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05">
            <a:extLst xmlns:a="http://schemas.openxmlformats.org/drawingml/2006/main">
              <a:ext uri="{FF2B5EF4-FFF2-40B4-BE49-F238E27FC236}">
                <a16:creationId xmlns:a16="http://schemas.microsoft.com/office/drawing/2014/main" id="{DDA03B7C-875C-44F4-ADC9-AC0A09F1A320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06">
            <a:extLst xmlns:a="http://schemas.openxmlformats.org/drawingml/2006/main">
              <a:ext uri="{FF2B5EF4-FFF2-40B4-BE49-F238E27FC236}">
                <a16:creationId xmlns:a16="http://schemas.microsoft.com/office/drawing/2014/main" id="{A4E33EA3-BF18-45FF-8AD6-D7A97E031F3A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1102564"/>
      </p:ext>
    </p:extLst>
  </p:cSld>
  <p:transition advClick="0"/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67996-E299-4989-9734-43F92458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07">
            <a:extLst xmlns:a="http://schemas.openxmlformats.org/drawingml/2006/main">
              <a:ext uri="{FF2B5EF4-FFF2-40B4-BE49-F238E27FC236}">
                <a16:creationId xmlns:a16="http://schemas.microsoft.com/office/drawing/2014/main" id="{D7F96C73-4A94-4042-97EA-F965156AD4D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08">
            <a:extLst xmlns:a="http://schemas.openxmlformats.org/drawingml/2006/main">
              <a:ext uri="{FF2B5EF4-FFF2-40B4-BE49-F238E27FC236}">
                <a16:creationId xmlns:a16="http://schemas.microsoft.com/office/drawing/2014/main" id="{92DAC898-1B29-450D-BC4F-F5D16D9A161D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09">
            <a:extLst xmlns:a="http://schemas.openxmlformats.org/drawingml/2006/main">
              <a:ext uri="{FF2B5EF4-FFF2-40B4-BE49-F238E27FC236}">
                <a16:creationId xmlns:a16="http://schemas.microsoft.com/office/drawing/2014/main" id="{C78DFA7A-6C8A-4CD1-9B38-81A90410ACC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471512-209B-40BE-AD27-2A0E1C94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历史纵横：唐朝曲辕犁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495E9DA-2EAD-4DDC-AB70-5773D8AA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3/5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B71B6A4-7B13-436B-85E7-E63BCFFD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61AB07-5A3F-4BC7-8AAD-F0E3E112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10">
            <a:extLst xmlns:a="http://schemas.openxmlformats.org/drawingml/2006/main">
              <a:ext uri="{FF2B5EF4-FFF2-40B4-BE49-F238E27FC236}">
                <a16:creationId xmlns:a16="http://schemas.microsoft.com/office/drawing/2014/main" id="{5AC0FF3C-863A-4295-92CD-0290F45E3BC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11">
            <a:extLst xmlns:a="http://schemas.openxmlformats.org/drawingml/2006/main">
              <a:ext uri="{FF2B5EF4-FFF2-40B4-BE49-F238E27FC236}">
                <a16:creationId xmlns:a16="http://schemas.microsoft.com/office/drawing/2014/main" id="{93F04A15-A12D-4381-A930-2320287F2F0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12">
            <a:extLst xmlns:a="http://schemas.openxmlformats.org/drawingml/2006/main">
              <a:ext uri="{FF2B5EF4-FFF2-40B4-BE49-F238E27FC236}">
                <a16:creationId xmlns:a16="http://schemas.microsoft.com/office/drawing/2014/main" id="{BE140F6C-AFA4-4DAA-8CA3-3754DC9C952C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曲辕犁：三项改进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B83B3-876E-4F87-B1EC-72C3CE56C6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6f6a294804b77"/>
          <a:stretch xmlns:a="http://schemas.openxmlformats.org/drawingml/2006/main"/>
        </p:blipFill>
        <p:spPr>
          <a:xfrm xmlns:a="http://schemas.openxmlformats.org/drawingml/2006/main">
            <a:off x="3130006" y="1552575"/>
            <a:ext cx="7074987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213">
            <a:extLst xmlns:a="http://schemas.openxmlformats.org/drawingml/2006/main">
              <a:ext uri="{FF2B5EF4-FFF2-40B4-BE49-F238E27FC236}">
                <a16:creationId xmlns:a16="http://schemas.microsoft.com/office/drawing/2014/main" id="{37D8D12F-A99F-4307-BDE8-111432C7698F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14">
            <a:extLst xmlns:a="http://schemas.openxmlformats.org/drawingml/2006/main">
              <a:ext uri="{FF2B5EF4-FFF2-40B4-BE49-F238E27FC236}">
                <a16:creationId xmlns:a16="http://schemas.microsoft.com/office/drawing/2014/main" id="{6B50584C-64E2-42A7-A924-2B350E057615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15">
            <a:extLst xmlns:a="http://schemas.openxmlformats.org/drawingml/2006/main">
              <a:ext uri="{FF2B5EF4-FFF2-40B4-BE49-F238E27FC236}">
                <a16:creationId xmlns:a16="http://schemas.microsoft.com/office/drawing/2014/main" id="{58B0E4DE-21FF-4510-878E-7BC30052A07F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16">
            <a:extLst xmlns:a="http://schemas.openxmlformats.org/drawingml/2006/main">
              <a:ext uri="{FF2B5EF4-FFF2-40B4-BE49-F238E27FC236}">
                <a16:creationId xmlns:a16="http://schemas.microsoft.com/office/drawing/2014/main" id="{B10CADED-4D3C-4BB5-88EB-CA92550EA721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17">
            <a:extLst xmlns:a="http://schemas.openxmlformats.org/drawingml/2006/main">
              <a:ext uri="{FF2B5EF4-FFF2-40B4-BE49-F238E27FC236}">
                <a16:creationId xmlns:a16="http://schemas.microsoft.com/office/drawing/2014/main" id="{C85DE1A8-28C3-487C-ACFD-1F3FD727EC70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18">
            <a:extLst xmlns:a="http://schemas.openxmlformats.org/drawingml/2006/main">
              <a:ext uri="{FF2B5EF4-FFF2-40B4-BE49-F238E27FC236}">
                <a16:creationId xmlns:a16="http://schemas.microsoft.com/office/drawing/2014/main" id="{3114FDF2-5449-43DB-9081-DF51F2389746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19">
            <a:extLst xmlns:a="http://schemas.openxmlformats.org/drawingml/2006/main">
              <a:ext uri="{FF2B5EF4-FFF2-40B4-BE49-F238E27FC236}">
                <a16:creationId xmlns:a16="http://schemas.microsoft.com/office/drawing/2014/main" id="{D97AAAB6-503C-4442-A0E4-1293882E9968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21302465"/>
      </p:ext>
    </p:extLst>
  </p:cSld>
  <p:transition advClick="0"/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01283-BCF4-49C2-9E59-09375BA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20">
            <a:extLst xmlns:a="http://schemas.openxmlformats.org/drawingml/2006/main">
              <a:ext uri="{FF2B5EF4-FFF2-40B4-BE49-F238E27FC236}">
                <a16:creationId xmlns:a16="http://schemas.microsoft.com/office/drawing/2014/main" id="{23853134-81FC-401D-A390-24014587E69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21">
            <a:extLst xmlns:a="http://schemas.openxmlformats.org/drawingml/2006/main">
              <a:ext uri="{FF2B5EF4-FFF2-40B4-BE49-F238E27FC236}">
                <a16:creationId xmlns:a16="http://schemas.microsoft.com/office/drawing/2014/main" id="{07366C60-E826-4F83-840A-A925E82C2A7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22">
            <a:extLst xmlns:a="http://schemas.openxmlformats.org/drawingml/2006/main">
              <a:ext uri="{FF2B5EF4-FFF2-40B4-BE49-F238E27FC236}">
                <a16:creationId xmlns:a16="http://schemas.microsoft.com/office/drawing/2014/main" id="{5BA4D9F0-2780-4F8A-A5E6-12238D9B8BE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CC918C8-C9FD-4B98-B9AE-D1334D11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曲辕犁：三项改进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64BC5B3-FC38-47F1-9FEB-D8BFAC48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3/5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3E13A6-5D96-4B3F-89E5-947CE6A5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2739AA-C72B-4E3A-A96E-48B2C516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23">
            <a:extLst xmlns:a="http://schemas.openxmlformats.org/drawingml/2006/main">
              <a:ext uri="{FF2B5EF4-FFF2-40B4-BE49-F238E27FC236}">
                <a16:creationId xmlns:a16="http://schemas.microsoft.com/office/drawing/2014/main" id="{E9ABD1DC-229C-4ECA-8EFC-96A7C718EAB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24">
            <a:extLst xmlns:a="http://schemas.openxmlformats.org/drawingml/2006/main">
              <a:ext uri="{FF2B5EF4-FFF2-40B4-BE49-F238E27FC236}">
                <a16:creationId xmlns:a16="http://schemas.microsoft.com/office/drawing/2014/main" id="{957741E2-8063-46DA-98C9-9D8C6434D18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25">
            <a:extLst xmlns:a="http://schemas.openxmlformats.org/drawingml/2006/main">
              <a:ext uri="{FF2B5EF4-FFF2-40B4-BE49-F238E27FC236}">
                <a16:creationId xmlns:a16="http://schemas.microsoft.com/office/drawing/2014/main" id="{1C5DA836-8907-4368-B837-BE905628755B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44087C-DB08-4570-B8CF-3EB5F172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短曲辕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由长直辕改为轻便的短曲辕。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犁评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加装犁评，调节耕作深浅。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犁壁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改进犁壁；这种犁在江南水田推广，耕犁基本定型。</a:t>
            </a:r>
          </a:p>
        </p:txBody>
      </p:sp>
      <p:sp>
        <p:nvSpPr>
          <p:cNvPr id="13" name="link-226">
            <a:extLst xmlns:a="http://schemas.openxmlformats.org/drawingml/2006/main">
              <a:ext uri="{FF2B5EF4-FFF2-40B4-BE49-F238E27FC236}">
                <a16:creationId xmlns:a16="http://schemas.microsoft.com/office/drawing/2014/main" id="{16E92E8C-4C3A-49E2-9FCA-F7A9E63136B3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27">
            <a:extLst xmlns:a="http://schemas.openxmlformats.org/drawingml/2006/main">
              <a:ext uri="{FF2B5EF4-FFF2-40B4-BE49-F238E27FC236}">
                <a16:creationId xmlns:a16="http://schemas.microsoft.com/office/drawing/2014/main" id="{D7F3A43E-40C3-415E-8559-9FE765BA531F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28">
            <a:extLst xmlns:a="http://schemas.openxmlformats.org/drawingml/2006/main">
              <a:ext uri="{FF2B5EF4-FFF2-40B4-BE49-F238E27FC236}">
                <a16:creationId xmlns:a16="http://schemas.microsoft.com/office/drawing/2014/main" id="{CF2658CF-0CCC-4FAD-A677-0F0EB95DD9C2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29">
            <a:extLst xmlns:a="http://schemas.openxmlformats.org/drawingml/2006/main">
              <a:ext uri="{FF2B5EF4-FFF2-40B4-BE49-F238E27FC236}">
                <a16:creationId xmlns:a16="http://schemas.microsoft.com/office/drawing/2014/main" id="{80FEC70B-0264-47E0-9C37-CB96EF3698C7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30">
            <a:extLst xmlns:a="http://schemas.openxmlformats.org/drawingml/2006/main">
              <a:ext uri="{FF2B5EF4-FFF2-40B4-BE49-F238E27FC236}">
                <a16:creationId xmlns:a16="http://schemas.microsoft.com/office/drawing/2014/main" id="{C3FACDB7-5D05-4540-8173-7C5813D207AF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31">
            <a:extLst xmlns:a="http://schemas.openxmlformats.org/drawingml/2006/main">
              <a:ext uri="{FF2B5EF4-FFF2-40B4-BE49-F238E27FC236}">
                <a16:creationId xmlns:a16="http://schemas.microsoft.com/office/drawing/2014/main" id="{7967C73D-160F-4271-93F3-2C1279D84FF8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32">
            <a:extLst xmlns:a="http://schemas.openxmlformats.org/drawingml/2006/main">
              <a:ext uri="{FF2B5EF4-FFF2-40B4-BE49-F238E27FC236}">
                <a16:creationId xmlns:a16="http://schemas.microsoft.com/office/drawing/2014/main" id="{6E4020DD-2081-436A-9E0B-1D377020A474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89805488"/>
      </p:ext>
    </p:extLst>
  </p:cSld>
  <p:transition advClick="0"/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FFBD7-4FAB-46DB-B02D-E5A9A531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33">
            <a:extLst xmlns:a="http://schemas.openxmlformats.org/drawingml/2006/main">
              <a:ext uri="{FF2B5EF4-FFF2-40B4-BE49-F238E27FC236}">
                <a16:creationId xmlns:a16="http://schemas.microsoft.com/office/drawing/2014/main" id="{CEF70F71-4429-4D5C-BBA5-FB6B838AD7C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34">
            <a:extLst xmlns:a="http://schemas.openxmlformats.org/drawingml/2006/main">
              <a:ext uri="{FF2B5EF4-FFF2-40B4-BE49-F238E27FC236}">
                <a16:creationId xmlns:a16="http://schemas.microsoft.com/office/drawing/2014/main" id="{737BC781-D6A9-4175-83C6-A1D91536FDD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35">
            <a:extLst xmlns:a="http://schemas.openxmlformats.org/drawingml/2006/main">
              <a:ext uri="{FF2B5EF4-FFF2-40B4-BE49-F238E27FC236}">
                <a16:creationId xmlns:a16="http://schemas.microsoft.com/office/drawing/2014/main" id="{35E6C331-73D8-4BA2-BCB2-B8E6EB54D4BC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3BD898-AA2F-4233-8B5C-D31D8822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敦煌莫高窟壁画唐朝牛耕图中的曲辕犁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FB4B0F-52AC-4020-96D6-059A7063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4/5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D827437-2557-4EBA-A8C9-E98BEA8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0FE3D1-0F96-4AEF-B877-F6E8B13A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36">
            <a:extLst xmlns:a="http://schemas.openxmlformats.org/drawingml/2006/main">
              <a:ext uri="{FF2B5EF4-FFF2-40B4-BE49-F238E27FC236}">
                <a16:creationId xmlns:a16="http://schemas.microsoft.com/office/drawing/2014/main" id="{D457E6B1-AE2D-4C5B-912E-618463C7BCE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37">
            <a:extLst xmlns:a="http://schemas.openxmlformats.org/drawingml/2006/main">
              <a:ext uri="{FF2B5EF4-FFF2-40B4-BE49-F238E27FC236}">
                <a16:creationId xmlns:a16="http://schemas.microsoft.com/office/drawing/2014/main" id="{C871BDD6-5622-4929-BCC6-89D8E8EBB49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38">
            <a:extLst xmlns:a="http://schemas.openxmlformats.org/drawingml/2006/main">
              <a:ext uri="{FF2B5EF4-FFF2-40B4-BE49-F238E27FC236}">
                <a16:creationId xmlns:a16="http://schemas.microsoft.com/office/drawing/2014/main" id="{FE75C5F9-9EB3-4EFA-8775-260C6B972AF4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观察牛耕图：图像与传播范围要区分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D4C2C-3C7C-41E2-81C4-78F2B3A85F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371b9abff4c0e"/>
          <a:stretch xmlns:a="http://schemas.openxmlformats.org/drawingml/2006/main"/>
        </p:blipFill>
        <p:spPr>
          <a:xfrm xmlns:a="http://schemas.openxmlformats.org/drawingml/2006/main">
            <a:off x="4872113" y="1552575"/>
            <a:ext cx="3590775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239">
            <a:extLst xmlns:a="http://schemas.openxmlformats.org/drawingml/2006/main">
              <a:ext uri="{FF2B5EF4-FFF2-40B4-BE49-F238E27FC236}">
                <a16:creationId xmlns:a16="http://schemas.microsoft.com/office/drawing/2014/main" id="{6CF33378-E1C6-4F56-83F8-418BE858C108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40">
            <a:extLst xmlns:a="http://schemas.openxmlformats.org/drawingml/2006/main">
              <a:ext uri="{FF2B5EF4-FFF2-40B4-BE49-F238E27FC236}">
                <a16:creationId xmlns:a16="http://schemas.microsoft.com/office/drawing/2014/main" id="{426F84F4-B445-4EDB-BBF6-E5846CF59DBB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41">
            <a:extLst xmlns:a="http://schemas.openxmlformats.org/drawingml/2006/main">
              <a:ext uri="{FF2B5EF4-FFF2-40B4-BE49-F238E27FC236}">
                <a16:creationId xmlns:a16="http://schemas.microsoft.com/office/drawing/2014/main" id="{2D3C64D7-FBED-447B-95FC-042888DF2EB1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42">
            <a:extLst xmlns:a="http://schemas.openxmlformats.org/drawingml/2006/main">
              <a:ext uri="{FF2B5EF4-FFF2-40B4-BE49-F238E27FC236}">
                <a16:creationId xmlns:a16="http://schemas.microsoft.com/office/drawing/2014/main" id="{7EA7127E-6EC2-46C6-8F9D-15346D510D9B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43">
            <a:extLst xmlns:a="http://schemas.openxmlformats.org/drawingml/2006/main">
              <a:ext uri="{FF2B5EF4-FFF2-40B4-BE49-F238E27FC236}">
                <a16:creationId xmlns:a16="http://schemas.microsoft.com/office/drawing/2014/main" id="{D51BB586-5387-46BA-AD9A-FA5B89ECD595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44">
            <a:extLst xmlns:a="http://schemas.openxmlformats.org/drawingml/2006/main">
              <a:ext uri="{FF2B5EF4-FFF2-40B4-BE49-F238E27FC236}">
                <a16:creationId xmlns:a16="http://schemas.microsoft.com/office/drawing/2014/main" id="{434B67F9-CD37-4E18-86AC-31F9A5E35BC0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45">
            <a:extLst xmlns:a="http://schemas.openxmlformats.org/drawingml/2006/main">
              <a:ext uri="{FF2B5EF4-FFF2-40B4-BE49-F238E27FC236}">
                <a16:creationId xmlns:a16="http://schemas.microsoft.com/office/drawing/2014/main" id="{C3E5FA1B-A155-4E91-9D90-12982A28DC3C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6638337"/>
      </p:ext>
    </p:extLst>
  </p:cSld>
  <p:transition advClick="0"/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15A7D-ED33-4FB3-8DCA-13CA8CAB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46">
            <a:extLst xmlns:a="http://schemas.openxmlformats.org/drawingml/2006/main">
              <a:ext uri="{FF2B5EF4-FFF2-40B4-BE49-F238E27FC236}">
                <a16:creationId xmlns:a16="http://schemas.microsoft.com/office/drawing/2014/main" id="{A136B0A3-2A53-40EA-90BC-400981C8AB3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47">
            <a:extLst xmlns:a="http://schemas.openxmlformats.org/drawingml/2006/main">
              <a:ext uri="{FF2B5EF4-FFF2-40B4-BE49-F238E27FC236}">
                <a16:creationId xmlns:a16="http://schemas.microsoft.com/office/drawing/2014/main" id="{FE765D55-04D9-4825-B21E-3E2974F68BB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48">
            <a:extLst xmlns:a="http://schemas.openxmlformats.org/drawingml/2006/main">
              <a:ext uri="{FF2B5EF4-FFF2-40B4-BE49-F238E27FC236}">
                <a16:creationId xmlns:a16="http://schemas.microsoft.com/office/drawing/2014/main" id="{2E2CB8F8-FE15-4CFD-AA99-D06D99FE69EC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B7D638-1385-46D2-BC35-630208CF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观察牛耕图：图像与传播范围要区分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55B951F-A029-40CC-89BA-E482311F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4/5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EF112E1-989B-4B80-B5DE-3D7929B4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8703B8-072E-46CA-87FA-A141FAD7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49">
            <a:extLst xmlns:a="http://schemas.openxmlformats.org/drawingml/2006/main">
              <a:ext uri="{FF2B5EF4-FFF2-40B4-BE49-F238E27FC236}">
                <a16:creationId xmlns:a16="http://schemas.microsoft.com/office/drawing/2014/main" id="{2F77179F-CE1E-42E6-8B17-E6660DE9404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50">
            <a:extLst xmlns:a="http://schemas.openxmlformats.org/drawingml/2006/main">
              <a:ext uri="{FF2B5EF4-FFF2-40B4-BE49-F238E27FC236}">
                <a16:creationId xmlns:a16="http://schemas.microsoft.com/office/drawing/2014/main" id="{47D5C333-3814-4FAD-9D00-432E86E8175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51">
            <a:extLst xmlns:a="http://schemas.openxmlformats.org/drawingml/2006/main">
              <a:ext uri="{FF2B5EF4-FFF2-40B4-BE49-F238E27FC236}">
                <a16:creationId xmlns:a16="http://schemas.microsoft.com/office/drawing/2014/main" id="{8D02B0FA-1DFE-4B11-BAFD-F06EBA9D8AB6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DD75A3-8B7D-4950-83EF-C4C87251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配图定位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图题明确为“敦煌莫高窟壁画唐朝牛耕图中的曲辕犁”；结合旁栏三项改进观察农具。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观察方法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壁画所在地不能单独证明技术起源或实际推广范围；不据此推定敦煌为曲辕犁发源地。</a:t>
            </a:r>
          </a:p>
        </p:txBody>
      </p:sp>
      <p:sp>
        <p:nvSpPr>
          <p:cNvPr id="13" name="link-252">
            <a:extLst xmlns:a="http://schemas.openxmlformats.org/drawingml/2006/main">
              <a:ext uri="{FF2B5EF4-FFF2-40B4-BE49-F238E27FC236}">
                <a16:creationId xmlns:a16="http://schemas.microsoft.com/office/drawing/2014/main" id="{29DE7B72-224C-4844-9EC1-9BAF8250B380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53">
            <a:extLst xmlns:a="http://schemas.openxmlformats.org/drawingml/2006/main">
              <a:ext uri="{FF2B5EF4-FFF2-40B4-BE49-F238E27FC236}">
                <a16:creationId xmlns:a16="http://schemas.microsoft.com/office/drawing/2014/main" id="{99707634-53A8-43E5-8D4C-0DEF2ACB7D2F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54">
            <a:extLst xmlns:a="http://schemas.openxmlformats.org/drawingml/2006/main">
              <a:ext uri="{FF2B5EF4-FFF2-40B4-BE49-F238E27FC236}">
                <a16:creationId xmlns:a16="http://schemas.microsoft.com/office/drawing/2014/main" id="{FAEF94E7-76D1-49E0-A207-70C0A9B1F866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55">
            <a:extLst xmlns:a="http://schemas.openxmlformats.org/drawingml/2006/main">
              <a:ext uri="{FF2B5EF4-FFF2-40B4-BE49-F238E27FC236}">
                <a16:creationId xmlns:a16="http://schemas.microsoft.com/office/drawing/2014/main" id="{68F7A4BA-4B49-4056-9001-10E9F746D1E0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56">
            <a:extLst xmlns:a="http://schemas.openxmlformats.org/drawingml/2006/main">
              <a:ext uri="{FF2B5EF4-FFF2-40B4-BE49-F238E27FC236}">
                <a16:creationId xmlns:a16="http://schemas.microsoft.com/office/drawing/2014/main" id="{5959D723-05B6-4E86-BB4D-4FD6B87CA34C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57">
            <a:extLst xmlns:a="http://schemas.openxmlformats.org/drawingml/2006/main">
              <a:ext uri="{FF2B5EF4-FFF2-40B4-BE49-F238E27FC236}">
                <a16:creationId xmlns:a16="http://schemas.microsoft.com/office/drawing/2014/main" id="{D93A6681-2498-4B8D-8020-A3B8B007A5CF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58">
            <a:extLst xmlns:a="http://schemas.openxmlformats.org/drawingml/2006/main">
              <a:ext uri="{FF2B5EF4-FFF2-40B4-BE49-F238E27FC236}">
                <a16:creationId xmlns:a16="http://schemas.microsoft.com/office/drawing/2014/main" id="{A4A9C795-DDB6-4EEC-B419-9C79C213F76E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19870132"/>
      </p:ext>
    </p:extLst>
  </p:cSld>
  <p:transition advClick="0"/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74278-E8AD-4396-8B01-C79A3135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59">
            <a:extLst xmlns:a="http://schemas.openxmlformats.org/drawingml/2006/main">
              <a:ext uri="{FF2B5EF4-FFF2-40B4-BE49-F238E27FC236}">
                <a16:creationId xmlns:a16="http://schemas.microsoft.com/office/drawing/2014/main" id="{F1A358DB-C0B4-4E2C-A67E-32DC1FDCD84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60">
            <a:extLst xmlns:a="http://schemas.openxmlformats.org/drawingml/2006/main">
              <a:ext uri="{FF2B5EF4-FFF2-40B4-BE49-F238E27FC236}">
                <a16:creationId xmlns:a16="http://schemas.microsoft.com/office/drawing/2014/main" id="{F9D810F8-B98D-40BA-8645-6CD6B3FF265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61">
            <a:extLst xmlns:a="http://schemas.openxmlformats.org/drawingml/2006/main">
              <a:ext uri="{FF2B5EF4-FFF2-40B4-BE49-F238E27FC236}">
                <a16:creationId xmlns:a16="http://schemas.microsoft.com/office/drawing/2014/main" id="{BC80C8B5-1644-43A0-AB62-7CBF2EB663D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E46584-7399-4D8B-AFAE-A52E93EE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唐三彩盘及说明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A39324-C079-4D12-8CAB-95500C8A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5/5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071C363-1E87-4761-AB3E-A35CE0A7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33367B-B332-48D2-AC7D-0EC707B8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62">
            <a:extLst xmlns:a="http://schemas.openxmlformats.org/drawingml/2006/main">
              <a:ext uri="{FF2B5EF4-FFF2-40B4-BE49-F238E27FC236}">
                <a16:creationId xmlns:a16="http://schemas.microsoft.com/office/drawing/2014/main" id="{B52930D9-2E9A-435D-8223-EE31B9BEEF0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63">
            <a:extLst xmlns:a="http://schemas.openxmlformats.org/drawingml/2006/main">
              <a:ext uri="{FF2B5EF4-FFF2-40B4-BE49-F238E27FC236}">
                <a16:creationId xmlns:a16="http://schemas.microsoft.com/office/drawing/2014/main" id="{D33A2F17-CC5F-4432-A944-5E6B2635C1C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64">
            <a:extLst xmlns:a="http://schemas.openxmlformats.org/drawingml/2006/main">
              <a:ext uri="{FF2B5EF4-FFF2-40B4-BE49-F238E27FC236}">
                <a16:creationId xmlns:a16="http://schemas.microsoft.com/office/drawing/2014/main" id="{1AE36630-ADD2-4424-8DD1-EF896F413260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三彩盘：观察工艺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9035E-75A5-4495-82B3-152FAFEA2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8a42f9bcd471c"/>
          <a:stretch xmlns:a="http://schemas.openxmlformats.org/drawingml/2006/main"/>
        </p:blipFill>
        <p:spPr>
          <a:xfrm xmlns:a="http://schemas.openxmlformats.org/drawingml/2006/main">
            <a:off x="4982313" y="1552575"/>
            <a:ext cx="3370374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265">
            <a:extLst xmlns:a="http://schemas.openxmlformats.org/drawingml/2006/main">
              <a:ext uri="{FF2B5EF4-FFF2-40B4-BE49-F238E27FC236}">
                <a16:creationId xmlns:a16="http://schemas.microsoft.com/office/drawing/2014/main" id="{EECB8DF0-587C-4A95-B5CF-1CB320E1E1A4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66">
            <a:extLst xmlns:a="http://schemas.openxmlformats.org/drawingml/2006/main">
              <a:ext uri="{FF2B5EF4-FFF2-40B4-BE49-F238E27FC236}">
                <a16:creationId xmlns:a16="http://schemas.microsoft.com/office/drawing/2014/main" id="{7002774F-7301-4C09-9386-136C4254CA3C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67">
            <a:extLst xmlns:a="http://schemas.openxmlformats.org/drawingml/2006/main">
              <a:ext uri="{FF2B5EF4-FFF2-40B4-BE49-F238E27FC236}">
                <a16:creationId xmlns:a16="http://schemas.microsoft.com/office/drawing/2014/main" id="{8551578A-0B7A-4148-AA9C-64665BDC0B5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68">
            <a:extLst xmlns:a="http://schemas.openxmlformats.org/drawingml/2006/main">
              <a:ext uri="{FF2B5EF4-FFF2-40B4-BE49-F238E27FC236}">
                <a16:creationId xmlns:a16="http://schemas.microsoft.com/office/drawing/2014/main" id="{1FB977DC-7B72-4DB2-99FF-6C94F2ABDEC7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69">
            <a:extLst xmlns:a="http://schemas.openxmlformats.org/drawingml/2006/main">
              <a:ext uri="{FF2B5EF4-FFF2-40B4-BE49-F238E27FC236}">
                <a16:creationId xmlns:a16="http://schemas.microsoft.com/office/drawing/2014/main" id="{1D85E605-AB0D-4B11-A27C-A8704ACB56F0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70">
            <a:extLst xmlns:a="http://schemas.openxmlformats.org/drawingml/2006/main">
              <a:ext uri="{FF2B5EF4-FFF2-40B4-BE49-F238E27FC236}">
                <a16:creationId xmlns:a16="http://schemas.microsoft.com/office/drawing/2014/main" id="{D8BCE28E-65A9-4695-B17F-F00A5B22A5FD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71">
            <a:extLst xmlns:a="http://schemas.openxmlformats.org/drawingml/2006/main">
              <a:ext uri="{FF2B5EF4-FFF2-40B4-BE49-F238E27FC236}">
                <a16:creationId xmlns:a16="http://schemas.microsoft.com/office/drawing/2014/main" id="{69015FCE-076D-4081-9DDE-4F77AADDFB99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35795410"/>
      </p:ext>
    </p:extLst>
  </p:cSld>
  <p:transition advClick="0"/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A8AF1-4A99-48F3-B2B7-3EBDFF45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72">
            <a:extLst xmlns:a="http://schemas.openxmlformats.org/drawingml/2006/main">
              <a:ext uri="{FF2B5EF4-FFF2-40B4-BE49-F238E27FC236}">
                <a16:creationId xmlns:a16="http://schemas.microsoft.com/office/drawing/2014/main" id="{D89DF772-B1A2-4990-B353-4C749691E35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73">
            <a:extLst xmlns:a="http://schemas.openxmlformats.org/drawingml/2006/main">
              <a:ext uri="{FF2B5EF4-FFF2-40B4-BE49-F238E27FC236}">
                <a16:creationId xmlns:a16="http://schemas.microsoft.com/office/drawing/2014/main" id="{57A1A381-5764-4539-AEB0-21910BECED1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74">
            <a:extLst xmlns:a="http://schemas.openxmlformats.org/drawingml/2006/main">
              <a:ext uri="{FF2B5EF4-FFF2-40B4-BE49-F238E27FC236}">
                <a16:creationId xmlns:a16="http://schemas.microsoft.com/office/drawing/2014/main" id="{0A124C21-6C66-412E-81FF-C6B011E7AEC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C07878-1264-4025-9CA4-6C11B15D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唐三彩盘：观察工艺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84C9E9-0134-499D-B979-580DF030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5/5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E609889-46EF-4959-8D6D-DB72AF9C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8ED3DC-BEE2-43BD-A87F-37B3D74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75">
            <a:extLst xmlns:a="http://schemas.openxmlformats.org/drawingml/2006/main">
              <a:ext uri="{FF2B5EF4-FFF2-40B4-BE49-F238E27FC236}">
                <a16:creationId xmlns:a16="http://schemas.microsoft.com/office/drawing/2014/main" id="{2DA4229F-6BB7-4961-BCAF-C5325B690F1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76">
            <a:extLst xmlns:a="http://schemas.openxmlformats.org/drawingml/2006/main">
              <a:ext uri="{FF2B5EF4-FFF2-40B4-BE49-F238E27FC236}">
                <a16:creationId xmlns:a16="http://schemas.microsoft.com/office/drawing/2014/main" id="{10E7B1AE-B311-4D81-9842-6362E9E3CAF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77">
            <a:extLst xmlns:a="http://schemas.openxmlformats.org/drawingml/2006/main">
              <a:ext uri="{FF2B5EF4-FFF2-40B4-BE49-F238E27FC236}">
                <a16:creationId xmlns:a16="http://schemas.microsoft.com/office/drawing/2014/main" id="{393E7D30-32E1-4735-A822-6FE6B00AD9A8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647BFD4-46B2-4D74-AADF-A3028B8A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器物信息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出土于陕西乾县唐永泰公主墓；该盘釉色绿、褐、白相间，兼具图案规律与釉色自然流动的特点。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经济门类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可归入手工业中的陶瓷工艺与装饰技术。该盘的三色不是全部唐三彩颜色的严格定义，也不能由一件文物推算贸易规模。</a:t>
            </a:r>
          </a:p>
        </p:txBody>
      </p:sp>
      <p:sp>
        <p:nvSpPr>
          <p:cNvPr id="13" name="link-278">
            <a:extLst xmlns:a="http://schemas.openxmlformats.org/drawingml/2006/main">
              <a:ext uri="{FF2B5EF4-FFF2-40B4-BE49-F238E27FC236}">
                <a16:creationId xmlns:a16="http://schemas.microsoft.com/office/drawing/2014/main" id="{09534640-790F-45D0-B47B-A84AD3045089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曲辕犁与唐三彩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79">
            <a:extLst xmlns:a="http://schemas.openxmlformats.org/drawingml/2006/main">
              <a:ext uri="{FF2B5EF4-FFF2-40B4-BE49-F238E27FC236}">
                <a16:creationId xmlns:a16="http://schemas.microsoft.com/office/drawing/2014/main" id="{7A8FA033-C1A7-4ED4-8497-0E49481A28DE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80">
            <a:extLst xmlns:a="http://schemas.openxmlformats.org/drawingml/2006/main">
              <a:ext uri="{FF2B5EF4-FFF2-40B4-BE49-F238E27FC236}">
                <a16:creationId xmlns:a16="http://schemas.microsoft.com/office/drawing/2014/main" id="{01B80B93-0FFD-4128-966D-3EBE531A99F9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81">
            <a:extLst xmlns:a="http://schemas.openxmlformats.org/drawingml/2006/main">
              <a:ext uri="{FF2B5EF4-FFF2-40B4-BE49-F238E27FC236}">
                <a16:creationId xmlns:a16="http://schemas.microsoft.com/office/drawing/2014/main" id="{CC00CD11-4728-4D60-867D-818F0BD57A7D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82">
            <a:extLst xmlns:a="http://schemas.openxmlformats.org/drawingml/2006/main">
              <a:ext uri="{FF2B5EF4-FFF2-40B4-BE49-F238E27FC236}">
                <a16:creationId xmlns:a16="http://schemas.microsoft.com/office/drawing/2014/main" id="{2C1148F4-BEE5-443F-9837-05B690B3AC71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83">
            <a:extLst xmlns:a="http://schemas.openxmlformats.org/drawingml/2006/main">
              <a:ext uri="{FF2B5EF4-FFF2-40B4-BE49-F238E27FC236}">
                <a16:creationId xmlns:a16="http://schemas.microsoft.com/office/drawing/2014/main" id="{59E76CDD-8D54-41BB-A3BB-0C3522EAE81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84">
            <a:extLst xmlns:a="http://schemas.openxmlformats.org/drawingml/2006/main">
              <a:ext uri="{FF2B5EF4-FFF2-40B4-BE49-F238E27FC236}">
                <a16:creationId xmlns:a16="http://schemas.microsoft.com/office/drawing/2014/main" id="{FF77D82E-664E-485B-B054-A96D891A7B03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9890531"/>
      </p:ext>
    </p:extLst>
  </p:cSld>
  <p:transition advClick="0"/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E2846-C46C-476E-BBDD-F1C0BFFC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85">
            <a:extLst xmlns:a="http://schemas.openxmlformats.org/drawingml/2006/main">
              <a:ext uri="{FF2B5EF4-FFF2-40B4-BE49-F238E27FC236}">
                <a16:creationId xmlns:a16="http://schemas.microsoft.com/office/drawing/2014/main" id="{6717DE35-0547-44DA-915C-9FBE26FF741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86">
            <a:extLst xmlns:a="http://schemas.openxmlformats.org/drawingml/2006/main">
              <a:ext uri="{FF2B5EF4-FFF2-40B4-BE49-F238E27FC236}">
                <a16:creationId xmlns:a16="http://schemas.microsoft.com/office/drawing/2014/main" id="{1F2D74D4-0C7B-4871-BF41-E8E54822C75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87">
            <a:extLst xmlns:a="http://schemas.openxmlformats.org/drawingml/2006/main">
              <a:ext uri="{FF2B5EF4-FFF2-40B4-BE49-F238E27FC236}">
                <a16:creationId xmlns:a16="http://schemas.microsoft.com/office/drawing/2014/main" id="{3AE3565C-93F5-4B69-95B5-CFB4741D5DE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DDA8A8-2B5F-4203-9A20-84F1252D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突厥兴起与分裂（接下片）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9F8199-4392-49BF-9700-ED09A077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1/6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D4D48D7-D9D7-4408-A267-1A1CA575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A4F27B-1428-44A6-A57E-DEF7ABB9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88">
            <a:extLst xmlns:a="http://schemas.openxmlformats.org/drawingml/2006/main">
              <a:ext uri="{FF2B5EF4-FFF2-40B4-BE49-F238E27FC236}">
                <a16:creationId xmlns:a16="http://schemas.microsoft.com/office/drawing/2014/main" id="{7073038F-2B3C-4BC1-8EDF-2DF03F27C97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89">
            <a:extLst xmlns:a="http://schemas.openxmlformats.org/drawingml/2006/main">
              <a:ext uri="{FF2B5EF4-FFF2-40B4-BE49-F238E27FC236}">
                <a16:creationId xmlns:a16="http://schemas.microsoft.com/office/drawing/2014/main" id="{EE97E6D2-C621-4E2D-9696-4792B7F45A1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90">
            <a:extLst xmlns:a="http://schemas.openxmlformats.org/drawingml/2006/main">
              <a:ext uri="{FF2B5EF4-FFF2-40B4-BE49-F238E27FC236}">
                <a16:creationId xmlns:a16="http://schemas.microsoft.com/office/drawing/2014/main" id="{1523C741-460A-4611-96C0-D6851A1725CB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突厥：从兴起到分裂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883B8-D3A5-42EA-B246-E60E2311A5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e7bf2cc274f59"/>
          <a:stretch xmlns:a="http://schemas.openxmlformats.org/drawingml/2006/main"/>
        </p:blipFill>
        <p:spPr>
          <a:xfrm xmlns:a="http://schemas.openxmlformats.org/drawingml/2006/main">
            <a:off x="1619250" y="2966041"/>
            <a:ext cx="10096500" cy="868769"/>
          </a:xfrm>
          <a:prstGeom xmlns:a="http://schemas.openxmlformats.org/drawingml/2006/main" prst="rect">
            <a:avLst/>
          </a:prstGeom>
        </p:spPr>
      </p:pic>
      <p:sp>
        <p:nvSpPr>
          <p:cNvPr id="13" name="link-291">
            <a:extLst xmlns:a="http://schemas.openxmlformats.org/drawingml/2006/main">
              <a:ext uri="{FF2B5EF4-FFF2-40B4-BE49-F238E27FC236}">
                <a16:creationId xmlns:a16="http://schemas.microsoft.com/office/drawing/2014/main" id="{D1B87AA7-4A79-415B-9D76-4EA543BBD4D1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292">
            <a:extLst xmlns:a="http://schemas.openxmlformats.org/drawingml/2006/main">
              <a:ext uri="{FF2B5EF4-FFF2-40B4-BE49-F238E27FC236}">
                <a16:creationId xmlns:a16="http://schemas.microsoft.com/office/drawing/2014/main" id="{4E4E39CA-0AB8-443C-8989-F9928E75E1AA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293">
            <a:extLst xmlns:a="http://schemas.openxmlformats.org/drawingml/2006/main">
              <a:ext uri="{FF2B5EF4-FFF2-40B4-BE49-F238E27FC236}">
                <a16:creationId xmlns:a16="http://schemas.microsoft.com/office/drawing/2014/main" id="{47E289A8-FEA0-4A2E-86EA-69754BCACE83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294">
            <a:extLst xmlns:a="http://schemas.openxmlformats.org/drawingml/2006/main">
              <a:ext uri="{FF2B5EF4-FFF2-40B4-BE49-F238E27FC236}">
                <a16:creationId xmlns:a16="http://schemas.microsoft.com/office/drawing/2014/main" id="{E3722288-EF42-472D-BEA1-A765AB8C207C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295">
            <a:extLst xmlns:a="http://schemas.openxmlformats.org/drawingml/2006/main">
              <a:ext uri="{FF2B5EF4-FFF2-40B4-BE49-F238E27FC236}">
                <a16:creationId xmlns:a16="http://schemas.microsoft.com/office/drawing/2014/main" id="{3C5B67A2-7B01-41A7-9953-A87351A90B94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296">
            <a:extLst xmlns:a="http://schemas.openxmlformats.org/drawingml/2006/main">
              <a:ext uri="{FF2B5EF4-FFF2-40B4-BE49-F238E27FC236}">
                <a16:creationId xmlns:a16="http://schemas.microsoft.com/office/drawing/2014/main" id="{E5C2C61C-4BDE-4CFF-96D5-0C85CF4A3723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297">
            <a:extLst xmlns:a="http://schemas.openxmlformats.org/drawingml/2006/main">
              <a:ext uri="{FF2B5EF4-FFF2-40B4-BE49-F238E27FC236}">
                <a16:creationId xmlns:a16="http://schemas.microsoft.com/office/drawing/2014/main" id="{BB9E4DE3-9402-4899-9F11-1943A86079AE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298">
            <a:extLst xmlns:a="http://schemas.openxmlformats.org/drawingml/2006/main">
              <a:ext uri="{FF2B5EF4-FFF2-40B4-BE49-F238E27FC236}">
                <a16:creationId xmlns:a16="http://schemas.microsoft.com/office/drawing/2014/main" id="{929C5FAD-C550-4616-B7B5-D4F700B5A6AF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299">
            <a:extLst xmlns:a="http://schemas.openxmlformats.org/drawingml/2006/main">
              <a:ext uri="{FF2B5EF4-FFF2-40B4-BE49-F238E27FC236}">
                <a16:creationId xmlns:a16="http://schemas.microsoft.com/office/drawing/2014/main" id="{F1526208-A2B8-4BE8-BFA4-F02203BF3A4A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1834612"/>
      </p:ext>
    </p:extLst>
  </p:cSld>
  <p:transition advClick="0"/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2090E-F9F0-4D0B-8CF0-19F19457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00">
            <a:extLst xmlns:a="http://schemas.openxmlformats.org/drawingml/2006/main">
              <a:ext uri="{FF2B5EF4-FFF2-40B4-BE49-F238E27FC236}">
                <a16:creationId xmlns:a16="http://schemas.microsoft.com/office/drawing/2014/main" id="{BF02A8A5-246D-455D-A3E8-85171BC4539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01">
            <a:extLst xmlns:a="http://schemas.openxmlformats.org/drawingml/2006/main">
              <a:ext uri="{FF2B5EF4-FFF2-40B4-BE49-F238E27FC236}">
                <a16:creationId xmlns:a16="http://schemas.microsoft.com/office/drawing/2014/main" id="{8048DCA8-60CD-497E-934A-E6EF229748C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02">
            <a:extLst xmlns:a="http://schemas.openxmlformats.org/drawingml/2006/main">
              <a:ext uri="{FF2B5EF4-FFF2-40B4-BE49-F238E27FC236}">
                <a16:creationId xmlns:a16="http://schemas.microsoft.com/office/drawing/2014/main" id="{06AB8A6F-F5BD-479A-B770-6F04B3B0287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06CF33-D969-482E-807A-6C03CD09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突厥：从兴起到分裂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36F237-BDBC-43EE-BBD3-7A598021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1/6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9EA56B-A5D6-4E60-BC27-5C7BDE97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69773D-2A96-4A35-B96C-00BFF8A3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03">
            <a:extLst xmlns:a="http://schemas.openxmlformats.org/drawingml/2006/main">
              <a:ext uri="{FF2B5EF4-FFF2-40B4-BE49-F238E27FC236}">
                <a16:creationId xmlns:a16="http://schemas.microsoft.com/office/drawing/2014/main" id="{4854B7AB-421C-43ED-8D2B-39255B108CB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04">
            <a:extLst xmlns:a="http://schemas.openxmlformats.org/drawingml/2006/main">
              <a:ext uri="{FF2B5EF4-FFF2-40B4-BE49-F238E27FC236}">
                <a16:creationId xmlns:a16="http://schemas.microsoft.com/office/drawing/2014/main" id="{A48ADB82-4677-4D6F-AA9D-9BA20D5590D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05">
            <a:extLst xmlns:a="http://schemas.openxmlformats.org/drawingml/2006/main">
              <a:ext uri="{FF2B5EF4-FFF2-40B4-BE49-F238E27FC236}">
                <a16:creationId xmlns:a16="http://schemas.microsoft.com/office/drawing/2014/main" id="{743CD11F-FE28-4202-9763-D08C397DD4AC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592586A-37A8-48F6-BC11-9F67ACF6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衔接下一片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突厥兴起于阿尔泰山地区，建立政权，后分为东、西突厥。下一片继续读唐朝的战争、联合行动与西域管理。</a:t>
            </a:r>
          </a:p>
        </p:txBody>
      </p:sp>
      <p:sp>
        <p:nvSpPr>
          <p:cNvPr id="13" name="link-306">
            <a:extLst xmlns:a="http://schemas.openxmlformats.org/drawingml/2006/main">
              <a:ext uri="{FF2B5EF4-FFF2-40B4-BE49-F238E27FC236}">
                <a16:creationId xmlns:a16="http://schemas.microsoft.com/office/drawing/2014/main" id="{8B0A3136-7664-4BC6-A112-6B6BBDAA329A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07">
            <a:extLst xmlns:a="http://schemas.openxmlformats.org/drawingml/2006/main">
              <a:ext uri="{FF2B5EF4-FFF2-40B4-BE49-F238E27FC236}">
                <a16:creationId xmlns:a16="http://schemas.microsoft.com/office/drawing/2014/main" id="{7FFF29C6-C1A4-4B5F-8D5A-D9AD25F9A3C6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08">
            <a:extLst xmlns:a="http://schemas.openxmlformats.org/drawingml/2006/main">
              <a:ext uri="{FF2B5EF4-FFF2-40B4-BE49-F238E27FC236}">
                <a16:creationId xmlns:a16="http://schemas.microsoft.com/office/drawing/2014/main" id="{837B9DB1-2874-48AB-A794-4B459DD73B6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09">
            <a:extLst xmlns:a="http://schemas.openxmlformats.org/drawingml/2006/main">
              <a:ext uri="{FF2B5EF4-FFF2-40B4-BE49-F238E27FC236}">
                <a16:creationId xmlns:a16="http://schemas.microsoft.com/office/drawing/2014/main" id="{62A92F42-ADB5-48D0-B6F5-101A9A2F8DF5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10">
            <a:extLst xmlns:a="http://schemas.openxmlformats.org/drawingml/2006/main">
              <a:ext uri="{FF2B5EF4-FFF2-40B4-BE49-F238E27FC236}">
                <a16:creationId xmlns:a16="http://schemas.microsoft.com/office/drawing/2014/main" id="{2CF51AF8-2796-4100-95E8-00E5BECBD0CD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11">
            <a:extLst xmlns:a="http://schemas.openxmlformats.org/drawingml/2006/main">
              <a:ext uri="{FF2B5EF4-FFF2-40B4-BE49-F238E27FC236}">
                <a16:creationId xmlns:a16="http://schemas.microsoft.com/office/drawing/2014/main" id="{B11092DC-9EA4-4DF1-854B-B0FDE444D6F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12">
            <a:extLst xmlns:a="http://schemas.openxmlformats.org/drawingml/2006/main">
              <a:ext uri="{FF2B5EF4-FFF2-40B4-BE49-F238E27FC236}">
                <a16:creationId xmlns:a16="http://schemas.microsoft.com/office/drawing/2014/main" id="{81685D14-7646-461F-9B22-AFE1E1FA72D8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13">
            <a:extLst xmlns:a="http://schemas.openxmlformats.org/drawingml/2006/main">
              <a:ext uri="{FF2B5EF4-FFF2-40B4-BE49-F238E27FC236}">
                <a16:creationId xmlns:a16="http://schemas.microsoft.com/office/drawing/2014/main" id="{8DEC01BB-C19B-4106-93F3-2E5927D61A1C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14">
            <a:extLst xmlns:a="http://schemas.openxmlformats.org/drawingml/2006/main">
              <a:ext uri="{FF2B5EF4-FFF2-40B4-BE49-F238E27FC236}">
                <a16:creationId xmlns:a16="http://schemas.microsoft.com/office/drawing/2014/main" id="{3CEC7831-93C0-4A15-8D9B-27C11A84B09B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99928988"/>
      </p:ext>
    </p:extLst>
  </p:cSld>
  <p:transition advClick="0"/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4A430-2BB6-4CE2-81B0-8367DC06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15">
            <a:extLst xmlns:a="http://schemas.openxmlformats.org/drawingml/2006/main">
              <a:ext uri="{FF2B5EF4-FFF2-40B4-BE49-F238E27FC236}">
                <a16:creationId xmlns:a16="http://schemas.microsoft.com/office/drawing/2014/main" id="{53649BCC-B621-4DA8-932B-AEB8DAFB8DE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16">
            <a:extLst xmlns:a="http://schemas.openxmlformats.org/drawingml/2006/main">
              <a:ext uri="{FF2B5EF4-FFF2-40B4-BE49-F238E27FC236}">
                <a16:creationId xmlns:a16="http://schemas.microsoft.com/office/drawing/2014/main" id="{92E091E7-0AED-497A-A45B-B17EEA6C2AA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17">
            <a:extLst xmlns:a="http://schemas.openxmlformats.org/drawingml/2006/main">
              <a:ext uri="{FF2B5EF4-FFF2-40B4-BE49-F238E27FC236}">
                <a16:creationId xmlns:a16="http://schemas.microsoft.com/office/drawing/2014/main" id="{4A6312DE-714D-4692-A7A9-DE3620671BF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5C64F9C-E193-488C-9336-DE577A02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突厥、安西与北庭都护府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AAFFD0E-0A9C-436E-B626-31D40F35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2/6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5C7EE08-5FF9-478F-B522-349DDE23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73BC62-F58A-4CA3-A527-514A839F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18">
            <a:extLst xmlns:a="http://schemas.openxmlformats.org/drawingml/2006/main">
              <a:ext uri="{FF2B5EF4-FFF2-40B4-BE49-F238E27FC236}">
                <a16:creationId xmlns:a16="http://schemas.microsoft.com/office/drawing/2014/main" id="{CA571849-4362-4166-BEA6-74025B55F06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19">
            <a:extLst xmlns:a="http://schemas.openxmlformats.org/drawingml/2006/main">
              <a:ext uri="{FF2B5EF4-FFF2-40B4-BE49-F238E27FC236}">
                <a16:creationId xmlns:a16="http://schemas.microsoft.com/office/drawing/2014/main" id="{EF4799C3-1D59-4077-AD2D-26C1440C098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20">
            <a:extLst xmlns:a="http://schemas.openxmlformats.org/drawingml/2006/main">
              <a:ext uri="{FF2B5EF4-FFF2-40B4-BE49-F238E27FC236}">
                <a16:creationId xmlns:a16="http://schemas.microsoft.com/office/drawing/2014/main" id="{21F2F343-ABE8-4681-9515-A664BD874A52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突厥与西域管理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6A505-5804-42FB-9BCB-64FD5BC1BF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a6fc32d754a2b"/>
          <a:stretch xmlns:a="http://schemas.openxmlformats.org/drawingml/2006/main"/>
        </p:blipFill>
        <p:spPr>
          <a:xfrm xmlns:a="http://schemas.openxmlformats.org/drawingml/2006/main">
            <a:off x="3053508" y="1552575"/>
            <a:ext cx="7227985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321">
            <a:extLst xmlns:a="http://schemas.openxmlformats.org/drawingml/2006/main">
              <a:ext uri="{FF2B5EF4-FFF2-40B4-BE49-F238E27FC236}">
                <a16:creationId xmlns:a16="http://schemas.microsoft.com/office/drawing/2014/main" id="{EC114401-8D07-4822-A36C-20B47A5C0157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22">
            <a:extLst xmlns:a="http://schemas.openxmlformats.org/drawingml/2006/main">
              <a:ext uri="{FF2B5EF4-FFF2-40B4-BE49-F238E27FC236}">
                <a16:creationId xmlns:a16="http://schemas.microsoft.com/office/drawing/2014/main" id="{6A47C14E-791D-4AFF-8DDF-F19E02397549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23">
            <a:extLst xmlns:a="http://schemas.openxmlformats.org/drawingml/2006/main">
              <a:ext uri="{FF2B5EF4-FFF2-40B4-BE49-F238E27FC236}">
                <a16:creationId xmlns:a16="http://schemas.microsoft.com/office/drawing/2014/main" id="{1B70DD2C-2DFB-43B7-9C3B-69F56DAAC07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24">
            <a:extLst xmlns:a="http://schemas.openxmlformats.org/drawingml/2006/main">
              <a:ext uri="{FF2B5EF4-FFF2-40B4-BE49-F238E27FC236}">
                <a16:creationId xmlns:a16="http://schemas.microsoft.com/office/drawing/2014/main" id="{6CA4688C-3CF3-4BBC-A80D-875C8C20F31C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25">
            <a:extLst xmlns:a="http://schemas.openxmlformats.org/drawingml/2006/main">
              <a:ext uri="{FF2B5EF4-FFF2-40B4-BE49-F238E27FC236}">
                <a16:creationId xmlns:a16="http://schemas.microsoft.com/office/drawing/2014/main" id="{8FBE3B1D-34BC-481A-A3FB-2CA625D81469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26">
            <a:extLst xmlns:a="http://schemas.openxmlformats.org/drawingml/2006/main">
              <a:ext uri="{FF2B5EF4-FFF2-40B4-BE49-F238E27FC236}">
                <a16:creationId xmlns:a16="http://schemas.microsoft.com/office/drawing/2014/main" id="{26260DAA-87F4-4EFF-97A3-D3D4B4A9DF7F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27">
            <a:extLst xmlns:a="http://schemas.openxmlformats.org/drawingml/2006/main">
              <a:ext uri="{FF2B5EF4-FFF2-40B4-BE49-F238E27FC236}">
                <a16:creationId xmlns:a16="http://schemas.microsoft.com/office/drawing/2014/main" id="{B609EF1A-E686-490E-87F5-0C2DE2A294B8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28">
            <a:extLst xmlns:a="http://schemas.openxmlformats.org/drawingml/2006/main">
              <a:ext uri="{FF2B5EF4-FFF2-40B4-BE49-F238E27FC236}">
                <a16:creationId xmlns:a16="http://schemas.microsoft.com/office/drawing/2014/main" id="{87CA6977-CAD3-448C-8AF6-5F9085D88678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29">
            <a:extLst xmlns:a="http://schemas.openxmlformats.org/drawingml/2006/main">
              <a:ext uri="{FF2B5EF4-FFF2-40B4-BE49-F238E27FC236}">
                <a16:creationId xmlns:a16="http://schemas.microsoft.com/office/drawing/2014/main" id="{39D51F46-37DE-4B9E-9F3D-097F80142330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1478305"/>
      </p:ext>
    </p:extLst>
  </p:cSld>
  <p:transition advClick="0"/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D1E633-9E9D-4AAB-9EDF-497880DE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30">
            <a:extLst xmlns:a="http://schemas.openxmlformats.org/drawingml/2006/main">
              <a:ext uri="{FF2B5EF4-FFF2-40B4-BE49-F238E27FC236}">
                <a16:creationId xmlns:a16="http://schemas.microsoft.com/office/drawing/2014/main" id="{02909260-9689-474B-A99E-6EBF89075FC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31">
            <a:extLst xmlns:a="http://schemas.openxmlformats.org/drawingml/2006/main">
              <a:ext uri="{FF2B5EF4-FFF2-40B4-BE49-F238E27FC236}">
                <a16:creationId xmlns:a16="http://schemas.microsoft.com/office/drawing/2014/main" id="{2B21F240-C795-4510-B2D9-239E96D504E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32">
            <a:extLst xmlns:a="http://schemas.openxmlformats.org/drawingml/2006/main">
              <a:ext uri="{FF2B5EF4-FFF2-40B4-BE49-F238E27FC236}">
                <a16:creationId xmlns:a16="http://schemas.microsoft.com/office/drawing/2014/main" id="{8E9FCA29-1076-4BA0-BAA6-F9B4437F83E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7F8F175-4566-4EB5-B0EC-33A1675A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突厥与西域管理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30D139-5498-4632-9C3A-594CCADF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2/6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8F48CA9-55DF-40F6-9BC5-5AA9A534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CB728E-7F0F-4DA5-9042-DE4376C8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33">
            <a:extLst xmlns:a="http://schemas.openxmlformats.org/drawingml/2006/main">
              <a:ext uri="{FF2B5EF4-FFF2-40B4-BE49-F238E27FC236}">
                <a16:creationId xmlns:a16="http://schemas.microsoft.com/office/drawing/2014/main" id="{414828A0-A696-4DE2-BF4A-6E669AD4FAB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34">
            <a:extLst xmlns:a="http://schemas.openxmlformats.org/drawingml/2006/main">
              <a:ext uri="{FF2B5EF4-FFF2-40B4-BE49-F238E27FC236}">
                <a16:creationId xmlns:a16="http://schemas.microsoft.com/office/drawing/2014/main" id="{AA96A1D9-E739-4BB4-8689-C4DE65FBB63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35">
            <a:extLst xmlns:a="http://schemas.openxmlformats.org/drawingml/2006/main">
              <a:ext uri="{FF2B5EF4-FFF2-40B4-BE49-F238E27FC236}">
                <a16:creationId xmlns:a16="http://schemas.microsoft.com/office/drawing/2014/main" id="{C8CF5FA2-CAAD-4FFF-82F1-5BA24FE4BAA7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F1945FD-F61B-45F7-A456-6D707B88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战争与合作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唐太宗反击东突厥；草原各族尊奉其为“天可汗”。唐高宗联合回纥灭西突厥。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设置管理机构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先后设安西、北庭都护府，统辖天山南北，加强西域管理。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时序要分清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682年后突厥建立；744年唐与回纥、葛逻禄等联手平定。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这是跨时期的交往线索，不能全归入669年，更不能推定唐直接统治所有周边政权。</a:t>
            </a:r>
          </a:p>
        </p:txBody>
      </p:sp>
      <p:sp>
        <p:nvSpPr>
          <p:cNvPr id="13" name="link-336">
            <a:extLst xmlns:a="http://schemas.openxmlformats.org/drawingml/2006/main">
              <a:ext uri="{FF2B5EF4-FFF2-40B4-BE49-F238E27FC236}">
                <a16:creationId xmlns:a16="http://schemas.microsoft.com/office/drawing/2014/main" id="{129D471E-AE19-41C0-8CDF-CF860C1D4414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37">
            <a:extLst xmlns:a="http://schemas.openxmlformats.org/drawingml/2006/main">
              <a:ext uri="{FF2B5EF4-FFF2-40B4-BE49-F238E27FC236}">
                <a16:creationId xmlns:a16="http://schemas.microsoft.com/office/drawing/2014/main" id="{6DE99751-8C26-4376-AFC5-D6DBD5D683E4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38">
            <a:extLst xmlns:a="http://schemas.openxmlformats.org/drawingml/2006/main">
              <a:ext uri="{FF2B5EF4-FFF2-40B4-BE49-F238E27FC236}">
                <a16:creationId xmlns:a16="http://schemas.microsoft.com/office/drawing/2014/main" id="{B8F67650-C526-4168-AC20-BB2EEF181F3D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39">
            <a:extLst xmlns:a="http://schemas.openxmlformats.org/drawingml/2006/main">
              <a:ext uri="{FF2B5EF4-FFF2-40B4-BE49-F238E27FC236}">
                <a16:creationId xmlns:a16="http://schemas.microsoft.com/office/drawing/2014/main" id="{EF2C1A07-F62C-4F85-910E-3139136B228F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40">
            <a:extLst xmlns:a="http://schemas.openxmlformats.org/drawingml/2006/main">
              <a:ext uri="{FF2B5EF4-FFF2-40B4-BE49-F238E27FC236}">
                <a16:creationId xmlns:a16="http://schemas.microsoft.com/office/drawing/2014/main" id="{2D1D2CA1-6722-4DC3-9809-245870E216D2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41">
            <a:extLst xmlns:a="http://schemas.openxmlformats.org/drawingml/2006/main">
              <a:ext uri="{FF2B5EF4-FFF2-40B4-BE49-F238E27FC236}">
                <a16:creationId xmlns:a16="http://schemas.microsoft.com/office/drawing/2014/main" id="{16864AA8-E094-4811-A9CB-9799DB24924C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42">
            <a:extLst xmlns:a="http://schemas.openxmlformats.org/drawingml/2006/main">
              <a:ext uri="{FF2B5EF4-FFF2-40B4-BE49-F238E27FC236}">
                <a16:creationId xmlns:a16="http://schemas.microsoft.com/office/drawing/2014/main" id="{B31A3FAA-C3F0-4C18-99DC-BD12C4DDC5A3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43">
            <a:extLst xmlns:a="http://schemas.openxmlformats.org/drawingml/2006/main">
              <a:ext uri="{FF2B5EF4-FFF2-40B4-BE49-F238E27FC236}">
                <a16:creationId xmlns:a16="http://schemas.microsoft.com/office/drawing/2014/main" id="{E96C3F78-C0C5-42A8-826F-8D1A422A3CE6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44">
            <a:extLst xmlns:a="http://schemas.openxmlformats.org/drawingml/2006/main">
              <a:ext uri="{FF2B5EF4-FFF2-40B4-BE49-F238E27FC236}">
                <a16:creationId xmlns:a16="http://schemas.microsoft.com/office/drawing/2014/main" id="{F79CB289-BC45-4BC2-846A-347F4B3A387A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48172678"/>
      </p:ext>
    </p:extLst>
  </p:cSld>
  <p:transition advClick="0"/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BBB66-EB7C-42BE-8D08-6A63992C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45">
            <a:extLst xmlns:a="http://schemas.openxmlformats.org/drawingml/2006/main">
              <a:ext uri="{FF2B5EF4-FFF2-40B4-BE49-F238E27FC236}">
                <a16:creationId xmlns:a16="http://schemas.microsoft.com/office/drawing/2014/main" id="{9871F3C0-90EB-444C-90BB-8C7734FC2DF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46">
            <a:extLst xmlns:a="http://schemas.openxmlformats.org/drawingml/2006/main">
              <a:ext uri="{FF2B5EF4-FFF2-40B4-BE49-F238E27FC236}">
                <a16:creationId xmlns:a16="http://schemas.microsoft.com/office/drawing/2014/main" id="{DDD3D2DC-237F-4983-9905-7DAF916FA3C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47">
            <a:extLst xmlns:a="http://schemas.openxmlformats.org/drawingml/2006/main">
              <a:ext uri="{FF2B5EF4-FFF2-40B4-BE49-F238E27FC236}">
                <a16:creationId xmlns:a16="http://schemas.microsoft.com/office/drawing/2014/main" id="{E572A0E8-A860-400A-9C94-690FA6D23CB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9D7A2A-3241-41FB-A125-BBABE1A4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历史纵横：回纥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399F81-F9A9-451D-ABA1-AF32B888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3/6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7AE56C-9CF5-4D26-B7F5-404CA984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C13D27-4B5B-4808-8299-4623CFB6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48">
            <a:extLst xmlns:a="http://schemas.openxmlformats.org/drawingml/2006/main">
              <a:ext uri="{FF2B5EF4-FFF2-40B4-BE49-F238E27FC236}">
                <a16:creationId xmlns:a16="http://schemas.microsoft.com/office/drawing/2014/main" id="{6DB22514-D49B-477C-85EC-F9E6B460C16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49">
            <a:extLst xmlns:a="http://schemas.openxmlformats.org/drawingml/2006/main">
              <a:ext uri="{FF2B5EF4-FFF2-40B4-BE49-F238E27FC236}">
                <a16:creationId xmlns:a16="http://schemas.microsoft.com/office/drawing/2014/main" id="{33E5FCCB-CA78-4E1E-8A9F-21F22B75EEC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50">
            <a:extLst xmlns:a="http://schemas.openxmlformats.org/drawingml/2006/main">
              <a:ext uri="{FF2B5EF4-FFF2-40B4-BE49-F238E27FC236}">
                <a16:creationId xmlns:a16="http://schemas.microsoft.com/office/drawing/2014/main" id="{1FBF7CF1-820C-435E-B8D8-1D3D85E0CEF2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回纥、回鹘与交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5CDD2-17E8-45FE-9A7D-519B4B0E0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082594b4d45f0"/>
          <a:stretch xmlns:a="http://schemas.openxmlformats.org/drawingml/2006/main"/>
        </p:blipFill>
        <p:spPr>
          <a:xfrm xmlns:a="http://schemas.openxmlformats.org/drawingml/2006/main">
            <a:off x="5934825" y="1552575"/>
            <a:ext cx="1465350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351">
            <a:extLst xmlns:a="http://schemas.openxmlformats.org/drawingml/2006/main">
              <a:ext uri="{FF2B5EF4-FFF2-40B4-BE49-F238E27FC236}">
                <a16:creationId xmlns:a16="http://schemas.microsoft.com/office/drawing/2014/main" id="{2590BE2C-6121-4842-9A6A-B77B563DCA35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52">
            <a:extLst xmlns:a="http://schemas.openxmlformats.org/drawingml/2006/main">
              <a:ext uri="{FF2B5EF4-FFF2-40B4-BE49-F238E27FC236}">
                <a16:creationId xmlns:a16="http://schemas.microsoft.com/office/drawing/2014/main" id="{E2EB868C-5D4F-4E47-AD36-129D0BA82219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53">
            <a:extLst xmlns:a="http://schemas.openxmlformats.org/drawingml/2006/main">
              <a:ext uri="{FF2B5EF4-FFF2-40B4-BE49-F238E27FC236}">
                <a16:creationId xmlns:a16="http://schemas.microsoft.com/office/drawing/2014/main" id="{4F94539A-02CF-4793-83F4-919D809143D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54">
            <a:extLst xmlns:a="http://schemas.openxmlformats.org/drawingml/2006/main">
              <a:ext uri="{FF2B5EF4-FFF2-40B4-BE49-F238E27FC236}">
                <a16:creationId xmlns:a16="http://schemas.microsoft.com/office/drawing/2014/main" id="{62E0E5C5-CBD2-441E-B246-17AC937E7AE1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55">
            <a:extLst xmlns:a="http://schemas.openxmlformats.org/drawingml/2006/main">
              <a:ext uri="{FF2B5EF4-FFF2-40B4-BE49-F238E27FC236}">
                <a16:creationId xmlns:a16="http://schemas.microsoft.com/office/drawing/2014/main" id="{CFEE0CBE-0729-42A1-B1B3-38E6B9E6504A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56">
            <a:extLst xmlns:a="http://schemas.openxmlformats.org/drawingml/2006/main">
              <a:ext uri="{FF2B5EF4-FFF2-40B4-BE49-F238E27FC236}">
                <a16:creationId xmlns:a16="http://schemas.microsoft.com/office/drawing/2014/main" id="{FB827A01-B8D2-4D41-A610-E5A5E043A5D9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57">
            <a:extLst xmlns:a="http://schemas.openxmlformats.org/drawingml/2006/main">
              <a:ext uri="{FF2B5EF4-FFF2-40B4-BE49-F238E27FC236}">
                <a16:creationId xmlns:a16="http://schemas.microsoft.com/office/drawing/2014/main" id="{35CDED98-9BBC-4094-863F-C40A1F60E0BD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58">
            <a:extLst xmlns:a="http://schemas.openxmlformats.org/drawingml/2006/main">
              <a:ext uri="{FF2B5EF4-FFF2-40B4-BE49-F238E27FC236}">
                <a16:creationId xmlns:a16="http://schemas.microsoft.com/office/drawing/2014/main" id="{D626553A-BD5F-404E-AFB4-CFF9CCF4C4BF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59">
            <a:extLst xmlns:a="http://schemas.openxmlformats.org/drawingml/2006/main">
              <a:ext uri="{FF2B5EF4-FFF2-40B4-BE49-F238E27FC236}">
                <a16:creationId xmlns:a16="http://schemas.microsoft.com/office/drawing/2014/main" id="{4B553F38-5DC5-4BDA-BF2F-B09E80B2C995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44406135"/>
      </p:ext>
    </p:extLst>
  </p:cSld>
  <p:transition advClick="0"/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362C4-CCF4-4824-8D4E-EB23D8C1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60">
            <a:extLst xmlns:a="http://schemas.openxmlformats.org/drawingml/2006/main">
              <a:ext uri="{FF2B5EF4-FFF2-40B4-BE49-F238E27FC236}">
                <a16:creationId xmlns:a16="http://schemas.microsoft.com/office/drawing/2014/main" id="{AFA47DEE-6A93-4797-B8A9-957A892CB02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61">
            <a:extLst xmlns:a="http://schemas.openxmlformats.org/drawingml/2006/main">
              <a:ext uri="{FF2B5EF4-FFF2-40B4-BE49-F238E27FC236}">
                <a16:creationId xmlns:a16="http://schemas.microsoft.com/office/drawing/2014/main" id="{FAB432F7-EC47-4333-AA78-61497278176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62">
            <a:extLst xmlns:a="http://schemas.openxmlformats.org/drawingml/2006/main">
              <a:ext uri="{FF2B5EF4-FFF2-40B4-BE49-F238E27FC236}">
                <a16:creationId xmlns:a16="http://schemas.microsoft.com/office/drawing/2014/main" id="{8C6D0827-8873-425E-8874-AAC015D4822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1CEE64E-1729-49FB-8615-79E43DFF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回纥、回鹘与交融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4C56F48-88A3-4C6B-A6B5-67D9A23A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3/6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ED83975-6C2F-4EB0-B9FD-36A0C7B0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6E7065-2C10-4B89-A8E5-E06C509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63">
            <a:extLst xmlns:a="http://schemas.openxmlformats.org/drawingml/2006/main">
              <a:ext uri="{FF2B5EF4-FFF2-40B4-BE49-F238E27FC236}">
                <a16:creationId xmlns:a16="http://schemas.microsoft.com/office/drawing/2014/main" id="{4C4DE72C-5413-4E3B-BAF0-F8219808981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64">
            <a:extLst xmlns:a="http://schemas.openxmlformats.org/drawingml/2006/main">
              <a:ext uri="{FF2B5EF4-FFF2-40B4-BE49-F238E27FC236}">
                <a16:creationId xmlns:a16="http://schemas.microsoft.com/office/drawing/2014/main" id="{1307E2F2-E3CB-4135-BBE4-8183F2C8B7E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65">
            <a:extLst xmlns:a="http://schemas.openxmlformats.org/drawingml/2006/main">
              <a:ext uri="{FF2B5EF4-FFF2-40B4-BE49-F238E27FC236}">
                <a16:creationId xmlns:a16="http://schemas.microsoft.com/office/drawing/2014/main" id="{6ADA1665-E54A-4755-8832-85BEF8254E29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3370C4E-2154-41B2-8477-BFFB2E8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合作与册封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回纥与唐合作；唐玄宗册封骨力裴罗为怀仁可汗。后来改称回鹘。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迁徙与融合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9世纪回鹘政权瓦解，部分迁入内地，大部分西迁河西走廊和西域，与当地居民融合。教材称隋唐回纥人为维吾尔族先民的主体。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历史演变不等于名称、政权与现代族群完全不变的简单等号。</a:t>
            </a:r>
          </a:p>
        </p:txBody>
      </p:sp>
      <p:sp>
        <p:nvSpPr>
          <p:cNvPr id="13" name="link-366">
            <a:extLst xmlns:a="http://schemas.openxmlformats.org/drawingml/2006/main">
              <a:ext uri="{FF2B5EF4-FFF2-40B4-BE49-F238E27FC236}">
                <a16:creationId xmlns:a16="http://schemas.microsoft.com/office/drawing/2014/main" id="{2D18D5F4-B561-4C16-9591-E7D75BA835C2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67">
            <a:extLst xmlns:a="http://schemas.openxmlformats.org/drawingml/2006/main">
              <a:ext uri="{FF2B5EF4-FFF2-40B4-BE49-F238E27FC236}">
                <a16:creationId xmlns:a16="http://schemas.microsoft.com/office/drawing/2014/main" id="{A2946911-B7AD-41E2-9AA3-F789C9A36032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68">
            <a:extLst xmlns:a="http://schemas.openxmlformats.org/drawingml/2006/main">
              <a:ext uri="{FF2B5EF4-FFF2-40B4-BE49-F238E27FC236}">
                <a16:creationId xmlns:a16="http://schemas.microsoft.com/office/drawing/2014/main" id="{94BD84DB-8DDB-47C7-9412-B09903DDD9FB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69">
            <a:extLst xmlns:a="http://schemas.openxmlformats.org/drawingml/2006/main">
              <a:ext uri="{FF2B5EF4-FFF2-40B4-BE49-F238E27FC236}">
                <a16:creationId xmlns:a16="http://schemas.microsoft.com/office/drawing/2014/main" id="{D5B763FC-EEB1-41EF-AED3-0BA6899CC93E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70">
            <a:extLst xmlns:a="http://schemas.openxmlformats.org/drawingml/2006/main">
              <a:ext uri="{FF2B5EF4-FFF2-40B4-BE49-F238E27FC236}">
                <a16:creationId xmlns:a16="http://schemas.microsoft.com/office/drawing/2014/main" id="{06DCFCF6-84F5-4D75-943A-D50191C1C410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71">
            <a:extLst xmlns:a="http://schemas.openxmlformats.org/drawingml/2006/main">
              <a:ext uri="{FF2B5EF4-FFF2-40B4-BE49-F238E27FC236}">
                <a16:creationId xmlns:a16="http://schemas.microsoft.com/office/drawing/2014/main" id="{B4316C09-65FF-474F-9CB5-40DF643503BF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72">
            <a:extLst xmlns:a="http://schemas.openxmlformats.org/drawingml/2006/main">
              <a:ext uri="{FF2B5EF4-FFF2-40B4-BE49-F238E27FC236}">
                <a16:creationId xmlns:a16="http://schemas.microsoft.com/office/drawing/2014/main" id="{FD475326-7070-4B55-AC7A-07E79373FA75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73">
            <a:extLst xmlns:a="http://schemas.openxmlformats.org/drawingml/2006/main">
              <a:ext uri="{FF2B5EF4-FFF2-40B4-BE49-F238E27FC236}">
                <a16:creationId xmlns:a16="http://schemas.microsoft.com/office/drawing/2014/main" id="{603E2FCA-4B25-4868-BAAE-11E40F9C3442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74">
            <a:extLst xmlns:a="http://schemas.openxmlformats.org/drawingml/2006/main">
              <a:ext uri="{FF2B5EF4-FFF2-40B4-BE49-F238E27FC236}">
                <a16:creationId xmlns:a16="http://schemas.microsoft.com/office/drawing/2014/main" id="{BF9783FE-6428-44EC-825D-2509C3633F3E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57076308"/>
      </p:ext>
    </p:extLst>
  </p:cSld>
  <p:transition advClick="0"/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2BA44-36AA-4021-B5DE-FB0B3AA0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75">
            <a:extLst xmlns:a="http://schemas.openxmlformats.org/drawingml/2006/main">
              <a:ext uri="{FF2B5EF4-FFF2-40B4-BE49-F238E27FC236}">
                <a16:creationId xmlns:a16="http://schemas.microsoft.com/office/drawing/2014/main" id="{458735DF-1B73-4D2C-8A50-60A0B936BAE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76">
            <a:extLst xmlns:a="http://schemas.openxmlformats.org/drawingml/2006/main">
              <a:ext uri="{FF2B5EF4-FFF2-40B4-BE49-F238E27FC236}">
                <a16:creationId xmlns:a16="http://schemas.microsoft.com/office/drawing/2014/main" id="{94763393-756D-417E-B796-078BDCC4229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77">
            <a:extLst xmlns:a="http://schemas.openxmlformats.org/drawingml/2006/main">
              <a:ext uri="{FF2B5EF4-FFF2-40B4-BE49-F238E27FC236}">
                <a16:creationId xmlns:a16="http://schemas.microsoft.com/office/drawing/2014/main" id="{E6B253FE-08E1-4B27-AA3D-8CC00385B7C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1E2A8A-FA67-40F1-935B-5DEAFE68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吐蕃与文成公主（末句接下片）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700D8DE-88FD-42FC-9A9F-23FD6F18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4/6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64B0C5-FA11-4EE0-99CE-F39E18D7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73A252E-A02B-4B7E-A7D7-2BCCF891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78">
            <a:extLst xmlns:a="http://schemas.openxmlformats.org/drawingml/2006/main">
              <a:ext uri="{FF2B5EF4-FFF2-40B4-BE49-F238E27FC236}">
                <a16:creationId xmlns:a16="http://schemas.microsoft.com/office/drawing/2014/main" id="{94E295F5-6AF4-44DF-89A1-8EDBDD1EB63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79">
            <a:extLst xmlns:a="http://schemas.openxmlformats.org/drawingml/2006/main">
              <a:ext uri="{FF2B5EF4-FFF2-40B4-BE49-F238E27FC236}">
                <a16:creationId xmlns:a16="http://schemas.microsoft.com/office/drawing/2014/main" id="{D15B0E6F-89DA-4419-9FC0-F4EEC4C3B21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80">
            <a:extLst xmlns:a="http://schemas.openxmlformats.org/drawingml/2006/main">
              <a:ext uri="{FF2B5EF4-FFF2-40B4-BE49-F238E27FC236}">
                <a16:creationId xmlns:a16="http://schemas.microsoft.com/office/drawing/2014/main" id="{4BDB923D-A12E-4D16-A795-27CC0069B57F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吐蕃：和亲与交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5864B-8059-4C4C-A325-0725B730AD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4b5452e0549a0"/>
          <a:stretch xmlns:a="http://schemas.openxmlformats.org/drawingml/2006/main"/>
        </p:blipFill>
        <p:spPr>
          <a:xfrm xmlns:a="http://schemas.openxmlformats.org/drawingml/2006/main">
            <a:off x="1619250" y="1764337"/>
            <a:ext cx="10096500" cy="3272176"/>
          </a:xfrm>
          <a:prstGeom xmlns:a="http://schemas.openxmlformats.org/drawingml/2006/main" prst="rect">
            <a:avLst/>
          </a:prstGeom>
        </p:spPr>
      </p:pic>
      <p:sp>
        <p:nvSpPr>
          <p:cNvPr id="13" name="link-381">
            <a:extLst xmlns:a="http://schemas.openxmlformats.org/drawingml/2006/main">
              <a:ext uri="{FF2B5EF4-FFF2-40B4-BE49-F238E27FC236}">
                <a16:creationId xmlns:a16="http://schemas.microsoft.com/office/drawing/2014/main" id="{884CF119-7C3E-4623-A722-9677594C9748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82">
            <a:extLst xmlns:a="http://schemas.openxmlformats.org/drawingml/2006/main">
              <a:ext uri="{FF2B5EF4-FFF2-40B4-BE49-F238E27FC236}">
                <a16:creationId xmlns:a16="http://schemas.microsoft.com/office/drawing/2014/main" id="{3E03330A-BE09-4D97-B5A8-C82A643F1AFC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83">
            <a:extLst xmlns:a="http://schemas.openxmlformats.org/drawingml/2006/main">
              <a:ext uri="{FF2B5EF4-FFF2-40B4-BE49-F238E27FC236}">
                <a16:creationId xmlns:a16="http://schemas.microsoft.com/office/drawing/2014/main" id="{141D16A4-1275-425F-B6A9-0F98BD3448ED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84">
            <a:extLst xmlns:a="http://schemas.openxmlformats.org/drawingml/2006/main">
              <a:ext uri="{FF2B5EF4-FFF2-40B4-BE49-F238E27FC236}">
                <a16:creationId xmlns:a16="http://schemas.microsoft.com/office/drawing/2014/main" id="{7619484E-1537-4891-A77C-D765C7D0DCC2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85">
            <a:extLst xmlns:a="http://schemas.openxmlformats.org/drawingml/2006/main">
              <a:ext uri="{FF2B5EF4-FFF2-40B4-BE49-F238E27FC236}">
                <a16:creationId xmlns:a16="http://schemas.microsoft.com/office/drawing/2014/main" id="{D0C8236F-99D7-4313-BF16-CFC9E6BF6F23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86">
            <a:extLst xmlns:a="http://schemas.openxmlformats.org/drawingml/2006/main">
              <a:ext uri="{FF2B5EF4-FFF2-40B4-BE49-F238E27FC236}">
                <a16:creationId xmlns:a16="http://schemas.microsoft.com/office/drawing/2014/main" id="{9B7AA524-7175-4264-B14B-4F4FB783A0EC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87">
            <a:extLst xmlns:a="http://schemas.openxmlformats.org/drawingml/2006/main">
              <a:ext uri="{FF2B5EF4-FFF2-40B4-BE49-F238E27FC236}">
                <a16:creationId xmlns:a16="http://schemas.microsoft.com/office/drawing/2014/main" id="{02DD8CF1-4A1B-47FA-9A67-939FAFC76649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88">
            <a:extLst xmlns:a="http://schemas.openxmlformats.org/drawingml/2006/main">
              <a:ext uri="{FF2B5EF4-FFF2-40B4-BE49-F238E27FC236}">
                <a16:creationId xmlns:a16="http://schemas.microsoft.com/office/drawing/2014/main" id="{6398E552-1905-42DD-848C-9701A788B37B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89">
            <a:extLst xmlns:a="http://schemas.openxmlformats.org/drawingml/2006/main">
              <a:ext uri="{FF2B5EF4-FFF2-40B4-BE49-F238E27FC236}">
                <a16:creationId xmlns:a16="http://schemas.microsoft.com/office/drawing/2014/main" id="{589B248F-398E-4AD2-AFEF-5AB1ADE26F1B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62465182"/>
      </p:ext>
    </p:extLst>
  </p:cSld>
  <p:transition advClick="0"/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6E9B7-8101-4353-9C58-5515BCE9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90">
            <a:extLst xmlns:a="http://schemas.openxmlformats.org/drawingml/2006/main">
              <a:ext uri="{FF2B5EF4-FFF2-40B4-BE49-F238E27FC236}">
                <a16:creationId xmlns:a16="http://schemas.microsoft.com/office/drawing/2014/main" id="{7420E13A-B99E-4CA9-BC81-6A9FC5A7D39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91">
            <a:extLst xmlns:a="http://schemas.openxmlformats.org/drawingml/2006/main">
              <a:ext uri="{FF2B5EF4-FFF2-40B4-BE49-F238E27FC236}">
                <a16:creationId xmlns:a16="http://schemas.microsoft.com/office/drawing/2014/main" id="{B656EAC3-27D3-4519-AF94-8C3894B6896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92">
            <a:extLst xmlns:a="http://schemas.openxmlformats.org/drawingml/2006/main">
              <a:ext uri="{FF2B5EF4-FFF2-40B4-BE49-F238E27FC236}">
                <a16:creationId xmlns:a16="http://schemas.microsoft.com/office/drawing/2014/main" id="{756D5588-FE38-41E3-90AC-A2E10B709CA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47E916-567E-4087-90E4-B49C2D2C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吐蕃：和亲与交流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9FADF6-ECA4-4CC7-9493-9391D94F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4/6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D98298B-6708-4277-B828-0F2B05CF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FA135A8-99FB-4079-877C-B4209860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93">
            <a:extLst xmlns:a="http://schemas.openxmlformats.org/drawingml/2006/main">
              <a:ext uri="{FF2B5EF4-FFF2-40B4-BE49-F238E27FC236}">
                <a16:creationId xmlns:a16="http://schemas.microsoft.com/office/drawing/2014/main" id="{EABBE71D-FC68-44AB-B8D5-3BB4405F4EA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94">
            <a:extLst xmlns:a="http://schemas.openxmlformats.org/drawingml/2006/main">
              <a:ext uri="{FF2B5EF4-FFF2-40B4-BE49-F238E27FC236}">
                <a16:creationId xmlns:a16="http://schemas.microsoft.com/office/drawing/2014/main" id="{3F3A0B66-204D-4873-8599-C097F4679B2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95">
            <a:extLst xmlns:a="http://schemas.openxmlformats.org/drawingml/2006/main">
              <a:ext uri="{FF2B5EF4-FFF2-40B4-BE49-F238E27FC236}">
                <a16:creationId xmlns:a16="http://schemas.microsoft.com/office/drawing/2014/main" id="{001C08C0-A78A-41B5-BD9C-7438283E6931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B214133-D391-486C-B8F9-BE587A9F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人物与方式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7世纪前期，松赞干布统一青藏高原；唐太宗以文成公主和亲。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影响与后续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手工艺品、技术、医药书籍交流促进汉藏友好。9世纪前期会盟的结尾须接读下一页。</a:t>
            </a:r>
          </a:p>
        </p:txBody>
      </p:sp>
      <p:sp>
        <p:nvSpPr>
          <p:cNvPr id="13" name="link-396">
            <a:extLst xmlns:a="http://schemas.openxmlformats.org/drawingml/2006/main">
              <a:ext uri="{FF2B5EF4-FFF2-40B4-BE49-F238E27FC236}">
                <a16:creationId xmlns:a16="http://schemas.microsoft.com/office/drawing/2014/main" id="{9F10DA53-1F77-4CD0-926F-4682636A4610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97">
            <a:extLst xmlns:a="http://schemas.openxmlformats.org/drawingml/2006/main">
              <a:ext uri="{FF2B5EF4-FFF2-40B4-BE49-F238E27FC236}">
                <a16:creationId xmlns:a16="http://schemas.microsoft.com/office/drawing/2014/main" id="{72539DDB-C265-41B8-84BC-43A987A7E468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98">
            <a:extLst xmlns:a="http://schemas.openxmlformats.org/drawingml/2006/main">
              <a:ext uri="{FF2B5EF4-FFF2-40B4-BE49-F238E27FC236}">
                <a16:creationId xmlns:a16="http://schemas.microsoft.com/office/drawing/2014/main" id="{267A8E6B-E4C4-4A08-96DD-B70438BB1569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99">
            <a:extLst xmlns:a="http://schemas.openxmlformats.org/drawingml/2006/main">
              <a:ext uri="{FF2B5EF4-FFF2-40B4-BE49-F238E27FC236}">
                <a16:creationId xmlns:a16="http://schemas.microsoft.com/office/drawing/2014/main" id="{1C0B3C31-0D8D-40E8-BB38-0C7945B32775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00">
            <a:extLst xmlns:a="http://schemas.openxmlformats.org/drawingml/2006/main">
              <a:ext uri="{FF2B5EF4-FFF2-40B4-BE49-F238E27FC236}">
                <a16:creationId xmlns:a16="http://schemas.microsoft.com/office/drawing/2014/main" id="{88863907-6C71-42FD-8515-9006EE973332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01">
            <a:extLst xmlns:a="http://schemas.openxmlformats.org/drawingml/2006/main">
              <a:ext uri="{FF2B5EF4-FFF2-40B4-BE49-F238E27FC236}">
                <a16:creationId xmlns:a16="http://schemas.microsoft.com/office/drawing/2014/main" id="{B51ADCAD-4609-465D-BC14-F48B96E4F1C5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02">
            <a:extLst xmlns:a="http://schemas.openxmlformats.org/drawingml/2006/main">
              <a:ext uri="{FF2B5EF4-FFF2-40B4-BE49-F238E27FC236}">
                <a16:creationId xmlns:a16="http://schemas.microsoft.com/office/drawing/2014/main" id="{E8FFE088-F6D6-4058-9A62-C7540F2ABACC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03">
            <a:extLst xmlns:a="http://schemas.openxmlformats.org/drawingml/2006/main">
              <a:ext uri="{FF2B5EF4-FFF2-40B4-BE49-F238E27FC236}">
                <a16:creationId xmlns:a16="http://schemas.microsoft.com/office/drawing/2014/main" id="{93769997-118B-48F3-A481-1795450BBCAD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04">
            <a:extLst xmlns:a="http://schemas.openxmlformats.org/drawingml/2006/main">
              <a:ext uri="{FF2B5EF4-FFF2-40B4-BE49-F238E27FC236}">
                <a16:creationId xmlns:a16="http://schemas.microsoft.com/office/drawing/2014/main" id="{2ED1F9C5-EC0B-4A27-A4C3-A814A1A27417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34205292"/>
      </p:ext>
    </p:extLst>
  </p:cSld>
  <p:transition advClick="0"/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D1FF5-2C79-471A-9272-BDC33951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05">
            <a:extLst xmlns:a="http://schemas.openxmlformats.org/drawingml/2006/main">
              <a:ext uri="{FF2B5EF4-FFF2-40B4-BE49-F238E27FC236}">
                <a16:creationId xmlns:a16="http://schemas.microsoft.com/office/drawing/2014/main" id="{003A7505-2CDF-4994-9A6C-892647F96CC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06">
            <a:extLst xmlns:a="http://schemas.openxmlformats.org/drawingml/2006/main">
              <a:ext uri="{FF2B5EF4-FFF2-40B4-BE49-F238E27FC236}">
                <a16:creationId xmlns:a16="http://schemas.microsoft.com/office/drawing/2014/main" id="{DBDB876D-4CAB-4D26-A4A2-79C933E4C87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07">
            <a:extLst xmlns:a="http://schemas.openxmlformats.org/drawingml/2006/main">
              <a:ext uri="{FF2B5EF4-FFF2-40B4-BE49-F238E27FC236}">
                <a16:creationId xmlns:a16="http://schemas.microsoft.com/office/drawing/2014/main" id="{C8C11411-4BDF-45B9-9A4D-48CC96D3B86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1EDF91-FDBE-440F-956C-87EE5F1C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唐蕃会盟、靺鞨与边疆开发（续前片）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F36F76-514B-44AF-A775-52AFA971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5/6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898207-ABFA-4CAB-9451-757E60DB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2647595-C6E9-4883-AB80-ACF92E15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08">
            <a:extLst xmlns:a="http://schemas.openxmlformats.org/drawingml/2006/main">
              <a:ext uri="{FF2B5EF4-FFF2-40B4-BE49-F238E27FC236}">
                <a16:creationId xmlns:a16="http://schemas.microsoft.com/office/drawing/2014/main" id="{DB86C40C-C358-428C-83F3-6993AE9C70D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09">
            <a:extLst xmlns:a="http://schemas.openxmlformats.org/drawingml/2006/main">
              <a:ext uri="{FF2B5EF4-FFF2-40B4-BE49-F238E27FC236}">
                <a16:creationId xmlns:a16="http://schemas.microsoft.com/office/drawing/2014/main" id="{F4A53004-0BC8-47D3-92B0-A915954A586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10">
            <a:extLst xmlns:a="http://schemas.openxmlformats.org/drawingml/2006/main">
              <a:ext uri="{FF2B5EF4-FFF2-40B4-BE49-F238E27FC236}">
                <a16:creationId xmlns:a16="http://schemas.microsoft.com/office/drawing/2014/main" id="{0CB333FC-ABBC-4F2D-BFAE-FD8B77153912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1D758-2F5A-4F11-B576-7F42C0AC5B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b21e122654fa0"/>
          <a:stretch xmlns:a="http://schemas.openxmlformats.org/drawingml/2006/main"/>
        </p:blipFill>
        <p:spPr>
          <a:xfrm xmlns:a="http://schemas.openxmlformats.org/drawingml/2006/main">
            <a:off x="4547726" y="1552575"/>
            <a:ext cx="4239549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411">
            <a:extLst xmlns:a="http://schemas.openxmlformats.org/drawingml/2006/main">
              <a:ext uri="{FF2B5EF4-FFF2-40B4-BE49-F238E27FC236}">
                <a16:creationId xmlns:a16="http://schemas.microsoft.com/office/drawing/2014/main" id="{200A2C57-D868-4F4C-ACAE-1BFEB9CDBA79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412">
            <a:extLst xmlns:a="http://schemas.openxmlformats.org/drawingml/2006/main">
              <a:ext uri="{FF2B5EF4-FFF2-40B4-BE49-F238E27FC236}">
                <a16:creationId xmlns:a16="http://schemas.microsoft.com/office/drawing/2014/main" id="{ABDF1893-2499-4489-9390-2D6748DC28C8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413">
            <a:extLst xmlns:a="http://schemas.openxmlformats.org/drawingml/2006/main">
              <a:ext uri="{FF2B5EF4-FFF2-40B4-BE49-F238E27FC236}">
                <a16:creationId xmlns:a16="http://schemas.microsoft.com/office/drawing/2014/main" id="{931DA159-CE15-465A-B45A-7572115A59B9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414">
            <a:extLst xmlns:a="http://schemas.openxmlformats.org/drawingml/2006/main">
              <a:ext uri="{FF2B5EF4-FFF2-40B4-BE49-F238E27FC236}">
                <a16:creationId xmlns:a16="http://schemas.microsoft.com/office/drawing/2014/main" id="{776E859C-A3EC-45A2-AE68-DD0D66CE0B02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15">
            <a:extLst xmlns:a="http://schemas.openxmlformats.org/drawingml/2006/main">
              <a:ext uri="{FF2B5EF4-FFF2-40B4-BE49-F238E27FC236}">
                <a16:creationId xmlns:a16="http://schemas.microsoft.com/office/drawing/2014/main" id="{89105F0B-2334-4423-AD50-FFF202F47D66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16">
            <a:extLst xmlns:a="http://schemas.openxmlformats.org/drawingml/2006/main">
              <a:ext uri="{FF2B5EF4-FFF2-40B4-BE49-F238E27FC236}">
                <a16:creationId xmlns:a16="http://schemas.microsoft.com/office/drawing/2014/main" id="{16CD8AE9-554A-47BF-9A0C-03F0156A7EAC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17">
            <a:extLst xmlns:a="http://schemas.openxmlformats.org/drawingml/2006/main">
              <a:ext uri="{FF2B5EF4-FFF2-40B4-BE49-F238E27FC236}">
                <a16:creationId xmlns:a16="http://schemas.microsoft.com/office/drawing/2014/main" id="{5D3016B0-7985-4F88-AAE8-23F4F9691195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18">
            <a:extLst xmlns:a="http://schemas.openxmlformats.org/drawingml/2006/main">
              <a:ext uri="{FF2B5EF4-FFF2-40B4-BE49-F238E27FC236}">
                <a16:creationId xmlns:a16="http://schemas.microsoft.com/office/drawing/2014/main" id="{F28D486F-AC39-463A-97DE-81DE37E74D4F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19">
            <a:extLst xmlns:a="http://schemas.openxmlformats.org/drawingml/2006/main">
              <a:ext uri="{FF2B5EF4-FFF2-40B4-BE49-F238E27FC236}">
                <a16:creationId xmlns:a16="http://schemas.microsoft.com/office/drawing/2014/main" id="{6E8958E3-2E49-4084-A30A-8E563B144D02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991490"/>
      </p:ext>
    </p:extLst>
  </p:cSld>
  <p:transition advClick="0"/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535FE-9529-4E63-886F-6CEAD313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20">
            <a:extLst xmlns:a="http://schemas.openxmlformats.org/drawingml/2006/main">
              <a:ext uri="{FF2B5EF4-FFF2-40B4-BE49-F238E27FC236}">
                <a16:creationId xmlns:a16="http://schemas.microsoft.com/office/drawing/2014/main" id="{6E7C63D3-E70D-4B63-9583-3E0D08FBF49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21">
            <a:extLst xmlns:a="http://schemas.openxmlformats.org/drawingml/2006/main">
              <a:ext uri="{FF2B5EF4-FFF2-40B4-BE49-F238E27FC236}">
                <a16:creationId xmlns:a16="http://schemas.microsoft.com/office/drawing/2014/main" id="{65CA3FFC-968B-4DE0-B36D-C0079772570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22">
            <a:extLst xmlns:a="http://schemas.openxmlformats.org/drawingml/2006/main">
              <a:ext uri="{FF2B5EF4-FFF2-40B4-BE49-F238E27FC236}">
                <a16:creationId xmlns:a16="http://schemas.microsoft.com/office/drawing/2014/main" id="{0A153DA0-1C4D-48B1-A62E-AACCFE83E51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B4219C6-5D3C-4E8D-9D47-5812F4A5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唐蕃会盟、靺鞨与边疆开发（续前片）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8E20EF-0A7F-457E-A9EF-B3FBCE4E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5/6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1699B1-1B6A-44F7-AB2F-717A759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72A98AD-792E-41F7-8632-C1F4E31D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23">
            <a:extLst xmlns:a="http://schemas.openxmlformats.org/drawingml/2006/main">
              <a:ext uri="{FF2B5EF4-FFF2-40B4-BE49-F238E27FC236}">
                <a16:creationId xmlns:a16="http://schemas.microsoft.com/office/drawing/2014/main" id="{EC5FC7A5-DB17-4353-B4DC-E59D2E9B5C0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24">
            <a:extLst xmlns:a="http://schemas.openxmlformats.org/drawingml/2006/main">
              <a:ext uri="{FF2B5EF4-FFF2-40B4-BE49-F238E27FC236}">
                <a16:creationId xmlns:a16="http://schemas.microsoft.com/office/drawing/2014/main" id="{015C14AA-8411-498E-BFD1-FCFD2E271F8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25">
            <a:extLst xmlns:a="http://schemas.openxmlformats.org/drawingml/2006/main">
              <a:ext uri="{FF2B5EF4-FFF2-40B4-BE49-F238E27FC236}">
                <a16:creationId xmlns:a16="http://schemas.microsoft.com/office/drawing/2014/main" id="{01953BCA-82F8-4985-80FA-A4497F620DD9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会盟、册封与边疆开发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7F3B7-88EE-4016-A7E7-AA09AC8A83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8dd110c1540aa"/>
          <a:stretch xmlns:a="http://schemas.openxmlformats.org/drawingml/2006/main"/>
        </p:blipFill>
        <p:spPr>
          <a:xfrm xmlns:a="http://schemas.openxmlformats.org/drawingml/2006/main">
            <a:off x="2154318" y="1552575"/>
            <a:ext cx="9026364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6C6ADE4-3057-4149-AFAF-73705A6A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3877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教材 PDF 第4/6页｜印刷第37页 · 保留思考点</a:t>
            </a:r>
          </a:p>
        </p:txBody>
      </p:sp>
      <p:sp>
        <p:nvSpPr>
          <p:cNvPr id="14" name="link-426">
            <a:extLst xmlns:a="http://schemas.openxmlformats.org/drawingml/2006/main">
              <a:ext uri="{FF2B5EF4-FFF2-40B4-BE49-F238E27FC236}">
                <a16:creationId xmlns:a16="http://schemas.microsoft.com/office/drawing/2014/main" id="{D1D32DA3-F1F8-42DF-907F-1EED701B635C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5" name="link-427">
            <a:extLst xmlns:a="http://schemas.openxmlformats.org/drawingml/2006/main">
              <a:ext uri="{FF2B5EF4-FFF2-40B4-BE49-F238E27FC236}">
                <a16:creationId xmlns:a16="http://schemas.microsoft.com/office/drawing/2014/main" id="{082C1D72-7673-40FA-A14F-4E12B60DCD1C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6" name="link-428">
            <a:extLst xmlns:a="http://schemas.openxmlformats.org/drawingml/2006/main">
              <a:ext uri="{FF2B5EF4-FFF2-40B4-BE49-F238E27FC236}">
                <a16:creationId xmlns:a16="http://schemas.microsoft.com/office/drawing/2014/main" id="{F1FDA352-1B96-4CB5-AF0B-9C66D71DA399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7" name="link-429">
            <a:extLst xmlns:a="http://schemas.openxmlformats.org/drawingml/2006/main">
              <a:ext uri="{FF2B5EF4-FFF2-40B4-BE49-F238E27FC236}">
                <a16:creationId xmlns:a16="http://schemas.microsoft.com/office/drawing/2014/main" id="{C435C72E-6890-4316-A68C-6A4EC62C0588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link-430">
            <a:extLst xmlns:a="http://schemas.openxmlformats.org/drawingml/2006/main">
              <a:ext uri="{FF2B5EF4-FFF2-40B4-BE49-F238E27FC236}">
                <a16:creationId xmlns:a16="http://schemas.microsoft.com/office/drawing/2014/main" id="{6C1A5D60-E84C-4261-81D8-24460CB8BB5C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link-431">
            <a:extLst xmlns:a="http://schemas.openxmlformats.org/drawingml/2006/main">
              <a:ext uri="{FF2B5EF4-FFF2-40B4-BE49-F238E27FC236}">
                <a16:creationId xmlns:a16="http://schemas.microsoft.com/office/drawing/2014/main" id="{11D4F19C-3063-43A1-88F3-0C8FF6EBF3DF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link-432">
            <a:extLst xmlns:a="http://schemas.openxmlformats.org/drawingml/2006/main">
              <a:ext uri="{FF2B5EF4-FFF2-40B4-BE49-F238E27FC236}">
                <a16:creationId xmlns:a16="http://schemas.microsoft.com/office/drawing/2014/main" id="{82766CC0-2442-4B45-BD45-196FA42F7B0A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link-433">
            <a:extLst xmlns:a="http://schemas.openxmlformats.org/drawingml/2006/main">
              <a:ext uri="{FF2B5EF4-FFF2-40B4-BE49-F238E27FC236}">
                <a16:creationId xmlns:a16="http://schemas.microsoft.com/office/drawing/2014/main" id="{C2989812-09C2-47ED-A567-C8C3E0374716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link-434">
            <a:extLst xmlns:a="http://schemas.openxmlformats.org/drawingml/2006/main">
              <a:ext uri="{FF2B5EF4-FFF2-40B4-BE49-F238E27FC236}">
                <a16:creationId xmlns:a16="http://schemas.microsoft.com/office/drawing/2014/main" id="{082022D7-26F2-4266-AEAA-2996B5473077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04336675"/>
      </p:ext>
    </p:extLst>
  </p:cSld>
  <p:transition advClick="0"/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8F61D-537B-43F9-B3AB-5A6788BE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35">
            <a:extLst xmlns:a="http://schemas.openxmlformats.org/drawingml/2006/main">
              <a:ext uri="{FF2B5EF4-FFF2-40B4-BE49-F238E27FC236}">
                <a16:creationId xmlns:a16="http://schemas.microsoft.com/office/drawing/2014/main" id="{470F3911-7FA8-4FB1-B22D-8810B290A0B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36">
            <a:extLst xmlns:a="http://schemas.openxmlformats.org/drawingml/2006/main">
              <a:ext uri="{FF2B5EF4-FFF2-40B4-BE49-F238E27FC236}">
                <a16:creationId xmlns:a16="http://schemas.microsoft.com/office/drawing/2014/main" id="{0E615D9B-348C-4791-80B2-F149377696D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37">
            <a:extLst xmlns:a="http://schemas.openxmlformats.org/drawingml/2006/main">
              <a:ext uri="{FF2B5EF4-FFF2-40B4-BE49-F238E27FC236}">
                <a16:creationId xmlns:a16="http://schemas.microsoft.com/office/drawing/2014/main" id="{CDA296E5-2349-42B9-807A-DC04A49D0BB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5C90AC-C577-4644-848E-12D9F6FD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会盟、册封与边疆开发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AA5F7D-9A1B-401B-A9DF-62969D07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5/6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D3BFC32-340B-4B57-BE72-CFCAD4A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61D508-5553-4AB7-8729-203F2249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38">
            <a:extLst xmlns:a="http://schemas.openxmlformats.org/drawingml/2006/main">
              <a:ext uri="{FF2B5EF4-FFF2-40B4-BE49-F238E27FC236}">
                <a16:creationId xmlns:a16="http://schemas.microsoft.com/office/drawing/2014/main" id="{7CD3DD5D-9046-438A-B5CE-7562EF678FE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39">
            <a:extLst xmlns:a="http://schemas.openxmlformats.org/drawingml/2006/main">
              <a:ext uri="{FF2B5EF4-FFF2-40B4-BE49-F238E27FC236}">
                <a16:creationId xmlns:a16="http://schemas.microsoft.com/office/drawing/2014/main" id="{74ADD56C-CB41-4752-9C07-2F99359CBE3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40">
            <a:extLst xmlns:a="http://schemas.openxmlformats.org/drawingml/2006/main">
              <a:ext uri="{FF2B5EF4-FFF2-40B4-BE49-F238E27FC236}">
                <a16:creationId xmlns:a16="http://schemas.microsoft.com/office/drawing/2014/main" id="{33E76D4F-04EB-4A7F-B41E-6A693DF6FCD1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A49547-1796-4F24-A4AF-C558CA89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 · 会盟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9世纪前期唐蕃会盟，此后基本停止纷争。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 · 册封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唐玄宗封大祚荣为渤海郡王。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区域开发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周边少数民族建立的政权对边疆地区开发作出积极贡献。</a:t>
            </a:r>
          </a:p>
        </p:txBody>
      </p:sp>
      <p:sp>
        <p:nvSpPr>
          <p:cNvPr id="13" name="link-441">
            <a:extLst xmlns:a="http://schemas.openxmlformats.org/drawingml/2006/main">
              <a:ext uri="{FF2B5EF4-FFF2-40B4-BE49-F238E27FC236}">
                <a16:creationId xmlns:a16="http://schemas.microsoft.com/office/drawing/2014/main" id="{DA11BD3B-28F0-42B4-9E69-F5E6FC7C5DBE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442">
            <a:extLst xmlns:a="http://schemas.openxmlformats.org/drawingml/2006/main">
              <a:ext uri="{FF2B5EF4-FFF2-40B4-BE49-F238E27FC236}">
                <a16:creationId xmlns:a16="http://schemas.microsoft.com/office/drawing/2014/main" id="{C342B225-BF27-49FA-9585-5B2FDA0E88E4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443">
            <a:extLst xmlns:a="http://schemas.openxmlformats.org/drawingml/2006/main">
              <a:ext uri="{FF2B5EF4-FFF2-40B4-BE49-F238E27FC236}">
                <a16:creationId xmlns:a16="http://schemas.microsoft.com/office/drawing/2014/main" id="{12E7AD42-33D0-43E5-8AE1-B8A030E36579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444">
            <a:extLst xmlns:a="http://schemas.openxmlformats.org/drawingml/2006/main">
              <a:ext uri="{FF2B5EF4-FFF2-40B4-BE49-F238E27FC236}">
                <a16:creationId xmlns:a16="http://schemas.microsoft.com/office/drawing/2014/main" id="{EF5F13F0-DC32-489C-889A-970FB6FED106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45">
            <a:extLst xmlns:a="http://schemas.openxmlformats.org/drawingml/2006/main">
              <a:ext uri="{FF2B5EF4-FFF2-40B4-BE49-F238E27FC236}">
                <a16:creationId xmlns:a16="http://schemas.microsoft.com/office/drawing/2014/main" id="{BBCAEA67-8EAD-4963-953F-0B05E6E6BD4B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46">
            <a:extLst xmlns:a="http://schemas.openxmlformats.org/drawingml/2006/main">
              <a:ext uri="{FF2B5EF4-FFF2-40B4-BE49-F238E27FC236}">
                <a16:creationId xmlns:a16="http://schemas.microsoft.com/office/drawing/2014/main" id="{CBBA95FB-3279-457C-AFDD-D38A0BE2982F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47">
            <a:extLst xmlns:a="http://schemas.openxmlformats.org/drawingml/2006/main">
              <a:ext uri="{FF2B5EF4-FFF2-40B4-BE49-F238E27FC236}">
                <a16:creationId xmlns:a16="http://schemas.microsoft.com/office/drawing/2014/main" id="{C674189E-7169-4D27-A749-7F024B120182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48">
            <a:extLst xmlns:a="http://schemas.openxmlformats.org/drawingml/2006/main">
              <a:ext uri="{FF2B5EF4-FFF2-40B4-BE49-F238E27FC236}">
                <a16:creationId xmlns:a16="http://schemas.microsoft.com/office/drawing/2014/main" id="{4D19A22E-9183-4875-95D2-E0164F6FDAB8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49">
            <a:extLst xmlns:a="http://schemas.openxmlformats.org/drawingml/2006/main">
              <a:ext uri="{FF2B5EF4-FFF2-40B4-BE49-F238E27FC236}">
                <a16:creationId xmlns:a16="http://schemas.microsoft.com/office/drawing/2014/main" id="{24B52041-28C0-4798-8235-0492B04A1EF6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45789731"/>
      </p:ext>
    </p:extLst>
  </p:cSld>
  <p:transition advClick="0"/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E6E9A-DFD3-4780-90F9-63DB588C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50">
            <a:extLst xmlns:a="http://schemas.openxmlformats.org/drawingml/2006/main">
              <a:ext uri="{FF2B5EF4-FFF2-40B4-BE49-F238E27FC236}">
                <a16:creationId xmlns:a16="http://schemas.microsoft.com/office/drawing/2014/main" id="{7333FAB4-2AEF-4864-88AE-6B012EAF505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51">
            <a:extLst xmlns:a="http://schemas.openxmlformats.org/drawingml/2006/main">
              <a:ext uri="{FF2B5EF4-FFF2-40B4-BE49-F238E27FC236}">
                <a16:creationId xmlns:a16="http://schemas.microsoft.com/office/drawing/2014/main" id="{B3A61D5E-99FD-49CE-AD42-2A764A55C9F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52">
            <a:extLst xmlns:a="http://schemas.openxmlformats.org/drawingml/2006/main">
              <a:ext uri="{FF2B5EF4-FFF2-40B4-BE49-F238E27FC236}">
                <a16:creationId xmlns:a16="http://schemas.microsoft.com/office/drawing/2014/main" id="{23EE33A5-2C46-4030-B0A8-DAEC17E076E4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619373-7E29-4363-A75D-CFADC125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884593F-B2D5-490C-9696-4E039653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6/6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0D3A16-99F8-422A-8791-B410C56F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9066B6-B2A1-4593-B987-707A2452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53">
            <a:extLst xmlns:a="http://schemas.openxmlformats.org/drawingml/2006/main">
              <a:ext uri="{FF2B5EF4-FFF2-40B4-BE49-F238E27FC236}">
                <a16:creationId xmlns:a16="http://schemas.microsoft.com/office/drawing/2014/main" id="{FCBC1CF1-8B1D-4832-A4EA-DB9D39FC9C8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54">
            <a:extLst xmlns:a="http://schemas.openxmlformats.org/drawingml/2006/main">
              <a:ext uri="{FF2B5EF4-FFF2-40B4-BE49-F238E27FC236}">
                <a16:creationId xmlns:a16="http://schemas.microsoft.com/office/drawing/2014/main" id="{2FDF47AB-67AE-4228-A0C5-C2B600AA849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55">
            <a:extLst xmlns:a="http://schemas.openxmlformats.org/drawingml/2006/main">
              <a:ext uri="{FF2B5EF4-FFF2-40B4-BE49-F238E27FC236}">
                <a16:creationId xmlns:a16="http://schemas.microsoft.com/office/drawing/2014/main" id="{84E3008B-FB5C-405F-A739-0B186197B1A1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F1B39-F8C5-4157-B3B8-45DE4033C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fc46315bc40d7"/>
          <a:stretch xmlns:a="http://schemas.openxmlformats.org/drawingml/2006/main"/>
        </p:blipFill>
        <p:spPr>
          <a:xfrm xmlns:a="http://schemas.openxmlformats.org/drawingml/2006/main">
            <a:off x="3505285" y="1552575"/>
            <a:ext cx="6324430" cy="3333750"/>
          </a:xfrm>
          <a:prstGeom xmlns:a="http://schemas.openxmlformats.org/drawingml/2006/main" prst="rect">
            <a:avLst/>
          </a:prstGeom>
        </p:spPr>
      </p:pic>
      <p:sp>
        <p:nvSpPr>
          <p:cNvPr id="13" name="link-456">
            <a:extLst xmlns:a="http://schemas.openxmlformats.org/drawingml/2006/main">
              <a:ext uri="{FF2B5EF4-FFF2-40B4-BE49-F238E27FC236}">
                <a16:creationId xmlns:a16="http://schemas.microsoft.com/office/drawing/2014/main" id="{CCDF1338-6698-4FF8-9BDC-9E1C86FBBB8A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457">
            <a:extLst xmlns:a="http://schemas.openxmlformats.org/drawingml/2006/main">
              <a:ext uri="{FF2B5EF4-FFF2-40B4-BE49-F238E27FC236}">
                <a16:creationId xmlns:a16="http://schemas.microsoft.com/office/drawing/2014/main" id="{9BBF0109-301B-49E7-8901-5D481B96A573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两者关系题的四个视角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458">
            <a:extLst xmlns:a="http://schemas.openxmlformats.org/drawingml/2006/main">
              <a:ext uri="{FF2B5EF4-FFF2-40B4-BE49-F238E27FC236}">
                <a16:creationId xmlns:a16="http://schemas.microsoft.com/office/drawing/2014/main" id="{BCA85DA9-3004-4851-B35D-220005B64C9F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民族边疆与对外外交关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459">
            <a:extLst xmlns:a="http://schemas.openxmlformats.org/drawingml/2006/main">
              <a:ext uri="{FF2B5EF4-FFF2-40B4-BE49-F238E27FC236}">
                <a16:creationId xmlns:a16="http://schemas.microsoft.com/office/drawing/2014/main" id="{DBBFF579-5744-4231-9DE0-7B15E3A8D0D5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60">
            <a:extLst xmlns:a="http://schemas.openxmlformats.org/drawingml/2006/main">
              <a:ext uri="{FF2B5EF4-FFF2-40B4-BE49-F238E27FC236}">
                <a16:creationId xmlns:a16="http://schemas.microsoft.com/office/drawing/2014/main" id="{EFA6A353-C921-4F4A-8248-3239C49DDF67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61">
            <a:extLst xmlns:a="http://schemas.openxmlformats.org/drawingml/2006/main">
              <a:ext uri="{FF2B5EF4-FFF2-40B4-BE49-F238E27FC236}">
                <a16:creationId xmlns:a16="http://schemas.microsoft.com/office/drawing/2014/main" id="{B66BC7D2-FF0E-4700-9FB0-6EC1697F21F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62">
            <a:extLst xmlns:a="http://schemas.openxmlformats.org/drawingml/2006/main">
              <a:ext uri="{FF2B5EF4-FFF2-40B4-BE49-F238E27FC236}">
                <a16:creationId xmlns:a16="http://schemas.microsoft.com/office/drawing/2014/main" id="{992593C5-0325-47FC-B223-5CDB117D44A0}"/>
              </a:ext>
            </a:extLst>
            <ns24:hlinkClick xmlns:ns24="http://schemas.openxmlformats.org/drawingml/2006/main" xmlns:ns25="http://schemas.openxmlformats.org/officeDocument/2006/relationships" ns25:id="rIdNav12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63">
            <a:extLst xmlns:a="http://schemas.openxmlformats.org/drawingml/2006/main">
              <a:ext uri="{FF2B5EF4-FFF2-40B4-BE49-F238E27FC236}">
                <a16:creationId xmlns:a16="http://schemas.microsoft.com/office/drawing/2014/main" id="{2EADAC5B-2C6F-4FDB-ADEC-E4368AF8C2B1}"/>
              </a:ext>
            </a:extLst>
            <ns26:hlinkClick xmlns:ns26="http://schemas.openxmlformats.org/drawingml/2006/main" xmlns:ns27="http://schemas.openxmlformats.org/officeDocument/2006/relationships" ns27:id="rIdNav1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64">
            <a:extLst xmlns:a="http://schemas.openxmlformats.org/drawingml/2006/main">
              <a:ext uri="{FF2B5EF4-FFF2-40B4-BE49-F238E27FC236}">
                <a16:creationId xmlns:a16="http://schemas.microsoft.com/office/drawing/2014/main" id="{DCCD887C-A5EF-40F2-917A-99AE03AC6051}"/>
              </a:ext>
            </a:extLst>
            <ns28:hlinkClick xmlns:ns28="http://schemas.openxmlformats.org/drawingml/2006/main" xmlns:ns29="http://schemas.openxmlformats.org/officeDocument/2006/relationships" ns29:id="rIdNav1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2" name="link-616">
            <a:extLst xmlns:a="http://schemas.openxmlformats.org/drawingml/2006/main">
              <a:ext uri="{FF2B5EF4-FFF2-40B4-BE49-F238E27FC236}">
                <a16:creationId xmlns:a16="http://schemas.microsoft.com/office/drawing/2014/main" id="{29931A44-99ED-4DD0-BAA2-D7C29793B06A}"/>
              </a:ext>
            </a:extLst>
            <ns30:hlinkClick xmlns:ns30="http://schemas.openxmlformats.org/drawingml/2006/main" xmlns:ns31="http://schemas.openxmlformats.org/officeDocument/2006/relationships" ns31:id="rIdNav15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23" name="link-617">
            <a:extLst xmlns:a="http://schemas.openxmlformats.org/drawingml/2006/main">
              <a:ext uri="{FF2B5EF4-FFF2-40B4-BE49-F238E27FC236}">
                <a16:creationId xmlns:a16="http://schemas.microsoft.com/office/drawing/2014/main" id="{4373CAD2-CDB6-4948-B7C9-8AFDB68F5B9D}"/>
              </a:ext>
            </a:extLst>
            <ns32:hlinkClick xmlns:ns32="http://schemas.openxmlformats.org/drawingml/2006/main" xmlns:ns33="http://schemas.openxmlformats.org/officeDocument/2006/relationships" ns33:id="rIdNav16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24" name="link-618">
            <a:extLst xmlns:a="http://schemas.openxmlformats.org/drawingml/2006/main">
              <a:ext uri="{FF2B5EF4-FFF2-40B4-BE49-F238E27FC236}">
                <a16:creationId xmlns:a16="http://schemas.microsoft.com/office/drawing/2014/main" id="{BB9BEE6D-BDE1-4ACC-82B6-3C262493736A}"/>
              </a:ext>
            </a:extLst>
            <ns34:hlinkClick xmlns:ns34="http://schemas.openxmlformats.org/drawingml/2006/main" xmlns:ns35="http://schemas.openxmlformats.org/officeDocument/2006/relationships" ns35:id="rIdNav17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25" name="link-619">
            <a:extLst xmlns:a="http://schemas.openxmlformats.org/drawingml/2006/main">
              <a:ext uri="{FF2B5EF4-FFF2-40B4-BE49-F238E27FC236}">
                <a16:creationId xmlns:a16="http://schemas.microsoft.com/office/drawing/2014/main" id="{AEA502FF-ECFC-42B6-AF2A-A56A90166688}"/>
              </a:ext>
            </a:extLst>
            <ns36:hlinkClick xmlns:ns36="http://schemas.openxmlformats.org/drawingml/2006/main" xmlns:ns37="http://schemas.openxmlformats.org/officeDocument/2006/relationships" ns37:id="rIdNav18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6" name="link-620">
            <a:extLst xmlns:a="http://schemas.openxmlformats.org/drawingml/2006/main">
              <a:ext uri="{FF2B5EF4-FFF2-40B4-BE49-F238E27FC236}">
                <a16:creationId xmlns:a16="http://schemas.microsoft.com/office/drawing/2014/main" id="{43E26F99-5162-45DC-9871-31BC94B923EB}"/>
              </a:ext>
            </a:extLst>
            <ns38:hlinkClick xmlns:ns38="http://schemas.openxmlformats.org/drawingml/2006/main" xmlns:ns39="http://schemas.openxmlformats.org/officeDocument/2006/relationships" ns39:id="rIdNav19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7" name="link-1158">
            <a:extLst xmlns:a="http://schemas.openxmlformats.org/drawingml/2006/main">
              <a:ext uri="{FF2B5EF4-FFF2-40B4-BE49-F238E27FC236}">
                <a16:creationId xmlns:a16="http://schemas.microsoft.com/office/drawing/2014/main" id="{8DA19532-0607-4E33-BD56-13518EE9FD5D}"/>
              </a:ext>
            </a:extLst>
            <ns40:hlinkClick xmlns:ns40="http://schemas.openxmlformats.org/drawingml/2006/main" xmlns:ns41="http://schemas.openxmlformats.org/officeDocument/2006/relationships" ns41:id="rIdNav20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8577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读图说明</a:t>
            </a:r>
          </a:p>
        </p:txBody>
      </p:sp>
    </p:spTree>
    <p:extLst>
      <p:ext uri="{BB962C8B-B14F-4D97-AF65-F5344CB8AC3E}">
        <p14:creationId xmlns:p14="http://schemas.microsoft.com/office/powerpoint/2010/main" val="210054189"/>
      </p:ext>
    </p:extLst>
  </p:cSld>
  <p:transition advClick="0"/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4DA35-4EE3-4253-9876-8F18D437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65">
            <a:extLst xmlns:a="http://schemas.openxmlformats.org/drawingml/2006/main">
              <a:ext uri="{FF2B5EF4-FFF2-40B4-BE49-F238E27FC236}">
                <a16:creationId xmlns:a16="http://schemas.microsoft.com/office/drawing/2014/main" id="{A85161AE-7C13-4027-BEA4-33279E63186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66">
            <a:extLst xmlns:a="http://schemas.openxmlformats.org/drawingml/2006/main">
              <a:ext uri="{FF2B5EF4-FFF2-40B4-BE49-F238E27FC236}">
                <a16:creationId xmlns:a16="http://schemas.microsoft.com/office/drawing/2014/main" id="{58412706-C250-40EE-9CA9-690081C957D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67">
            <a:extLst xmlns:a="http://schemas.openxmlformats.org/drawingml/2006/main">
              <a:ext uri="{FF2B5EF4-FFF2-40B4-BE49-F238E27FC236}">
                <a16:creationId xmlns:a16="http://schemas.microsoft.com/office/drawing/2014/main" id="{59AB7495-BEFA-4B5D-85B8-4C4BA2749E6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24D71B-ABDB-4EB4-B342-05BC5869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507EDF-42FE-408B-8F8F-5031E5EE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原因 / 教材片段 1/1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EDDBFC5-F2F1-474A-BEC6-4FDA6175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C2DD91-CE55-45FF-92DE-F090D0B3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68">
            <a:extLst xmlns:a="http://schemas.openxmlformats.org/drawingml/2006/main">
              <a:ext uri="{FF2B5EF4-FFF2-40B4-BE49-F238E27FC236}">
                <a16:creationId xmlns:a16="http://schemas.microsoft.com/office/drawing/2014/main" id="{B88C7CEF-AE7C-45ED-8040-375B4F38AEC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69">
            <a:extLst xmlns:a="http://schemas.openxmlformats.org/drawingml/2006/main">
              <a:ext uri="{FF2B5EF4-FFF2-40B4-BE49-F238E27FC236}">
                <a16:creationId xmlns:a16="http://schemas.microsoft.com/office/drawing/2014/main" id="{F8E094B2-40E6-4927-B825-33660912C55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08218-2BC3-4B36-A36B-BD099B047F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7252a33144260"/>
          <a:stretch xmlns:a="http://schemas.openxmlformats.org/drawingml/2006/main"/>
        </p:blipFill>
        <p:spPr>
          <a:xfrm xmlns:a="http://schemas.openxmlformats.org/drawingml/2006/main">
            <a:off x="1619250" y="2126197"/>
            <a:ext cx="10096500" cy="3329505"/>
          </a:xfrm>
          <a:prstGeom xmlns:a="http://schemas.openxmlformats.org/drawingml/2006/main" prst="rect">
            <a:avLst/>
          </a:prstGeom>
        </p:spPr>
      </p:pic>
      <p:sp>
        <p:nvSpPr>
          <p:cNvPr id="12" name="link-470">
            <a:extLst xmlns:a="http://schemas.openxmlformats.org/drawingml/2006/main">
              <a:ext uri="{FF2B5EF4-FFF2-40B4-BE49-F238E27FC236}">
                <a16:creationId xmlns:a16="http://schemas.microsoft.com/office/drawing/2014/main" id="{7FB61FA7-E2AC-4A68-8631-F72D22136D5F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56149152"/>
      </p:ext>
    </p:extLst>
  </p:cSld>
  <p:transition advClick="0"/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FF92F-46D1-43BD-96B6-EEE4DC4E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71">
            <a:extLst xmlns:a="http://schemas.openxmlformats.org/drawingml/2006/main">
              <a:ext uri="{FF2B5EF4-FFF2-40B4-BE49-F238E27FC236}">
                <a16:creationId xmlns:a16="http://schemas.microsoft.com/office/drawing/2014/main" id="{899E66A1-337A-4A68-863E-76D4F9C0729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72">
            <a:extLst xmlns:a="http://schemas.openxmlformats.org/drawingml/2006/main">
              <a:ext uri="{FF2B5EF4-FFF2-40B4-BE49-F238E27FC236}">
                <a16:creationId xmlns:a16="http://schemas.microsoft.com/office/drawing/2014/main" id="{2009E798-968B-401C-A846-DDD04BBFF2D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73">
            <a:extLst xmlns:a="http://schemas.openxmlformats.org/drawingml/2006/main">
              <a:ext uri="{FF2B5EF4-FFF2-40B4-BE49-F238E27FC236}">
                <a16:creationId xmlns:a16="http://schemas.microsoft.com/office/drawing/2014/main" id="{0664545C-FBE1-4A37-89C7-98DE4475C72C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C47214-9214-4044-8076-8D35ABD2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安史之乱过程及影响开端（续下页）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1C0FF9-1871-446F-AE43-3E31B745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过程 / 教材片段 1/1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46643D-5DC7-4260-AA0C-77CC285E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277F46-08BF-4F43-AAB1-A75ADD68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74">
            <a:extLst xmlns:a="http://schemas.openxmlformats.org/drawingml/2006/main">
              <a:ext uri="{FF2B5EF4-FFF2-40B4-BE49-F238E27FC236}">
                <a16:creationId xmlns:a16="http://schemas.microsoft.com/office/drawing/2014/main" id="{66E3C41F-B51F-422C-BD0F-DD6620B7C36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75">
            <a:extLst xmlns:a="http://schemas.openxmlformats.org/drawingml/2006/main">
              <a:ext uri="{FF2B5EF4-FFF2-40B4-BE49-F238E27FC236}">
                <a16:creationId xmlns:a16="http://schemas.microsoft.com/office/drawing/2014/main" id="{B45DA077-4AE5-41C6-9463-9719532323D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76">
            <a:extLst xmlns:a="http://schemas.openxmlformats.org/drawingml/2006/main">
              <a:ext uri="{FF2B5EF4-FFF2-40B4-BE49-F238E27FC236}">
                <a16:creationId xmlns:a16="http://schemas.microsoft.com/office/drawing/2014/main" id="{481A0130-CB94-4C6D-A2F0-E1638D567D62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755年起兵，历时八年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E5D5F-BFA3-4711-B997-4CF3D9743D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e625c95214750"/>
          <a:stretch xmlns:a="http://schemas.openxmlformats.org/drawingml/2006/main"/>
        </p:blipFill>
        <p:spPr>
          <a:xfrm xmlns:a="http://schemas.openxmlformats.org/drawingml/2006/main">
            <a:off x="1619250" y="2216184"/>
            <a:ext cx="10096500" cy="3149532"/>
          </a:xfrm>
          <a:prstGeom xmlns:a="http://schemas.openxmlformats.org/drawingml/2006/main" prst="rect">
            <a:avLst/>
          </a:prstGeom>
        </p:spPr>
      </p:pic>
      <p:sp>
        <p:nvSpPr>
          <p:cNvPr id="13" name="link-477">
            <a:extLst xmlns:a="http://schemas.openxmlformats.org/drawingml/2006/main">
              <a:ext uri="{FF2B5EF4-FFF2-40B4-BE49-F238E27FC236}">
                <a16:creationId xmlns:a16="http://schemas.microsoft.com/office/drawing/2014/main" id="{E25CEE59-9D46-4D14-9F0F-4D1013E3E452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474011"/>
      </p:ext>
    </p:extLst>
  </p:cSld>
  <p:transition advClick="0"/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77AF9-FB7C-4A13-AA7A-C7FB010E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78">
            <a:extLst xmlns:a="http://schemas.openxmlformats.org/drawingml/2006/main">
              <a:ext uri="{FF2B5EF4-FFF2-40B4-BE49-F238E27FC236}">
                <a16:creationId xmlns:a16="http://schemas.microsoft.com/office/drawing/2014/main" id="{B76BC43A-6EB7-47C1-8500-6146A609A90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79">
            <a:extLst xmlns:a="http://schemas.openxmlformats.org/drawingml/2006/main">
              <a:ext uri="{FF2B5EF4-FFF2-40B4-BE49-F238E27FC236}">
                <a16:creationId xmlns:a16="http://schemas.microsoft.com/office/drawing/2014/main" id="{1773FC4D-11AC-4FD3-A720-873DB9E9D28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80">
            <a:extLst xmlns:a="http://schemas.openxmlformats.org/drawingml/2006/main">
              <a:ext uri="{FF2B5EF4-FFF2-40B4-BE49-F238E27FC236}">
                <a16:creationId xmlns:a16="http://schemas.microsoft.com/office/drawing/2014/main" id="{BE324B12-A9FD-4DC0-A04F-AF052CEB0FF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7F79EF1-E83F-429A-94D1-F1EB1716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755年起兵，历时八年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D3EDC17-AF6F-4375-9B08-826ACE94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过程 / 教材片段 1/1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C3D4592-BB16-4281-8077-E183A36F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C478FA-D297-4092-ACAA-A08013CC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81">
            <a:extLst xmlns:a="http://schemas.openxmlformats.org/drawingml/2006/main">
              <a:ext uri="{FF2B5EF4-FFF2-40B4-BE49-F238E27FC236}">
                <a16:creationId xmlns:a16="http://schemas.microsoft.com/office/drawing/2014/main" id="{BC60D086-853F-48A7-A728-0D17BC9A5FA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82">
            <a:extLst xmlns:a="http://schemas.openxmlformats.org/drawingml/2006/main">
              <a:ext uri="{FF2B5EF4-FFF2-40B4-BE49-F238E27FC236}">
                <a16:creationId xmlns:a16="http://schemas.microsoft.com/office/drawing/2014/main" id="{F1EB7AD2-9779-4FE9-8DF9-E3325D65A0F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83">
            <a:extLst xmlns:a="http://schemas.openxmlformats.org/drawingml/2006/main">
              <a:ext uri="{FF2B5EF4-FFF2-40B4-BE49-F238E27FC236}">
                <a16:creationId xmlns:a16="http://schemas.microsoft.com/office/drawing/2014/main" id="{F773D40A-78DB-48C0-BDCA-A59615472B20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81AAD6-E1AC-466A-9348-E35B31C2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人物与地点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身兼三镇节度使的安禄山在范阳起兵，与部将史思明发动叛乱。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结束与转折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叛乱历时八年，后被唐平定；影响跨页接读第38页。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沿用教材“历时八年”。</a:t>
            </a:r>
          </a:p>
        </p:txBody>
      </p:sp>
      <p:sp>
        <p:nvSpPr>
          <p:cNvPr id="13" name="link-484">
            <a:extLst xmlns:a="http://schemas.openxmlformats.org/drawingml/2006/main">
              <a:ext uri="{FF2B5EF4-FFF2-40B4-BE49-F238E27FC236}">
                <a16:creationId xmlns:a16="http://schemas.microsoft.com/office/drawing/2014/main" id="{D0CD93A7-7279-495E-B4A0-9FDA06D8F924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69772197"/>
      </p:ext>
    </p:extLst>
  </p:cSld>
  <p:transition advClick="0"/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24A74-C212-46F3-B5EA-6E94CCF9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85">
            <a:extLst xmlns:a="http://schemas.openxmlformats.org/drawingml/2006/main">
              <a:ext uri="{FF2B5EF4-FFF2-40B4-BE49-F238E27FC236}">
                <a16:creationId xmlns:a16="http://schemas.microsoft.com/office/drawing/2014/main" id="{6C547F3E-1B1F-41CE-9CC4-FE702E4F28B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86">
            <a:extLst xmlns:a="http://schemas.openxmlformats.org/drawingml/2006/main">
              <a:ext uri="{FF2B5EF4-FFF2-40B4-BE49-F238E27FC236}">
                <a16:creationId xmlns:a16="http://schemas.microsoft.com/office/drawing/2014/main" id="{1A272E1F-84F5-4305-BFF2-63E781018B1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87">
            <a:extLst xmlns:a="http://schemas.openxmlformats.org/drawingml/2006/main">
              <a:ext uri="{FF2B5EF4-FFF2-40B4-BE49-F238E27FC236}">
                <a16:creationId xmlns:a16="http://schemas.microsoft.com/office/drawing/2014/main" id="{36A23E2D-B42E-4234-A05E-8D9CE63BFF4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6406F2-A73D-4B54-84F2-A15BAC01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C9E6B6-BAC6-472F-9C69-5DD5BE65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1/2　PDF 第 4—5/6 页｜教材第 37—38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8C3714-EF61-4264-93BB-526713BB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700AAB-C49A-407B-A872-B81D078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88">
            <a:extLst xmlns:a="http://schemas.openxmlformats.org/drawingml/2006/main">
              <a:ext uri="{FF2B5EF4-FFF2-40B4-BE49-F238E27FC236}">
                <a16:creationId xmlns:a16="http://schemas.microsoft.com/office/drawing/2014/main" id="{9B1D454A-0CEC-4F30-91BA-5B890C24A42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89">
            <a:extLst xmlns:a="http://schemas.openxmlformats.org/drawingml/2006/main">
              <a:ext uri="{FF2B5EF4-FFF2-40B4-BE49-F238E27FC236}">
                <a16:creationId xmlns:a16="http://schemas.microsoft.com/office/drawing/2014/main" id="{46C5AB86-C7C1-4609-A095-BD986153A25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过程及影响开端（续下页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90">
            <a:extLst xmlns:a="http://schemas.openxmlformats.org/drawingml/2006/main">
              <a:ext uri="{FF2B5EF4-FFF2-40B4-BE49-F238E27FC236}">
                <a16:creationId xmlns:a16="http://schemas.microsoft.com/office/drawing/2014/main" id="{F80D04A6-FEEE-4209-8AD8-06ADAF325F04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D2015-24E1-4907-96E6-FCDB01F652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0926644a64d7b"/>
          <a:stretch xmlns:a="http://schemas.openxmlformats.org/drawingml/2006/main"/>
        </p:blipFill>
        <p:spPr>
          <a:xfrm xmlns:a="http://schemas.openxmlformats.org/drawingml/2006/main">
            <a:off x="1619250" y="1790207"/>
            <a:ext cx="10096500" cy="3220435"/>
          </a:xfrm>
          <a:prstGeom xmlns:a="http://schemas.openxmlformats.org/drawingml/2006/main" prst="rect">
            <a:avLst/>
          </a:prstGeom>
        </p:spPr>
      </p:pic>
      <p:sp>
        <p:nvSpPr>
          <p:cNvPr id="13" name="link-491">
            <a:extLst xmlns:a="http://schemas.openxmlformats.org/drawingml/2006/main">
              <a:ext uri="{FF2B5EF4-FFF2-40B4-BE49-F238E27FC236}">
                <a16:creationId xmlns:a16="http://schemas.microsoft.com/office/drawing/2014/main" id="{AE14E60A-0140-4683-9922-FED574802074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492">
            <a:extLst xmlns:a="http://schemas.openxmlformats.org/drawingml/2006/main">
              <a:ext uri="{FF2B5EF4-FFF2-40B4-BE49-F238E27FC236}">
                <a16:creationId xmlns:a16="http://schemas.microsoft.com/office/drawing/2014/main" id="{0F3CF8A3-B1C7-4490-929E-C6C274AEB648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藩镇割据与唐朝统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493">
            <a:extLst xmlns:a="http://schemas.openxmlformats.org/drawingml/2006/main">
              <a:ext uri="{FF2B5EF4-FFF2-40B4-BE49-F238E27FC236}">
                <a16:creationId xmlns:a16="http://schemas.microsoft.com/office/drawing/2014/main" id="{3DAE2AA2-37D3-4A23-B104-51618AC67139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494">
            <a:extLst xmlns:a="http://schemas.openxmlformats.org/drawingml/2006/main">
              <a:ext uri="{FF2B5EF4-FFF2-40B4-BE49-F238E27FC236}">
                <a16:creationId xmlns:a16="http://schemas.microsoft.com/office/drawing/2014/main" id="{85CB483B-362E-4EE5-9173-60332825AD1C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6887068"/>
      </p:ext>
    </p:extLst>
  </p:cSld>
  <p:transition advClick="0"/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81656B-02A8-4928-A651-4B99849C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95">
            <a:extLst xmlns:a="http://schemas.openxmlformats.org/drawingml/2006/main">
              <a:ext uri="{FF2B5EF4-FFF2-40B4-BE49-F238E27FC236}">
                <a16:creationId xmlns:a16="http://schemas.microsoft.com/office/drawing/2014/main" id="{A272E266-EDA2-4201-96FE-04DE89A70F4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96">
            <a:extLst xmlns:a="http://schemas.openxmlformats.org/drawingml/2006/main">
              <a:ext uri="{FF2B5EF4-FFF2-40B4-BE49-F238E27FC236}">
                <a16:creationId xmlns:a16="http://schemas.microsoft.com/office/drawing/2014/main" id="{2548E6EC-74B3-4E61-82D9-855AE802F9B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97">
            <a:extLst xmlns:a="http://schemas.openxmlformats.org/drawingml/2006/main">
              <a:ext uri="{FF2B5EF4-FFF2-40B4-BE49-F238E27FC236}">
                <a16:creationId xmlns:a16="http://schemas.microsoft.com/office/drawing/2014/main" id="{6EAD0AB3-DF58-4CCC-BB57-F596554835AC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D9239A-1C73-4F30-B1F2-904A894E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C0F533-9307-4FD9-A713-47E738E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1/2　PDF 第 4—5/6 页｜教材第 37—38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C2E073-DEC6-4299-9AEC-48460D14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086FB9D-C9A9-4B1E-A87C-BC06DF9E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98">
            <a:extLst xmlns:a="http://schemas.openxmlformats.org/drawingml/2006/main">
              <a:ext uri="{FF2B5EF4-FFF2-40B4-BE49-F238E27FC236}">
                <a16:creationId xmlns:a16="http://schemas.microsoft.com/office/drawing/2014/main" id="{E3FCC16D-FD84-4BA2-BEE3-E559192F9DF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99">
            <a:extLst xmlns:a="http://schemas.openxmlformats.org/drawingml/2006/main">
              <a:ext uri="{FF2B5EF4-FFF2-40B4-BE49-F238E27FC236}">
                <a16:creationId xmlns:a16="http://schemas.microsoft.com/office/drawing/2014/main" id="{3F57F6B6-2874-4265-AC4F-68E1DB444F1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00">
            <a:extLst xmlns:a="http://schemas.openxmlformats.org/drawingml/2006/main">
              <a:ext uri="{FF2B5EF4-FFF2-40B4-BE49-F238E27FC236}">
                <a16:creationId xmlns:a16="http://schemas.microsoft.com/office/drawing/2014/main" id="{062BC465-5937-4CA2-9AE0-34168B4046E7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5660015-631E-4020-8770-3577A07D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平叛与盛衰转折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将领拥兵自重，中央集权削弱；边防空虚；唐由盛转衰。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期间及以后 · 部分藩镇割据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内地增设藩镇，有些独立性强；割据持续100多年，严重削弱统治力量。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因果关系示意 · 教师据教材整理（不是单因决定论）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三类背景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边疆形势紧张；军镇增设、节度使兵力扩大，外重内轻；玄宗后期朝政腐败。</a:t>
            </a:r>
          </a:p>
        </p:txBody>
      </p:sp>
      <p:sp>
        <p:nvSpPr>
          <p:cNvPr id="13" name="link-501">
            <a:extLst xmlns:a="http://schemas.openxmlformats.org/drawingml/2006/main">
              <a:ext uri="{FF2B5EF4-FFF2-40B4-BE49-F238E27FC236}">
                <a16:creationId xmlns:a16="http://schemas.microsoft.com/office/drawing/2014/main" id="{318F7378-C45C-48AB-9FDA-304DD70CCA50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02">
            <a:extLst xmlns:a="http://schemas.openxmlformats.org/drawingml/2006/main">
              <a:ext uri="{FF2B5EF4-FFF2-40B4-BE49-F238E27FC236}">
                <a16:creationId xmlns:a16="http://schemas.microsoft.com/office/drawing/2014/main" id="{F302523E-01F8-4DEC-82AD-3976477DC9CE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藩镇割据与唐朝统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03">
            <a:extLst xmlns:a="http://schemas.openxmlformats.org/drawingml/2006/main">
              <a:ext uri="{FF2B5EF4-FFF2-40B4-BE49-F238E27FC236}">
                <a16:creationId xmlns:a16="http://schemas.microsoft.com/office/drawing/2014/main" id="{5BF4F0FC-486D-4257-B4FC-3A55D0051811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04">
            <a:extLst xmlns:a="http://schemas.openxmlformats.org/drawingml/2006/main">
              <a:ext uri="{FF2B5EF4-FFF2-40B4-BE49-F238E27FC236}">
                <a16:creationId xmlns:a16="http://schemas.microsoft.com/office/drawing/2014/main" id="{D99D4B49-47A9-41F4-BBB9-89C46D42F6AC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2348260"/>
      </p:ext>
    </p:extLst>
  </p:cSld>
  <p:transition advClick="0"/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C1792-28A3-493F-A77E-1DA120B4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05">
            <a:extLst xmlns:a="http://schemas.openxmlformats.org/drawingml/2006/main">
              <a:ext uri="{FF2B5EF4-FFF2-40B4-BE49-F238E27FC236}">
                <a16:creationId xmlns:a16="http://schemas.microsoft.com/office/drawing/2014/main" id="{D4E5E29D-4FBB-46D9-B48D-8549D84B8BA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06">
            <a:extLst xmlns:a="http://schemas.openxmlformats.org/drawingml/2006/main">
              <a:ext uri="{FF2B5EF4-FFF2-40B4-BE49-F238E27FC236}">
                <a16:creationId xmlns:a16="http://schemas.microsoft.com/office/drawing/2014/main" id="{B417D76B-409E-4522-A14E-DDA9E53954BD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07">
            <a:extLst xmlns:a="http://schemas.openxmlformats.org/drawingml/2006/main">
              <a:ext uri="{FF2B5EF4-FFF2-40B4-BE49-F238E27FC236}">
                <a16:creationId xmlns:a16="http://schemas.microsoft.com/office/drawing/2014/main" id="{43822F4C-71FA-4FEC-B538-B9216221003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2DB9D7-AB0A-49F6-8C56-9E663033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BD6330F-7B0E-458B-ACDD-2D48727E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1/2　PDF 第 4—5/6 页｜教材第 37—38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C5871D6-E233-42B7-AAB1-8FF2A99A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71910C-A400-4E1C-9ECE-6AADD17C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508">
            <a:extLst xmlns:a="http://schemas.openxmlformats.org/drawingml/2006/main">
              <a:ext uri="{FF2B5EF4-FFF2-40B4-BE49-F238E27FC236}">
                <a16:creationId xmlns:a16="http://schemas.microsoft.com/office/drawing/2014/main" id="{74F199C0-C646-4943-AB2A-865DA7CACF2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09">
            <a:extLst xmlns:a="http://schemas.openxmlformats.org/drawingml/2006/main">
              <a:ext uri="{FF2B5EF4-FFF2-40B4-BE49-F238E27FC236}">
                <a16:creationId xmlns:a16="http://schemas.microsoft.com/office/drawing/2014/main" id="{6464B1CD-294B-44AE-AD12-65DDD379869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10">
            <a:extLst xmlns:a="http://schemas.openxmlformats.org/drawingml/2006/main">
              <a:ext uri="{FF2B5EF4-FFF2-40B4-BE49-F238E27FC236}">
                <a16:creationId xmlns:a16="http://schemas.microsoft.com/office/drawing/2014/main" id="{B1FA16A1-6AB6-4349-835A-A188AFB3A13B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94FC461-DA04-444F-A03E-07D64C8A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755年起 · 历时八年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安禄山在范阳起兵，与史思明发动叛乱，后被唐平定。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平叛与盛衰转折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将领拥兵自重，中央集权削弱；边防空虚；唐由盛转衰。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期间及以后 · 部分藩镇割据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内地增设藩镇，有些独立性强；割据持续100多年，严重削弱统治力量。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长期政治格局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上述变化是理解唐末衰败及五代十国分裂的重要线索之一，并非唯一原因。</a:t>
            </a:r>
          </a:p>
        </p:txBody>
      </p:sp>
      <p:sp>
        <p:nvSpPr>
          <p:cNvPr id="13" name="link-511">
            <a:extLst xmlns:a="http://schemas.openxmlformats.org/drawingml/2006/main">
              <a:ext uri="{FF2B5EF4-FFF2-40B4-BE49-F238E27FC236}">
                <a16:creationId xmlns:a16="http://schemas.microsoft.com/office/drawing/2014/main" id="{F89D0D6E-CEA8-4AF7-8C6D-0B4483E28A93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12">
            <a:extLst xmlns:a="http://schemas.openxmlformats.org/drawingml/2006/main">
              <a:ext uri="{FF2B5EF4-FFF2-40B4-BE49-F238E27FC236}">
                <a16:creationId xmlns:a16="http://schemas.microsoft.com/office/drawing/2014/main" id="{83614FF8-4198-4051-B0F8-C0B0DA20A525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藩镇割据与唐朝统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13">
            <a:extLst xmlns:a="http://schemas.openxmlformats.org/drawingml/2006/main">
              <a:ext uri="{FF2B5EF4-FFF2-40B4-BE49-F238E27FC236}">
                <a16:creationId xmlns:a16="http://schemas.microsoft.com/office/drawing/2014/main" id="{D315EBBC-2C4F-4C64-B42E-DFEBD63D44CF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14">
            <a:extLst xmlns:a="http://schemas.openxmlformats.org/drawingml/2006/main">
              <a:ext uri="{FF2B5EF4-FFF2-40B4-BE49-F238E27FC236}">
                <a16:creationId xmlns:a16="http://schemas.microsoft.com/office/drawing/2014/main" id="{F001DB8D-EC9F-43F4-A2B4-0F95049D1E5C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52251575"/>
      </p:ext>
    </p:extLst>
  </p:cSld>
  <p:transition advClick="0"/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6690E-C91F-4945-93BE-54F89B95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15">
            <a:extLst xmlns:a="http://schemas.openxmlformats.org/drawingml/2006/main">
              <a:ext uri="{FF2B5EF4-FFF2-40B4-BE49-F238E27FC236}">
                <a16:creationId xmlns:a16="http://schemas.microsoft.com/office/drawing/2014/main" id="{EAB8C9A1-6B76-4371-8C2C-564E715348A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16">
            <a:extLst xmlns:a="http://schemas.openxmlformats.org/drawingml/2006/main">
              <a:ext uri="{FF2B5EF4-FFF2-40B4-BE49-F238E27FC236}">
                <a16:creationId xmlns:a16="http://schemas.microsoft.com/office/drawing/2014/main" id="{FB607BAD-E642-4AA5-B094-5FBD97C0CFE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17">
            <a:extLst xmlns:a="http://schemas.openxmlformats.org/drawingml/2006/main">
              <a:ext uri="{FF2B5EF4-FFF2-40B4-BE49-F238E27FC236}">
                <a16:creationId xmlns:a16="http://schemas.microsoft.com/office/drawing/2014/main" id="{E891B0A0-59A6-46A3-94E7-A1793FB34CD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0A3615-D773-4F4B-B2BB-1D658389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E37FE1-822A-4568-9E65-58C71538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F38A679-A3F6-4085-B9EA-20E4C16C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4D57AA-1B00-4F23-848A-816E83D5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518">
            <a:extLst xmlns:a="http://schemas.openxmlformats.org/drawingml/2006/main">
              <a:ext uri="{FF2B5EF4-FFF2-40B4-BE49-F238E27FC236}">
                <a16:creationId xmlns:a16="http://schemas.microsoft.com/office/drawing/2014/main" id="{37D6737B-F792-4D54-9C18-ACBB30D3A37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19">
            <a:extLst xmlns:a="http://schemas.openxmlformats.org/drawingml/2006/main">
              <a:ext uri="{FF2B5EF4-FFF2-40B4-BE49-F238E27FC236}">
                <a16:creationId xmlns:a16="http://schemas.microsoft.com/office/drawing/2014/main" id="{6EFC9C1A-BA02-4197-A865-4C5153584A0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20">
            <a:extLst xmlns:a="http://schemas.openxmlformats.org/drawingml/2006/main">
              <a:ext uri="{FF2B5EF4-FFF2-40B4-BE49-F238E27FC236}">
                <a16:creationId xmlns:a16="http://schemas.microsoft.com/office/drawing/2014/main" id="{63F5F013-017A-4DDB-B818-573D97E273FA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藩镇不等于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897EB-06DF-4371-B27E-2274CE58B6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8f710f1e74e28"/>
          <a:stretch xmlns:a="http://schemas.openxmlformats.org/drawingml/2006/main"/>
        </p:blipFill>
        <p:spPr>
          <a:xfrm xmlns:a="http://schemas.openxmlformats.org/drawingml/2006/main">
            <a:off x="1619250" y="2164474"/>
            <a:ext cx="10096500" cy="2471902"/>
          </a:xfrm>
          <a:prstGeom xmlns:a="http://schemas.openxmlformats.org/drawingml/2006/main" prst="rect">
            <a:avLst/>
          </a:prstGeom>
        </p:spPr>
      </p:pic>
      <p:sp>
        <p:nvSpPr>
          <p:cNvPr id="13" name="link-521">
            <a:extLst xmlns:a="http://schemas.openxmlformats.org/drawingml/2006/main">
              <a:ext uri="{FF2B5EF4-FFF2-40B4-BE49-F238E27FC236}">
                <a16:creationId xmlns:a16="http://schemas.microsoft.com/office/drawing/2014/main" id="{C58AE295-05FC-49BB-85C2-E6DF3DBA5B77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22">
            <a:extLst xmlns:a="http://schemas.openxmlformats.org/drawingml/2006/main">
              <a:ext uri="{FF2B5EF4-FFF2-40B4-BE49-F238E27FC236}">
                <a16:creationId xmlns:a16="http://schemas.microsoft.com/office/drawing/2014/main" id="{B96D4B6F-BE53-4915-8863-40BCE6BB8660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藩镇割据与唐朝统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23">
            <a:extLst xmlns:a="http://schemas.openxmlformats.org/drawingml/2006/main">
              <a:ext uri="{FF2B5EF4-FFF2-40B4-BE49-F238E27FC236}">
                <a16:creationId xmlns:a16="http://schemas.microsoft.com/office/drawing/2014/main" id="{C92FA720-3F36-458F-8B5F-A1E258FCEABE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24">
            <a:extLst xmlns:a="http://schemas.openxmlformats.org/drawingml/2006/main">
              <a:ext uri="{FF2B5EF4-FFF2-40B4-BE49-F238E27FC236}">
                <a16:creationId xmlns:a16="http://schemas.microsoft.com/office/drawing/2014/main" id="{4116476E-8FD7-4DE8-B930-A43E251A4F56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8217251"/>
      </p:ext>
    </p:extLst>
  </p:cSld>
  <p:transition advClick="0"/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7D78C-1D02-4C6D-AC8C-88F1EEA8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25">
            <a:extLst xmlns:a="http://schemas.openxmlformats.org/drawingml/2006/main">
              <a:ext uri="{FF2B5EF4-FFF2-40B4-BE49-F238E27FC236}">
                <a16:creationId xmlns:a16="http://schemas.microsoft.com/office/drawing/2014/main" id="{84B01AE7-7BD2-4B3D-8B8C-E8957AEBC22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26">
            <a:extLst xmlns:a="http://schemas.openxmlformats.org/drawingml/2006/main">
              <a:ext uri="{FF2B5EF4-FFF2-40B4-BE49-F238E27FC236}">
                <a16:creationId xmlns:a16="http://schemas.microsoft.com/office/drawing/2014/main" id="{384CED74-8F71-4FA0-A091-9A5D040ECFF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27">
            <a:extLst xmlns:a="http://schemas.openxmlformats.org/drawingml/2006/main">
              <a:ext uri="{FF2B5EF4-FFF2-40B4-BE49-F238E27FC236}">
                <a16:creationId xmlns:a16="http://schemas.microsoft.com/office/drawing/2014/main" id="{E4FAC28B-07BF-4138-94F0-4AFA18349C8C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BB8720-AE7F-4133-8D03-2FE9921B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藩镇不等于割据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6056216-79CC-469F-A38A-4E155687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8052B06-19BF-4222-A0F5-3A236C8F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1DEDAE-A6F5-4796-9ECE-DB030184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528">
            <a:extLst xmlns:a="http://schemas.openxmlformats.org/drawingml/2006/main">
              <a:ext uri="{FF2B5EF4-FFF2-40B4-BE49-F238E27FC236}">
                <a16:creationId xmlns:a16="http://schemas.microsoft.com/office/drawing/2014/main" id="{77BCB00B-F288-4497-9C2B-50C3EBF97A6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29">
            <a:extLst xmlns:a="http://schemas.openxmlformats.org/drawingml/2006/main">
              <a:ext uri="{FF2B5EF4-FFF2-40B4-BE49-F238E27FC236}">
                <a16:creationId xmlns:a16="http://schemas.microsoft.com/office/drawing/2014/main" id="{16F4BF26-1785-4F27-B995-97F59FC5C6E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30">
            <a:extLst xmlns:a="http://schemas.openxmlformats.org/drawingml/2006/main">
              <a:ext uri="{FF2B5EF4-FFF2-40B4-BE49-F238E27FC236}">
                <a16:creationId xmlns:a16="http://schemas.microsoft.com/office/drawing/2014/main" id="{DACADD08-3666-4608-9DBF-8B4BE6F34080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60393E8-DC16-4E5F-847F-168107C8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范围与影响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有些藩镇独立性强，形成割据局面；持续100多年，严重削弱唐朝统治。</a:t>
            </a:r>
          </a:p>
        </p:txBody>
      </p:sp>
      <p:sp>
        <p:nvSpPr>
          <p:cNvPr id="13" name="link-531">
            <a:extLst xmlns:a="http://schemas.openxmlformats.org/drawingml/2006/main">
              <a:ext uri="{FF2B5EF4-FFF2-40B4-BE49-F238E27FC236}">
                <a16:creationId xmlns:a16="http://schemas.microsoft.com/office/drawing/2014/main" id="{8E626BCE-41C4-4B95-BF66-165CBC5FD557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32">
            <a:extLst xmlns:a="http://schemas.openxmlformats.org/drawingml/2006/main">
              <a:ext uri="{FF2B5EF4-FFF2-40B4-BE49-F238E27FC236}">
                <a16:creationId xmlns:a16="http://schemas.microsoft.com/office/drawing/2014/main" id="{C9D2E8F1-9E24-48E6-9C5D-BCAC3525D95F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藩镇割据与唐朝统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33">
            <a:extLst xmlns:a="http://schemas.openxmlformats.org/drawingml/2006/main">
              <a:ext uri="{FF2B5EF4-FFF2-40B4-BE49-F238E27FC236}">
                <a16:creationId xmlns:a16="http://schemas.microsoft.com/office/drawing/2014/main" id="{DDD5F5F8-8D59-46E1-9942-7EE4BB864710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34">
            <a:extLst xmlns:a="http://schemas.openxmlformats.org/drawingml/2006/main">
              <a:ext uri="{FF2B5EF4-FFF2-40B4-BE49-F238E27FC236}">
                <a16:creationId xmlns:a16="http://schemas.microsoft.com/office/drawing/2014/main" id="{0BDFF131-384F-4C2C-97FE-084ADC5C0401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1483563"/>
      </p:ext>
    </p:extLst>
  </p:cSld>
  <p:transition advClick="0"/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36B64-8B04-4C6E-9294-AE3F532B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35">
            <a:extLst xmlns:a="http://schemas.openxmlformats.org/drawingml/2006/main">
              <a:ext uri="{FF2B5EF4-FFF2-40B4-BE49-F238E27FC236}">
                <a16:creationId xmlns:a16="http://schemas.microsoft.com/office/drawing/2014/main" id="{1210B6D4-6B9A-4817-B893-E39C42D32F6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36">
            <a:extLst xmlns:a="http://schemas.openxmlformats.org/drawingml/2006/main">
              <a:ext uri="{FF2B5EF4-FFF2-40B4-BE49-F238E27FC236}">
                <a16:creationId xmlns:a16="http://schemas.microsoft.com/office/drawing/2014/main" id="{5927808E-5010-4A6E-9B51-134E6B81B13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37">
            <a:extLst xmlns:a="http://schemas.openxmlformats.org/drawingml/2006/main">
              <a:ext uri="{FF2B5EF4-FFF2-40B4-BE49-F238E27FC236}">
                <a16:creationId xmlns:a16="http://schemas.microsoft.com/office/drawing/2014/main" id="{5EF81941-7ADA-4BD0-B325-B096DD7C4F1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F47CB3-0326-4BAA-A3AB-B1745F3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黄巢起义与朱温废唐（末行接下片）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9AB206-3D96-4A1B-B10C-9E3C8C34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04B237-AF37-4F66-AF8A-9B26EBC5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F9F18F9-40CF-4E85-BD64-6771D8A0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38">
            <a:extLst xmlns:a="http://schemas.openxmlformats.org/drawingml/2006/main">
              <a:ext uri="{FF2B5EF4-FFF2-40B4-BE49-F238E27FC236}">
                <a16:creationId xmlns:a16="http://schemas.microsoft.com/office/drawing/2014/main" id="{05830F79-EF32-4F13-993E-5B7B3B2057F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39">
            <a:extLst xmlns:a="http://schemas.openxmlformats.org/drawingml/2006/main">
              <a:ext uri="{FF2B5EF4-FFF2-40B4-BE49-F238E27FC236}">
                <a16:creationId xmlns:a16="http://schemas.microsoft.com/office/drawing/2014/main" id="{0BBD2EE0-AE2E-40F2-BAB8-E23AB759C22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黄巢与朱温：打击统治和政治终结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78C34-A55A-4F1F-AAE6-5F1912AF90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07c1993454ea3"/>
          <a:stretch xmlns:a="http://schemas.openxmlformats.org/drawingml/2006/main"/>
        </p:blipFill>
        <p:spPr>
          <a:xfrm xmlns:a="http://schemas.openxmlformats.org/drawingml/2006/main">
            <a:off x="1619250" y="1823427"/>
            <a:ext cx="10096500" cy="3935046"/>
          </a:xfrm>
          <a:prstGeom xmlns:a="http://schemas.openxmlformats.org/drawingml/2006/main" prst="rect">
            <a:avLst/>
          </a:prstGeom>
        </p:spPr>
      </p:pic>
      <p:sp>
        <p:nvSpPr>
          <p:cNvPr id="12" name="link-540">
            <a:extLst xmlns:a="http://schemas.openxmlformats.org/drawingml/2006/main">
              <a:ext uri="{FF2B5EF4-FFF2-40B4-BE49-F238E27FC236}">
                <a16:creationId xmlns:a16="http://schemas.microsoft.com/office/drawing/2014/main" id="{FCF7A54F-C843-4248-B064-B71527C3D856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3649491"/>
      </p:ext>
    </p:extLst>
  </p:cSld>
  <p:transition advClick="0"/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98B1D-8348-44E8-84A3-F2D58C41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41">
            <a:extLst xmlns:a="http://schemas.openxmlformats.org/drawingml/2006/main">
              <a:ext uri="{FF2B5EF4-FFF2-40B4-BE49-F238E27FC236}">
                <a16:creationId xmlns:a16="http://schemas.microsoft.com/office/drawing/2014/main" id="{5790A88B-2501-4FBD-8E1A-1ACBCB91154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42">
            <a:extLst xmlns:a="http://schemas.openxmlformats.org/drawingml/2006/main">
              <a:ext uri="{FF2B5EF4-FFF2-40B4-BE49-F238E27FC236}">
                <a16:creationId xmlns:a16="http://schemas.microsoft.com/office/drawing/2014/main" id="{1484DC3C-7B83-4AC0-8CE6-85D09206840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43">
            <a:extLst xmlns:a="http://schemas.openxmlformats.org/drawingml/2006/main">
              <a:ext uri="{FF2B5EF4-FFF2-40B4-BE49-F238E27FC236}">
                <a16:creationId xmlns:a16="http://schemas.microsoft.com/office/drawing/2014/main" id="{C1242BCA-B7F7-4A7E-A86C-61AA5C2DC3D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E8BB3AD-F9B7-47F6-BF03-C44C12FE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黄巢与朱温：打击统治和政治终结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63FD16-42FA-40DC-B71F-B9E7E96F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21F1889-29C5-4680-8026-471BCEFA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7CEDA3-452C-409A-8C29-A5168319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44">
            <a:extLst xmlns:a="http://schemas.openxmlformats.org/drawingml/2006/main">
              <a:ext uri="{FF2B5EF4-FFF2-40B4-BE49-F238E27FC236}">
                <a16:creationId xmlns:a16="http://schemas.microsoft.com/office/drawing/2014/main" id="{84C9AFED-8C72-4C87-9F80-CF7BEA9F7C9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45">
            <a:extLst xmlns:a="http://schemas.openxmlformats.org/drawingml/2006/main">
              <a:ext uri="{FF2B5EF4-FFF2-40B4-BE49-F238E27FC236}">
                <a16:creationId xmlns:a16="http://schemas.microsoft.com/office/drawing/2014/main" id="{97380220-6673-43A8-BCB6-4ED0CA46E45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46">
            <a:extLst xmlns:a="http://schemas.openxmlformats.org/drawingml/2006/main">
              <a:ext uri="{FF2B5EF4-FFF2-40B4-BE49-F238E27FC236}">
                <a16:creationId xmlns:a16="http://schemas.microsoft.com/office/drawing/2014/main" id="{58C0C969-A72C-4F54-93CC-C328D2C28006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黄巢与朱温：打击统治和政治终结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BD05862-0D50-404C-B448-ED028BD2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背景与起义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唐后期宦官专权、朋党之争加剧。875年黄巢起义，一度攻占长安，沉重打击统治。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谁在907年废唐？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朱温先降唐任节度使，联合藩镇镇压起义并逐渐掌权；907年废唐建后梁。黄巢没有建立后梁。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</p:txBody>
      </p:sp>
      <p:sp>
        <p:nvSpPr>
          <p:cNvPr id="13" name="link-547">
            <a:extLst xmlns:a="http://schemas.openxmlformats.org/drawingml/2006/main">
              <a:ext uri="{FF2B5EF4-FFF2-40B4-BE49-F238E27FC236}">
                <a16:creationId xmlns:a16="http://schemas.microsoft.com/office/drawing/2014/main" id="{FFA9CF44-3E58-4431-95EF-E1C46F4F907B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4917238"/>
      </p:ext>
    </p:extLst>
  </p:cSld>
  <p:transition advClick="0"/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5D343-7A22-4D35-9261-69D8B3E9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48">
            <a:extLst xmlns:a="http://schemas.openxmlformats.org/drawingml/2006/main">
              <a:ext uri="{FF2B5EF4-FFF2-40B4-BE49-F238E27FC236}">
                <a16:creationId xmlns:a16="http://schemas.microsoft.com/office/drawing/2014/main" id="{11F8FE61-A727-4D2C-9695-74904797DCC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49">
            <a:extLst xmlns:a="http://schemas.openxmlformats.org/drawingml/2006/main">
              <a:ext uri="{FF2B5EF4-FFF2-40B4-BE49-F238E27FC236}">
                <a16:creationId xmlns:a16="http://schemas.microsoft.com/office/drawing/2014/main" id="{5385B270-AA4B-472E-8ADB-6EB8AF36261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50">
            <a:extLst xmlns:a="http://schemas.openxmlformats.org/drawingml/2006/main">
              <a:ext uri="{FF2B5EF4-FFF2-40B4-BE49-F238E27FC236}">
                <a16:creationId xmlns:a16="http://schemas.microsoft.com/office/drawing/2014/main" id="{DCFB0304-F262-4218-BC1F-9E3BBEE92F3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5140CB8-AC78-4EEE-BF69-F906E50B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黄巢与朱温：打击统治和政治终结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91F5F6-B155-4685-9B6D-CC347A87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7C1C78-7080-446C-93D7-1AE210D1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2CB8B81-5A60-4265-9F6C-46BD616D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51">
            <a:extLst xmlns:a="http://schemas.openxmlformats.org/drawingml/2006/main">
              <a:ext uri="{FF2B5EF4-FFF2-40B4-BE49-F238E27FC236}">
                <a16:creationId xmlns:a16="http://schemas.microsoft.com/office/drawing/2014/main" id="{7C4DD006-CC8E-4EF0-82C6-F03CDE1F108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52">
            <a:extLst xmlns:a="http://schemas.openxmlformats.org/drawingml/2006/main">
              <a:ext uri="{FF2B5EF4-FFF2-40B4-BE49-F238E27FC236}">
                <a16:creationId xmlns:a16="http://schemas.microsoft.com/office/drawing/2014/main" id="{6DAF6F88-1203-4B15-AE15-E57FA480033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黄巢与朱温：打击统治和政治终结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53">
            <a:extLst xmlns:a="http://schemas.openxmlformats.org/drawingml/2006/main">
              <a:ext uri="{FF2B5EF4-FFF2-40B4-BE49-F238E27FC236}">
                <a16:creationId xmlns:a16="http://schemas.microsoft.com/office/drawing/2014/main" id="{8CF8090D-26BE-4628-9238-B69F40AFFDC6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黄巢与朱温：打击统治和政治终结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B8B2272-8363-4989-947D-121689E8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</p:txBody>
      </p:sp>
      <p:sp>
        <p:nvSpPr>
          <p:cNvPr id="13" name="link-554">
            <a:extLst xmlns:a="http://schemas.openxmlformats.org/drawingml/2006/main">
              <a:ext uri="{FF2B5EF4-FFF2-40B4-BE49-F238E27FC236}">
                <a16:creationId xmlns:a16="http://schemas.microsoft.com/office/drawing/2014/main" id="{9F72FF4E-7038-4E20-A969-BF4B9FBD7EB6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45360178"/>
      </p:ext>
    </p:extLst>
  </p:cSld>
  <p:transition advClick="0"/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D2DB8-C5B5-4BC4-B183-72AE2B9A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55">
            <a:extLst xmlns:a="http://schemas.openxmlformats.org/drawingml/2006/main">
              <a:ext uri="{FF2B5EF4-FFF2-40B4-BE49-F238E27FC236}">
                <a16:creationId xmlns:a16="http://schemas.microsoft.com/office/drawing/2014/main" id="{5574C7F1-FE65-4B1B-A1F3-A124D055B45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56">
            <a:extLst xmlns:a="http://schemas.openxmlformats.org/drawingml/2006/main">
              <a:ext uri="{FF2B5EF4-FFF2-40B4-BE49-F238E27FC236}">
                <a16:creationId xmlns:a16="http://schemas.microsoft.com/office/drawing/2014/main" id="{26FEDB7F-F1D4-4240-A26C-E0E39148086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57">
            <a:extLst xmlns:a="http://schemas.openxmlformats.org/drawingml/2006/main">
              <a:ext uri="{FF2B5EF4-FFF2-40B4-BE49-F238E27FC236}">
                <a16:creationId xmlns:a16="http://schemas.microsoft.com/office/drawing/2014/main" id="{EF3B9750-F178-4435-A6EA-A307B38C4B1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83AAD2-1FBC-4036-B94B-223D92CB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黄巢与朱温：打击统治和政治终结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4149EF-9DC2-42C2-8D26-1D1FACEA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1C0D45-9160-47FA-90B9-4F99F2D6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9E31914-3F7E-4CF4-A63B-7840888E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58">
            <a:extLst xmlns:a="http://schemas.openxmlformats.org/drawingml/2006/main">
              <a:ext uri="{FF2B5EF4-FFF2-40B4-BE49-F238E27FC236}">
                <a16:creationId xmlns:a16="http://schemas.microsoft.com/office/drawing/2014/main" id="{EF7E1C13-30CC-4272-B14A-757F912D277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59">
            <a:extLst xmlns:a="http://schemas.openxmlformats.org/drawingml/2006/main">
              <a:ext uri="{FF2B5EF4-FFF2-40B4-BE49-F238E27FC236}">
                <a16:creationId xmlns:a16="http://schemas.microsoft.com/office/drawing/2014/main" id="{F0E296DB-AEF4-4928-B161-57AE530D393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黄巢与朱温：打击统治和政治终结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60">
            <a:extLst xmlns:a="http://schemas.openxmlformats.org/drawingml/2006/main">
              <a:ext uri="{FF2B5EF4-FFF2-40B4-BE49-F238E27FC236}">
                <a16:creationId xmlns:a16="http://schemas.microsoft.com/office/drawing/2014/main" id="{66720747-049F-41D8-A45B-A25070603B36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366043-11F1-4790-83A4-0A97D7DE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</p:txBody>
      </p:sp>
      <p:sp>
        <p:nvSpPr>
          <p:cNvPr id="13" name="link-561">
            <a:extLst xmlns:a="http://schemas.openxmlformats.org/drawingml/2006/main">
              <a:ext uri="{FF2B5EF4-FFF2-40B4-BE49-F238E27FC236}">
                <a16:creationId xmlns:a16="http://schemas.microsoft.com/office/drawing/2014/main" id="{7FA051EF-C9D1-4942-AF98-62095B37E37D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20050505"/>
      </p:ext>
    </p:extLst>
  </p:cSld>
  <p:transition advClick="0"/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97C62-CE3F-4A68-8C37-2ECB105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62">
            <a:extLst xmlns:a="http://schemas.openxmlformats.org/drawingml/2006/main">
              <a:ext uri="{FF2B5EF4-FFF2-40B4-BE49-F238E27FC236}">
                <a16:creationId xmlns:a16="http://schemas.microsoft.com/office/drawing/2014/main" id="{B7C9A920-D0EE-451D-A6F5-B44F363D88D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63">
            <a:extLst xmlns:a="http://schemas.openxmlformats.org/drawingml/2006/main">
              <a:ext uri="{FF2B5EF4-FFF2-40B4-BE49-F238E27FC236}">
                <a16:creationId xmlns:a16="http://schemas.microsoft.com/office/drawing/2014/main" id="{6A206D7B-7F6C-422A-B1A8-DE30EF3F12E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64">
            <a:extLst xmlns:a="http://schemas.openxmlformats.org/drawingml/2006/main">
              <a:ext uri="{FF2B5EF4-FFF2-40B4-BE49-F238E27FC236}">
                <a16:creationId xmlns:a16="http://schemas.microsoft.com/office/drawing/2014/main" id="{D7237A3F-D366-4716-9E48-8D94238CD37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E386BF-1F29-4A71-BBD9-38288FF7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五代与十国的定义（含衔接上文）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D10B07-4033-4176-85BC-7DEAF628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E128891-EFAA-4D8A-ADC7-11C73E7A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EC933B5-4D30-4521-98CF-152700C3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65">
            <a:extLst xmlns:a="http://schemas.openxmlformats.org/drawingml/2006/main">
              <a:ext uri="{FF2B5EF4-FFF2-40B4-BE49-F238E27FC236}">
                <a16:creationId xmlns:a16="http://schemas.microsoft.com/office/drawing/2014/main" id="{E1DA7832-6F95-4C08-907B-1565BB02F14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66">
            <a:extLst xmlns:a="http://schemas.openxmlformats.org/drawingml/2006/main">
              <a:ext uri="{FF2B5EF4-FFF2-40B4-BE49-F238E27FC236}">
                <a16:creationId xmlns:a16="http://schemas.microsoft.com/office/drawing/2014/main" id="{50B9EE30-75E1-424D-B4E9-FFB4E5067A5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黄巢起义与朱温废唐（末行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67">
            <a:extLst xmlns:a="http://schemas.openxmlformats.org/drawingml/2006/main">
              <a:ext uri="{FF2B5EF4-FFF2-40B4-BE49-F238E27FC236}">
                <a16:creationId xmlns:a16="http://schemas.microsoft.com/office/drawing/2014/main" id="{63C4B30E-859F-47C6-869E-DDD8355739FB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五代十国：顺序与构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85926-1D5F-48B2-82EE-B29B94DC2F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3274567c340e1"/>
          <a:stretch xmlns:a="http://schemas.openxmlformats.org/drawingml/2006/main"/>
        </p:blipFill>
        <p:spPr>
          <a:xfrm xmlns:a="http://schemas.openxmlformats.org/drawingml/2006/main">
            <a:off x="1619250" y="1864376"/>
            <a:ext cx="10096500" cy="3072097"/>
          </a:xfrm>
          <a:prstGeom xmlns:a="http://schemas.openxmlformats.org/drawingml/2006/main" prst="rect">
            <a:avLst/>
          </a:prstGeom>
        </p:spPr>
      </p:pic>
      <p:sp>
        <p:nvSpPr>
          <p:cNvPr id="13" name="link-568">
            <a:extLst xmlns:a="http://schemas.openxmlformats.org/drawingml/2006/main">
              <a:ext uri="{FF2B5EF4-FFF2-40B4-BE49-F238E27FC236}">
                <a16:creationId xmlns:a16="http://schemas.microsoft.com/office/drawing/2014/main" id="{F0BC7E26-10A2-4962-A873-CA50FB73CCB8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69">
            <a:extLst xmlns:a="http://schemas.openxmlformats.org/drawingml/2006/main">
              <a:ext uri="{FF2B5EF4-FFF2-40B4-BE49-F238E27FC236}">
                <a16:creationId xmlns:a16="http://schemas.microsoft.com/office/drawing/2014/main" id="{B3D941EE-0283-4613-AA68-A31403BEDE6B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70">
            <a:extLst xmlns:a="http://schemas.openxmlformats.org/drawingml/2006/main">
              <a:ext uri="{FF2B5EF4-FFF2-40B4-BE49-F238E27FC236}">
                <a16:creationId xmlns:a16="http://schemas.microsoft.com/office/drawing/2014/main" id="{77878F69-5D88-424B-8D9C-9E701D2FB3BD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5817308"/>
      </p:ext>
    </p:extLst>
  </p:cSld>
  <p:transition advClick="0"/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6FF79-650D-425E-9B24-8F4641C8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71">
            <a:extLst xmlns:a="http://schemas.openxmlformats.org/drawingml/2006/main">
              <a:ext uri="{FF2B5EF4-FFF2-40B4-BE49-F238E27FC236}">
                <a16:creationId xmlns:a16="http://schemas.microsoft.com/office/drawing/2014/main" id="{D0900B5C-70A7-4A2D-8C22-86312E05D0A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72">
            <a:extLst xmlns:a="http://schemas.openxmlformats.org/drawingml/2006/main">
              <a:ext uri="{FF2B5EF4-FFF2-40B4-BE49-F238E27FC236}">
                <a16:creationId xmlns:a16="http://schemas.microsoft.com/office/drawing/2014/main" id="{5E1B03E7-7F70-47AD-AA18-512ED67B875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73">
            <a:extLst xmlns:a="http://schemas.openxmlformats.org/drawingml/2006/main">
              <a:ext uri="{FF2B5EF4-FFF2-40B4-BE49-F238E27FC236}">
                <a16:creationId xmlns:a16="http://schemas.microsoft.com/office/drawing/2014/main" id="{8EE0F5AA-D08E-4A3D-BFE7-624DA56B563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2CA9E1A-9496-4FCA-AD0B-ED536020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五代十国：顺序与构成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1F8F0AE-7C0F-42B4-8826-3B2DF4AA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54D8A1E-A848-4B86-A19E-DDE8E49F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E66148-21F0-42D3-A152-5BEDC5EF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74">
            <a:extLst xmlns:a="http://schemas.openxmlformats.org/drawingml/2006/main">
              <a:ext uri="{FF2B5EF4-FFF2-40B4-BE49-F238E27FC236}">
                <a16:creationId xmlns:a16="http://schemas.microsoft.com/office/drawing/2014/main" id="{10D275F0-FFC0-49D6-B032-B228AAB50C4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75">
            <a:extLst xmlns:a="http://schemas.openxmlformats.org/drawingml/2006/main">
              <a:ext uri="{FF2B5EF4-FFF2-40B4-BE49-F238E27FC236}">
                <a16:creationId xmlns:a16="http://schemas.microsoft.com/office/drawing/2014/main" id="{726DB229-3906-41C7-A73D-8F5AEB27D7C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76">
            <a:extLst xmlns:a="http://schemas.openxmlformats.org/drawingml/2006/main">
              <a:ext uri="{FF2B5EF4-FFF2-40B4-BE49-F238E27FC236}">
                <a16:creationId xmlns:a16="http://schemas.microsoft.com/office/drawing/2014/main" id="{CD97458A-E574-43D8-9D30-3C3F6646B7F6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五代十国：顺序与构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16BB99-E977-4747-AD9B-3116028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后梁、后唐、后晋、后汉、后周。后唐都洛阳，其余都开封。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十国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南方先后九个割据政权，加山西的北汉；不是南方十国，也不都同时存在。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课堂历史归纳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唐末藩镇割据局面的延续与演变，不是完全不变的等号。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</p:txBody>
      </p:sp>
      <p:sp>
        <p:nvSpPr>
          <p:cNvPr id="13" name="link-577">
            <a:extLst xmlns:a="http://schemas.openxmlformats.org/drawingml/2006/main">
              <a:ext uri="{FF2B5EF4-FFF2-40B4-BE49-F238E27FC236}">
                <a16:creationId xmlns:a16="http://schemas.microsoft.com/office/drawing/2014/main" id="{B3641D3A-5ACB-4AD2-AD97-469AD1FE5ACF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78">
            <a:extLst xmlns:a="http://schemas.openxmlformats.org/drawingml/2006/main">
              <a:ext uri="{FF2B5EF4-FFF2-40B4-BE49-F238E27FC236}">
                <a16:creationId xmlns:a16="http://schemas.microsoft.com/office/drawing/2014/main" id="{0CD006DA-9818-4F3C-91F5-4D8A04C03992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79">
            <a:extLst xmlns:a="http://schemas.openxmlformats.org/drawingml/2006/main">
              <a:ext uri="{FF2B5EF4-FFF2-40B4-BE49-F238E27FC236}">
                <a16:creationId xmlns:a16="http://schemas.microsoft.com/office/drawing/2014/main" id="{CA4C9C54-9558-46AA-A52D-08C0F256F567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66890466"/>
      </p:ext>
    </p:extLst>
  </p:cSld>
  <p:transition advClick="0"/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FD59C-37F1-4706-8211-714768E9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80">
            <a:extLst xmlns:a="http://schemas.openxmlformats.org/drawingml/2006/main">
              <a:ext uri="{FF2B5EF4-FFF2-40B4-BE49-F238E27FC236}">
                <a16:creationId xmlns:a16="http://schemas.microsoft.com/office/drawing/2014/main" id="{CC584E6D-5967-4DBC-9392-897BF81D727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81">
            <a:extLst xmlns:a="http://schemas.openxmlformats.org/drawingml/2006/main">
              <a:ext uri="{FF2B5EF4-FFF2-40B4-BE49-F238E27FC236}">
                <a16:creationId xmlns:a16="http://schemas.microsoft.com/office/drawing/2014/main" id="{2BE836B2-1987-4B6F-82DC-4C86D3BF4E6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82">
            <a:extLst xmlns:a="http://schemas.openxmlformats.org/drawingml/2006/main">
              <a:ext uri="{FF2B5EF4-FFF2-40B4-BE49-F238E27FC236}">
                <a16:creationId xmlns:a16="http://schemas.microsoft.com/office/drawing/2014/main" id="{099A612D-F78E-4290-87F4-0CEE4664418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E8E6AC-5621-4245-9889-B18036DE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五代十国：顺序与构成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42AAAF6-4245-46FF-AE1A-7795E6BA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B96513-FC57-4DA6-9789-6FD3CA0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9AF33A3-895B-487F-8B42-9BCBEB46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83">
            <a:extLst xmlns:a="http://schemas.openxmlformats.org/drawingml/2006/main">
              <a:ext uri="{FF2B5EF4-FFF2-40B4-BE49-F238E27FC236}">
                <a16:creationId xmlns:a16="http://schemas.microsoft.com/office/drawing/2014/main" id="{C885F54F-F0CA-4834-AFFF-FA0C734DE16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84">
            <a:extLst xmlns:a="http://schemas.openxmlformats.org/drawingml/2006/main">
              <a:ext uri="{FF2B5EF4-FFF2-40B4-BE49-F238E27FC236}">
                <a16:creationId xmlns:a16="http://schemas.microsoft.com/office/drawing/2014/main" id="{3B98E762-B09E-4C58-8B9F-8B01F727B65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十国：顺序与构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85">
            <a:extLst xmlns:a="http://schemas.openxmlformats.org/drawingml/2006/main">
              <a:ext uri="{FF2B5EF4-FFF2-40B4-BE49-F238E27FC236}">
                <a16:creationId xmlns:a16="http://schemas.microsoft.com/office/drawing/2014/main" id="{32C08313-8B44-4E02-8C6F-B14AA7FC1FCB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五代十国：顺序与构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FB7920-7CAE-4B0E-9806-3A8FBB4F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</p:txBody>
      </p:sp>
      <p:sp>
        <p:nvSpPr>
          <p:cNvPr id="13" name="link-586">
            <a:extLst xmlns:a="http://schemas.openxmlformats.org/drawingml/2006/main">
              <a:ext uri="{FF2B5EF4-FFF2-40B4-BE49-F238E27FC236}">
                <a16:creationId xmlns:a16="http://schemas.microsoft.com/office/drawing/2014/main" id="{B8ED07CD-54C9-40B3-9F6A-CAADB9604C35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87">
            <a:extLst xmlns:a="http://schemas.openxmlformats.org/drawingml/2006/main">
              <a:ext uri="{FF2B5EF4-FFF2-40B4-BE49-F238E27FC236}">
                <a16:creationId xmlns:a16="http://schemas.microsoft.com/office/drawing/2014/main" id="{A3C7536E-C9A2-40F8-9E47-4A242B790265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88">
            <a:extLst xmlns:a="http://schemas.openxmlformats.org/drawingml/2006/main">
              <a:ext uri="{FF2B5EF4-FFF2-40B4-BE49-F238E27FC236}">
                <a16:creationId xmlns:a16="http://schemas.microsoft.com/office/drawing/2014/main" id="{8B55BAD6-9F95-4B5F-935F-48FA279AD18B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22442126"/>
      </p:ext>
    </p:extLst>
  </p:cSld>
  <p:transition advClick="0"/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E2E20-D71B-4C90-BFA4-3E7BAAF5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89">
            <a:extLst xmlns:a="http://schemas.openxmlformats.org/drawingml/2006/main">
              <a:ext uri="{FF2B5EF4-FFF2-40B4-BE49-F238E27FC236}">
                <a16:creationId xmlns:a16="http://schemas.microsoft.com/office/drawing/2014/main" id="{3830081C-2211-49E0-879D-2F480BD5495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90">
            <a:extLst xmlns:a="http://schemas.openxmlformats.org/drawingml/2006/main">
              <a:ext uri="{FF2B5EF4-FFF2-40B4-BE49-F238E27FC236}">
                <a16:creationId xmlns:a16="http://schemas.microsoft.com/office/drawing/2014/main" id="{35B9709C-A583-4C1D-A0FE-539CB3FCF25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91">
            <a:extLst xmlns:a="http://schemas.openxmlformats.org/drawingml/2006/main">
              <a:ext uri="{FF2B5EF4-FFF2-40B4-BE49-F238E27FC236}">
                <a16:creationId xmlns:a16="http://schemas.microsoft.com/office/drawing/2014/main" id="{407CF45F-42F9-4F88-AF96-8B002CBB82C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8E0F5D3-D165-4C44-8233-9274D292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五代十国：顺序与构成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FC4C6A8-8892-426A-AE4E-5C5DEA9D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DCEA61A-B3D2-4F67-8A37-41D4A127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E9E520-C554-41B4-A077-6EBF312E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92">
            <a:extLst xmlns:a="http://schemas.openxmlformats.org/drawingml/2006/main">
              <a:ext uri="{FF2B5EF4-FFF2-40B4-BE49-F238E27FC236}">
                <a16:creationId xmlns:a16="http://schemas.microsoft.com/office/drawing/2014/main" id="{C8A52D03-0D08-4215-80E1-ED3ABAEE45D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93">
            <a:extLst xmlns:a="http://schemas.openxmlformats.org/drawingml/2006/main">
              <a:ext uri="{FF2B5EF4-FFF2-40B4-BE49-F238E27FC236}">
                <a16:creationId xmlns:a16="http://schemas.microsoft.com/office/drawing/2014/main" id="{85444AD6-33EB-48F3-BC6E-0D2AEECD6BB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十国：顺序与构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94">
            <a:extLst xmlns:a="http://schemas.openxmlformats.org/drawingml/2006/main">
              <a:ext uri="{FF2B5EF4-FFF2-40B4-BE49-F238E27FC236}">
                <a16:creationId xmlns:a16="http://schemas.microsoft.com/office/drawing/2014/main" id="{DE5F33BF-85B5-4760-A9E5-B7C659E8A106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05D47B-BD4C-4185-9205-484D8859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</p:txBody>
      </p:sp>
      <p:sp>
        <p:nvSpPr>
          <p:cNvPr id="13" name="link-595">
            <a:extLst xmlns:a="http://schemas.openxmlformats.org/drawingml/2006/main">
              <a:ext uri="{FF2B5EF4-FFF2-40B4-BE49-F238E27FC236}">
                <a16:creationId xmlns:a16="http://schemas.microsoft.com/office/drawing/2014/main" id="{E4DD666F-265D-4950-A1AA-FC8F2241F95C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96">
            <a:extLst xmlns:a="http://schemas.openxmlformats.org/drawingml/2006/main">
              <a:ext uri="{FF2B5EF4-FFF2-40B4-BE49-F238E27FC236}">
                <a16:creationId xmlns:a16="http://schemas.microsoft.com/office/drawing/2014/main" id="{1A03BDA7-9585-4122-A4C8-5A5506A8B408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97">
            <a:extLst xmlns:a="http://schemas.openxmlformats.org/drawingml/2006/main">
              <a:ext uri="{FF2B5EF4-FFF2-40B4-BE49-F238E27FC236}">
                <a16:creationId xmlns:a16="http://schemas.microsoft.com/office/drawing/2014/main" id="{C207D974-1AB7-44B6-85B4-9357858F0ECB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53816962"/>
      </p:ext>
    </p:extLst>
  </p:cSld>
  <p:transition advClick="0"/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72830-217B-4035-8507-87039645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98">
            <a:extLst xmlns:a="http://schemas.openxmlformats.org/drawingml/2006/main">
              <a:ext uri="{FF2B5EF4-FFF2-40B4-BE49-F238E27FC236}">
                <a16:creationId xmlns:a16="http://schemas.microsoft.com/office/drawing/2014/main" id="{7290106C-0BAD-4237-B389-FE6A93066A4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99">
            <a:extLst xmlns:a="http://schemas.openxmlformats.org/drawingml/2006/main">
              <a:ext uri="{FF2B5EF4-FFF2-40B4-BE49-F238E27FC236}">
                <a16:creationId xmlns:a16="http://schemas.microsoft.com/office/drawing/2014/main" id="{B54414B0-8A65-4BA6-9617-9DC68FA2E05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00">
            <a:extLst xmlns:a="http://schemas.openxmlformats.org/drawingml/2006/main">
              <a:ext uri="{FF2B5EF4-FFF2-40B4-BE49-F238E27FC236}">
                <a16:creationId xmlns:a16="http://schemas.microsoft.com/office/drawing/2014/main" id="{FFCDA029-1EAF-484C-87D9-610CFB0AF07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34EC22-F28B-49A4-BD1A-3AFA7627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五代十国形势图（后周时期）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59131BE-28ED-492C-B763-03F851A2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A29EC1E-7E39-4E4F-9E99-8150F097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E971687-6243-44EF-93B2-5EC57D9A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601">
            <a:extLst xmlns:a="http://schemas.openxmlformats.org/drawingml/2006/main">
              <a:ext uri="{FF2B5EF4-FFF2-40B4-BE49-F238E27FC236}">
                <a16:creationId xmlns:a16="http://schemas.microsoft.com/office/drawing/2014/main" id="{CBD679CD-020E-47BE-9806-39388E1F040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02">
            <a:extLst xmlns:a="http://schemas.openxmlformats.org/drawingml/2006/main">
              <a:ext uri="{FF2B5EF4-FFF2-40B4-BE49-F238E27FC236}">
                <a16:creationId xmlns:a16="http://schemas.microsoft.com/office/drawing/2014/main" id="{F0B589D1-0A9D-4097-965D-079C329DC4D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03">
            <a:extLst xmlns:a="http://schemas.openxmlformats.org/drawingml/2006/main">
              <a:ext uri="{FF2B5EF4-FFF2-40B4-BE49-F238E27FC236}">
                <a16:creationId xmlns:a16="http://schemas.microsoft.com/office/drawing/2014/main" id="{8C6E5428-B482-45EE-AE79-63FB2372E93E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后周时点，不是十国全同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90FE6-3286-433D-8829-25372ACE03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f3c162bcd4874"/>
          <a:stretch xmlns:a="http://schemas.openxmlformats.org/drawingml/2006/main"/>
        </p:blipFill>
        <p:spPr>
          <a:xfrm xmlns:a="http://schemas.openxmlformats.org/drawingml/2006/main">
            <a:off x="4970871" y="1552575"/>
            <a:ext cx="3393257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604">
            <a:extLst xmlns:a="http://schemas.openxmlformats.org/drawingml/2006/main">
              <a:ext uri="{FF2B5EF4-FFF2-40B4-BE49-F238E27FC236}">
                <a16:creationId xmlns:a16="http://schemas.microsoft.com/office/drawing/2014/main" id="{A440AF17-2B24-49DC-94AF-230208BF34EF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605">
            <a:extLst xmlns:a="http://schemas.openxmlformats.org/drawingml/2006/main">
              <a:ext uri="{FF2B5EF4-FFF2-40B4-BE49-F238E27FC236}">
                <a16:creationId xmlns:a16="http://schemas.microsoft.com/office/drawing/2014/main" id="{D5436219-94B1-4F10-8546-9B4238A2A65A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606">
            <a:extLst xmlns:a="http://schemas.openxmlformats.org/drawingml/2006/main">
              <a:ext uri="{FF2B5EF4-FFF2-40B4-BE49-F238E27FC236}">
                <a16:creationId xmlns:a16="http://schemas.microsoft.com/office/drawing/2014/main" id="{28E11C6A-F4EA-40FC-BEF1-20E520425F87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86448272"/>
      </p:ext>
    </p:extLst>
  </p:cSld>
  <p:transition advClick="0"/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59D7A-6913-4A9C-8CF3-BB0AA0C0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07">
            <a:extLst xmlns:a="http://schemas.openxmlformats.org/drawingml/2006/main">
              <a:ext uri="{FF2B5EF4-FFF2-40B4-BE49-F238E27FC236}">
                <a16:creationId xmlns:a16="http://schemas.microsoft.com/office/drawing/2014/main" id="{AA2A5BEE-6034-4CFB-9ED9-98A2E4BF7C1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08">
            <a:extLst xmlns:a="http://schemas.openxmlformats.org/drawingml/2006/main">
              <a:ext uri="{FF2B5EF4-FFF2-40B4-BE49-F238E27FC236}">
                <a16:creationId xmlns:a16="http://schemas.microsoft.com/office/drawing/2014/main" id="{E758BC4B-ED99-4571-A66C-1A37C15CEA4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09">
            <a:extLst xmlns:a="http://schemas.openxmlformats.org/drawingml/2006/main">
              <a:ext uri="{FF2B5EF4-FFF2-40B4-BE49-F238E27FC236}">
                <a16:creationId xmlns:a16="http://schemas.microsoft.com/office/drawing/2014/main" id="{624005D1-13B0-45EF-8ED8-8D36E56798E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8848EE4-4486-4ADF-BFC6-94F6392F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后周时点，不是十国全同期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9E430D3-1A57-4A4B-88FB-907572E2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87C5B82-E846-4EAA-B450-68A4F19A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A84FBF-DD64-4F05-BDBE-770A5905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610">
            <a:extLst xmlns:a="http://schemas.openxmlformats.org/drawingml/2006/main">
              <a:ext uri="{FF2B5EF4-FFF2-40B4-BE49-F238E27FC236}">
                <a16:creationId xmlns:a16="http://schemas.microsoft.com/office/drawing/2014/main" id="{C2001407-2DCC-492D-9401-9251C883D3A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11">
            <a:extLst xmlns:a="http://schemas.openxmlformats.org/drawingml/2006/main">
              <a:ext uri="{FF2B5EF4-FFF2-40B4-BE49-F238E27FC236}">
                <a16:creationId xmlns:a16="http://schemas.microsoft.com/office/drawing/2014/main" id="{557B6452-079F-4C4F-B3A3-F83A3A066D3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12">
            <a:extLst xmlns:a="http://schemas.openxmlformats.org/drawingml/2006/main">
              <a:ext uri="{FF2B5EF4-FFF2-40B4-BE49-F238E27FC236}">
                <a16:creationId xmlns:a16="http://schemas.microsoft.com/office/drawing/2014/main" id="{BF6CCD0A-C3BA-430B-8452-1B3332CB779A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内容回顾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6CC416-EBC5-4D26-A7EC-FC13849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先读图题与注记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图为后周时期，标951—960年，并有“951年，南唐灭楚”注记。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结合正文看构成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正文的十国是南方先后九政权加北汉，不能只数这一个时点的图上政权。</a:t>
            </a:r>
          </a:p>
        </p:txBody>
      </p:sp>
      <p:sp>
        <p:nvSpPr>
          <p:cNvPr id="13" name="link-613">
            <a:extLst xmlns:a="http://schemas.openxmlformats.org/drawingml/2006/main">
              <a:ext uri="{FF2B5EF4-FFF2-40B4-BE49-F238E27FC236}">
                <a16:creationId xmlns:a16="http://schemas.microsoft.com/office/drawing/2014/main" id="{45AB17CE-F936-4610-A197-69C207ACE9FF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五代十国与唐末藩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614">
            <a:extLst xmlns:a="http://schemas.openxmlformats.org/drawingml/2006/main">
              <a:ext uri="{FF2B5EF4-FFF2-40B4-BE49-F238E27FC236}">
                <a16:creationId xmlns:a16="http://schemas.microsoft.com/office/drawing/2014/main" id="{3BDB53EF-B39D-48C7-99C4-414E8BEFD20E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615">
            <a:extLst xmlns:a="http://schemas.openxmlformats.org/drawingml/2006/main">
              <a:ext uri="{FF2B5EF4-FFF2-40B4-BE49-F238E27FC236}">
                <a16:creationId xmlns:a16="http://schemas.microsoft.com/office/drawing/2014/main" id="{BE14A6D5-DCF0-47D3-BE79-B1535345B047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9514302"/>
      </p:ext>
    </p:extLst>
  </p:cSld>
  <p:transition advClick="0"/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1F158-08AA-498B-A17C-BF1B1E16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21">
            <a:extLst xmlns:a="http://schemas.openxmlformats.org/drawingml/2006/main">
              <a:ext uri="{FF2B5EF4-FFF2-40B4-BE49-F238E27FC236}">
                <a16:creationId xmlns:a16="http://schemas.microsoft.com/office/drawing/2014/main" id="{9186F4C9-CEF8-4142-90A1-625577ED22C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22">
            <a:extLst xmlns:a="http://schemas.openxmlformats.org/drawingml/2006/main">
              <a:ext uri="{FF2B5EF4-FFF2-40B4-BE49-F238E27FC236}">
                <a16:creationId xmlns:a16="http://schemas.microsoft.com/office/drawing/2014/main" id="{1AB885A8-92CF-4687-854C-383BC37C428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23">
            <a:extLst xmlns:a="http://schemas.openxmlformats.org/drawingml/2006/main">
              <a:ext uri="{FF2B5EF4-FFF2-40B4-BE49-F238E27FC236}">
                <a16:creationId xmlns:a16="http://schemas.microsoft.com/office/drawing/2014/main" id="{BE98F604-5A29-4734-9881-D1FF5922C42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ACD93A3-FAEF-45D9-94F3-719BF98C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8DB600-EA3E-426C-8B87-09BF2ED1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B41E8D-9873-45CD-8BED-916072CD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D98F97-27BD-48D8-9D3E-11BC73FF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24">
            <a:extLst xmlns:a="http://schemas.openxmlformats.org/drawingml/2006/main">
              <a:ext uri="{FF2B5EF4-FFF2-40B4-BE49-F238E27FC236}">
                <a16:creationId xmlns:a16="http://schemas.microsoft.com/office/drawing/2014/main" id="{0AB76CCC-8B4A-4A17-8BF0-ED7CC015670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25">
            <a:extLst xmlns:a="http://schemas.openxmlformats.org/drawingml/2006/main">
              <a:ext uri="{FF2B5EF4-FFF2-40B4-BE49-F238E27FC236}">
                <a16:creationId xmlns:a16="http://schemas.microsoft.com/office/drawing/2014/main" id="{F268688A-3734-460F-B6FD-24F60F30537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26">
            <a:extLst xmlns:a="http://schemas.openxmlformats.org/drawingml/2006/main">
              <a:ext uri="{FF2B5EF4-FFF2-40B4-BE49-F238E27FC236}">
                <a16:creationId xmlns:a16="http://schemas.microsoft.com/office/drawing/2014/main" id="{89384E3E-BAD6-482A-A492-4D74D4FACD28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2B4CE-23C1-41DC-A2B2-543AC1B8D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df7465e8d4ea7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6FAC9-8D08-459F-8E5B-963D3D94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661" y="2315608"/>
            <a:ext cx="1060961" cy="5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C61A5-50AA-4017-8CB4-9EBA6C1A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909" y="2560446"/>
            <a:ext cx="734512" cy="428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DCAC464-3906-4A7E-8452-D922E8C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 · 西部“西突厥”及北部“东突厥”字样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战争、联合行动；在西域设置安西、北庭都护府。事件跨时期，不能视为669年同时发生。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8361206-ACD0-4FD1-AD90-790E2C6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7" name="link-627">
            <a:extLst xmlns:a="http://schemas.openxmlformats.org/drawingml/2006/main">
              <a:ext uri="{FF2B5EF4-FFF2-40B4-BE49-F238E27FC236}">
                <a16:creationId xmlns:a16="http://schemas.microsoft.com/office/drawing/2014/main" id="{04DEC076-7448-4BD4-BDA8-D1136DEDA6EA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8" name="link-628">
            <a:extLst xmlns:a="http://schemas.openxmlformats.org/drawingml/2006/main">
              <a:ext uri="{FF2B5EF4-FFF2-40B4-BE49-F238E27FC236}">
                <a16:creationId xmlns:a16="http://schemas.microsoft.com/office/drawing/2014/main" id="{5625F153-9606-4A2B-A5C6-9F208FDCA9FD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9" name="link-629">
            <a:extLst xmlns:a="http://schemas.openxmlformats.org/drawingml/2006/main">
              <a:ext uri="{FF2B5EF4-FFF2-40B4-BE49-F238E27FC236}">
                <a16:creationId xmlns:a16="http://schemas.microsoft.com/office/drawing/2014/main" id="{3D040AFA-F2DB-4119-94F3-E7AEFE3EF6FF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20" name="link-630">
            <a:extLst xmlns:a="http://schemas.openxmlformats.org/drawingml/2006/main">
              <a:ext uri="{FF2B5EF4-FFF2-40B4-BE49-F238E27FC236}">
                <a16:creationId xmlns:a16="http://schemas.microsoft.com/office/drawing/2014/main" id="{9C53917A-3A60-4C86-B51A-5770782CE71A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1" name="link-631">
            <a:extLst xmlns:a="http://schemas.openxmlformats.org/drawingml/2006/main">
              <a:ext uri="{FF2B5EF4-FFF2-40B4-BE49-F238E27FC236}">
                <a16:creationId xmlns:a16="http://schemas.microsoft.com/office/drawing/2014/main" id="{CCEA7700-30D2-4D8B-9045-36B27CDD671A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2" name="link-632">
            <a:extLst xmlns:a="http://schemas.openxmlformats.org/drawingml/2006/main">
              <a:ext uri="{FF2B5EF4-FFF2-40B4-BE49-F238E27FC236}">
                <a16:creationId xmlns:a16="http://schemas.microsoft.com/office/drawing/2014/main" id="{8B138462-7C70-4DC1-83A1-E13EB0E0591C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1910698380"/>
      </p:ext>
    </p:extLst>
  </p:cSld>
  <p:transition advClick="0"/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8D222-8BF4-4EFE-A320-903FA501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33">
            <a:extLst xmlns:a="http://schemas.openxmlformats.org/drawingml/2006/main">
              <a:ext uri="{FF2B5EF4-FFF2-40B4-BE49-F238E27FC236}">
                <a16:creationId xmlns:a16="http://schemas.microsoft.com/office/drawing/2014/main" id="{4FB614CA-153B-4A85-9FD4-0D9434D716D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34">
            <a:extLst xmlns:a="http://schemas.openxmlformats.org/drawingml/2006/main">
              <a:ext uri="{FF2B5EF4-FFF2-40B4-BE49-F238E27FC236}">
                <a16:creationId xmlns:a16="http://schemas.microsoft.com/office/drawing/2014/main" id="{FB7B3605-4550-4BA4-A430-8A47D20DD1B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35">
            <a:extLst xmlns:a="http://schemas.openxmlformats.org/drawingml/2006/main">
              <a:ext uri="{FF2B5EF4-FFF2-40B4-BE49-F238E27FC236}">
                <a16:creationId xmlns:a16="http://schemas.microsoft.com/office/drawing/2014/main" id="{1FBEE715-7762-475D-91EC-EBCFEFC56BD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18E6EE-1D77-4A0B-ABC8-4268E0CC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A08C573-D2D6-48FE-ADCC-002D6588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FA40DC-63CE-4DC4-8D98-F700B5E8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C39070-DFCD-4181-B051-42C57FFB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36">
            <a:extLst xmlns:a="http://schemas.openxmlformats.org/drawingml/2006/main">
              <a:ext uri="{FF2B5EF4-FFF2-40B4-BE49-F238E27FC236}">
                <a16:creationId xmlns:a16="http://schemas.microsoft.com/office/drawing/2014/main" id="{311D536A-7230-4875-942C-D066FD29D29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37">
            <a:extLst xmlns:a="http://schemas.openxmlformats.org/drawingml/2006/main">
              <a:ext uri="{FF2B5EF4-FFF2-40B4-BE49-F238E27FC236}">
                <a16:creationId xmlns:a16="http://schemas.microsoft.com/office/drawing/2014/main" id="{A6E5E773-DD59-45CE-A901-552C5B6F7A2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38">
            <a:extLst xmlns:a="http://schemas.openxmlformats.org/drawingml/2006/main">
              <a:ext uri="{FF2B5EF4-FFF2-40B4-BE49-F238E27FC236}">
                <a16:creationId xmlns:a16="http://schemas.microsoft.com/office/drawing/2014/main" id="{A99A4B91-4479-45C0-B533-F256DCE8B3EE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41172-F884-4F9A-A6D1-497DCB33F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c73d879004aac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1D74F-6C6D-4EA0-B991-C19A7332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312" y="2054449"/>
            <a:ext cx="285643" cy="5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090E64E-B824-4782-A58F-119660D9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 · 北部“回纥”字样，安北都护府附近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与唐合作；玄宗册封骨力裴罗为怀仁可汗。后改称回鹘，迁徙与融合不能简化为政权始终不变。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E2FB7A9-6A5D-4260-AD63-0E294B4D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6" name="link-639">
            <a:extLst xmlns:a="http://schemas.openxmlformats.org/drawingml/2006/main">
              <a:ext uri="{FF2B5EF4-FFF2-40B4-BE49-F238E27FC236}">
                <a16:creationId xmlns:a16="http://schemas.microsoft.com/office/drawing/2014/main" id="{20286EBD-B900-4680-8423-344A5C74CEC1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7" name="link-640">
            <a:extLst xmlns:a="http://schemas.openxmlformats.org/drawingml/2006/main">
              <a:ext uri="{FF2B5EF4-FFF2-40B4-BE49-F238E27FC236}">
                <a16:creationId xmlns:a16="http://schemas.microsoft.com/office/drawing/2014/main" id="{FDB7BF2B-BEB7-45E9-92A8-00FF05E22B66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8" name="link-641">
            <a:extLst xmlns:a="http://schemas.openxmlformats.org/drawingml/2006/main">
              <a:ext uri="{FF2B5EF4-FFF2-40B4-BE49-F238E27FC236}">
                <a16:creationId xmlns:a16="http://schemas.microsoft.com/office/drawing/2014/main" id="{6C1E95E1-6DC1-4424-B2D5-D7BE54EBD454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19" name="link-642">
            <a:extLst xmlns:a="http://schemas.openxmlformats.org/drawingml/2006/main">
              <a:ext uri="{FF2B5EF4-FFF2-40B4-BE49-F238E27FC236}">
                <a16:creationId xmlns:a16="http://schemas.microsoft.com/office/drawing/2014/main" id="{6A01C93B-608D-44B7-AF1F-378B0F9D938E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0" name="link-643">
            <a:extLst xmlns:a="http://schemas.openxmlformats.org/drawingml/2006/main">
              <a:ext uri="{FF2B5EF4-FFF2-40B4-BE49-F238E27FC236}">
                <a16:creationId xmlns:a16="http://schemas.microsoft.com/office/drawing/2014/main" id="{2695414C-88FA-4EE0-B39F-CD178F92B53D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1" name="link-644">
            <a:extLst xmlns:a="http://schemas.openxmlformats.org/drawingml/2006/main">
              <a:ext uri="{FF2B5EF4-FFF2-40B4-BE49-F238E27FC236}">
                <a16:creationId xmlns:a16="http://schemas.microsoft.com/office/drawing/2014/main" id="{353A5DE3-A441-43F9-9320-DB452784BA6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165083655"/>
      </p:ext>
    </p:extLst>
  </p:cSld>
  <p:transition advClick="0"/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89376-A2C0-4F0C-AED3-7B2EE31C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45">
            <a:extLst xmlns:a="http://schemas.openxmlformats.org/drawingml/2006/main">
              <a:ext uri="{FF2B5EF4-FFF2-40B4-BE49-F238E27FC236}">
                <a16:creationId xmlns:a16="http://schemas.microsoft.com/office/drawing/2014/main" id="{50787DD9-8053-4A73-97E2-9D413E899D9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46">
            <a:extLst xmlns:a="http://schemas.openxmlformats.org/drawingml/2006/main">
              <a:ext uri="{FF2B5EF4-FFF2-40B4-BE49-F238E27FC236}">
                <a16:creationId xmlns:a16="http://schemas.microsoft.com/office/drawing/2014/main" id="{8E6F939A-E427-4209-9E56-32EE9CA4027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47">
            <a:extLst xmlns:a="http://schemas.openxmlformats.org/drawingml/2006/main">
              <a:ext uri="{FF2B5EF4-FFF2-40B4-BE49-F238E27FC236}">
                <a16:creationId xmlns:a16="http://schemas.microsoft.com/office/drawing/2014/main" id="{CBC3ED85-F84E-4F3A-B696-ECE7DB8E86D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678FB05-8C17-40AE-BCA8-4CCE5E6D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3EE2B6-3F42-4C2E-B41A-46E2205E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006BDE-5601-47E9-AFCA-E21898A1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836465-3EA1-4AD0-AB95-412D73FE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48">
            <a:extLst xmlns:a="http://schemas.openxmlformats.org/drawingml/2006/main">
              <a:ext uri="{FF2B5EF4-FFF2-40B4-BE49-F238E27FC236}">
                <a16:creationId xmlns:a16="http://schemas.microsoft.com/office/drawing/2014/main" id="{7D775C55-C778-4008-85CA-7BAEB353EA2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49">
            <a:extLst xmlns:a="http://schemas.openxmlformats.org/drawingml/2006/main">
              <a:ext uri="{FF2B5EF4-FFF2-40B4-BE49-F238E27FC236}">
                <a16:creationId xmlns:a16="http://schemas.microsoft.com/office/drawing/2014/main" id="{6D4D3B40-5585-44A0-9C1C-7C4B4C7868B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50">
            <a:extLst xmlns:a="http://schemas.openxmlformats.org/drawingml/2006/main">
              <a:ext uri="{FF2B5EF4-FFF2-40B4-BE49-F238E27FC236}">
                <a16:creationId xmlns:a16="http://schemas.microsoft.com/office/drawing/2014/main" id="{807097E2-15C1-4B0D-A7B6-7BC6771ACB60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9418C-5726-4CEA-BC47-8E6AB1929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acd96568b47b5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87F4F-56D9-41FD-84E1-B71DBD8B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430" y="3405134"/>
            <a:ext cx="681464" cy="240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93EEF8C-7986-4FEA-8A76-1CB76F7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 · 西南“吐蕃”字样，逻些以北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唐太宗以文成公主和亲；9世纪前期会盟。促进友好与经济文化交流，不等于唐直接管辖吐蕃全境。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0AAD6E-6752-48B5-A164-DD674AD8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6" name="link-651">
            <a:extLst xmlns:a="http://schemas.openxmlformats.org/drawingml/2006/main">
              <a:ext uri="{FF2B5EF4-FFF2-40B4-BE49-F238E27FC236}">
                <a16:creationId xmlns:a16="http://schemas.microsoft.com/office/drawing/2014/main" id="{34BCAEBD-6305-4934-9586-5835E92DDC7F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7" name="link-652">
            <a:extLst xmlns:a="http://schemas.openxmlformats.org/drawingml/2006/main">
              <a:ext uri="{FF2B5EF4-FFF2-40B4-BE49-F238E27FC236}">
                <a16:creationId xmlns:a16="http://schemas.microsoft.com/office/drawing/2014/main" id="{F489BBB6-12FC-42F3-8B12-47DED8837D3A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8" name="link-653">
            <a:extLst xmlns:a="http://schemas.openxmlformats.org/drawingml/2006/main">
              <a:ext uri="{FF2B5EF4-FFF2-40B4-BE49-F238E27FC236}">
                <a16:creationId xmlns:a16="http://schemas.microsoft.com/office/drawing/2014/main" id="{050CD712-3760-4355-AFE3-75D2F165B4A0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19" name="link-654">
            <a:extLst xmlns:a="http://schemas.openxmlformats.org/drawingml/2006/main">
              <a:ext uri="{FF2B5EF4-FFF2-40B4-BE49-F238E27FC236}">
                <a16:creationId xmlns:a16="http://schemas.microsoft.com/office/drawing/2014/main" id="{7A38C56A-4903-4699-B38C-D2901DAFC86A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0" name="link-655">
            <a:extLst xmlns:a="http://schemas.openxmlformats.org/drawingml/2006/main">
              <a:ext uri="{FF2B5EF4-FFF2-40B4-BE49-F238E27FC236}">
                <a16:creationId xmlns:a16="http://schemas.microsoft.com/office/drawing/2014/main" id="{79CDF37B-D65F-4A0B-8CFE-7D299A75B83B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1" name="link-656">
            <a:extLst xmlns:a="http://schemas.openxmlformats.org/drawingml/2006/main">
              <a:ext uri="{FF2B5EF4-FFF2-40B4-BE49-F238E27FC236}">
                <a16:creationId xmlns:a16="http://schemas.microsoft.com/office/drawing/2014/main" id="{37A8EAB7-AA57-4739-8311-BD8924933FD7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1540140103"/>
      </p:ext>
    </p:extLst>
  </p:cSld>
  <p:transition advClick="0"/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99E09-5F01-4E0A-9BE2-53D6E025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57">
            <a:extLst xmlns:a="http://schemas.openxmlformats.org/drawingml/2006/main">
              <a:ext uri="{FF2B5EF4-FFF2-40B4-BE49-F238E27FC236}">
                <a16:creationId xmlns:a16="http://schemas.microsoft.com/office/drawing/2014/main" id="{62C9DD94-4FED-4AAF-8E97-8714F8675B7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58">
            <a:extLst xmlns:a="http://schemas.openxmlformats.org/drawingml/2006/main">
              <a:ext uri="{FF2B5EF4-FFF2-40B4-BE49-F238E27FC236}">
                <a16:creationId xmlns:a16="http://schemas.microsoft.com/office/drawing/2014/main" id="{78829F0B-C461-406A-A1EF-74B2B97DAB4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59">
            <a:extLst xmlns:a="http://schemas.openxmlformats.org/drawingml/2006/main">
              <a:ext uri="{FF2B5EF4-FFF2-40B4-BE49-F238E27FC236}">
                <a16:creationId xmlns:a16="http://schemas.microsoft.com/office/drawing/2014/main" id="{BCACE709-866D-49A2-8D2B-E55308C39C6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37B88C-65F3-4B09-8766-01C06C3F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3C84C4-AE79-48F0-ACAE-D818CE07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9B26F6-3571-46DA-B51C-A27A81A2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8FA23DA-85CD-4024-9717-06929407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60">
            <a:extLst xmlns:a="http://schemas.openxmlformats.org/drawingml/2006/main">
              <a:ext uri="{FF2B5EF4-FFF2-40B4-BE49-F238E27FC236}">
                <a16:creationId xmlns:a16="http://schemas.microsoft.com/office/drawing/2014/main" id="{219CED0B-E913-4039-BD75-1DF0D33BB347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61">
            <a:extLst xmlns:a="http://schemas.openxmlformats.org/drawingml/2006/main">
              <a:ext uri="{FF2B5EF4-FFF2-40B4-BE49-F238E27FC236}">
                <a16:creationId xmlns:a16="http://schemas.microsoft.com/office/drawing/2014/main" id="{82EA997B-7289-4B1D-A288-C81A5F916DC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62">
            <a:extLst xmlns:a="http://schemas.openxmlformats.org/drawingml/2006/main">
              <a:ext uri="{FF2B5EF4-FFF2-40B4-BE49-F238E27FC236}">
                <a16:creationId xmlns:a16="http://schemas.microsoft.com/office/drawing/2014/main" id="{75AB5CC9-C5CD-4EC2-8432-A4CA0674E214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BEB5F-0CAE-41A2-85DD-C45ABDD2E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edf0740224b0d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AF6E5-EBA9-4864-B10C-EEB5FAFC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336" y="1797370"/>
            <a:ext cx="612093" cy="881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EBCB06D-1607-4266-8E11-B8B83532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 · 东北靺鞨字样及粟末部位置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唐玄宗册封粟末部首领大祚荣为渤海郡王。注意图上渤海713年、黑水726年的后置注记。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50FE9A1-A171-493D-ACE4-91190EEF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6" name="link-663">
            <a:extLst xmlns:a="http://schemas.openxmlformats.org/drawingml/2006/main">
              <a:ext uri="{FF2B5EF4-FFF2-40B4-BE49-F238E27FC236}">
                <a16:creationId xmlns:a16="http://schemas.microsoft.com/office/drawing/2014/main" id="{B2AC4C39-8AEE-46EC-A04C-7DF3C61AAA7F}"/>
              </a:ext>
            </a:extLst>
            <ns12:hlinkClick xmlns:ns12="http://schemas.openxmlformats.org/drawingml/2006/main" xmlns:ns13="http://schemas.openxmlformats.org/officeDocument/2006/relationships" ns13:id="rIdNav6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7" name="link-664">
            <a:extLst xmlns:a="http://schemas.openxmlformats.org/drawingml/2006/main">
              <a:ext uri="{FF2B5EF4-FFF2-40B4-BE49-F238E27FC236}">
                <a16:creationId xmlns:a16="http://schemas.microsoft.com/office/drawing/2014/main" id="{C9A273B6-828E-43FB-9E6F-59A7295FA0E1}"/>
              </a:ext>
            </a:extLst>
            <ns14:hlinkClick xmlns:ns14="http://schemas.openxmlformats.org/drawingml/2006/main" xmlns:ns15="http://schemas.openxmlformats.org/officeDocument/2006/relationships" ns15:id="rIdNav7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8" name="link-665">
            <a:extLst xmlns:a="http://schemas.openxmlformats.org/drawingml/2006/main">
              <a:ext uri="{FF2B5EF4-FFF2-40B4-BE49-F238E27FC236}">
                <a16:creationId xmlns:a16="http://schemas.microsoft.com/office/drawing/2014/main" id="{316803B7-2D34-4E15-B73E-C34155EB9364}"/>
              </a:ext>
            </a:extLst>
            <ns16:hlinkClick xmlns:ns16="http://schemas.openxmlformats.org/drawingml/2006/main" xmlns:ns17="http://schemas.openxmlformats.org/officeDocument/2006/relationships" ns17:id="rIdNav8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19" name="link-666">
            <a:extLst xmlns:a="http://schemas.openxmlformats.org/drawingml/2006/main">
              <a:ext uri="{FF2B5EF4-FFF2-40B4-BE49-F238E27FC236}">
                <a16:creationId xmlns:a16="http://schemas.microsoft.com/office/drawing/2014/main" id="{99003D21-6E71-45BF-802E-8941E804440D}"/>
              </a:ext>
            </a:extLst>
            <ns18:hlinkClick xmlns:ns18="http://schemas.openxmlformats.org/drawingml/2006/main" xmlns:ns19="http://schemas.openxmlformats.org/officeDocument/2006/relationships" ns19:id="rIdNav9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0" name="link-667">
            <a:extLst xmlns:a="http://schemas.openxmlformats.org/drawingml/2006/main">
              <a:ext uri="{FF2B5EF4-FFF2-40B4-BE49-F238E27FC236}">
                <a16:creationId xmlns:a16="http://schemas.microsoft.com/office/drawing/2014/main" id="{E0A77C28-BE43-4719-BA46-45D3BB0A5E24}"/>
              </a:ext>
            </a:extLst>
            <ns20:hlinkClick xmlns:ns20="http://schemas.openxmlformats.org/drawingml/2006/main" xmlns:ns21="http://schemas.openxmlformats.org/officeDocument/2006/relationships" ns21:id="rIdNav10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1" name="link-668">
            <a:extLst xmlns:a="http://schemas.openxmlformats.org/drawingml/2006/main">
              <a:ext uri="{FF2B5EF4-FFF2-40B4-BE49-F238E27FC236}">
                <a16:creationId xmlns:a16="http://schemas.microsoft.com/office/drawing/2014/main" id="{37E420A0-22A1-4EC6-A56C-30F8B33DB53E}"/>
              </a:ext>
            </a:extLst>
            <ns22:hlinkClick xmlns:ns22="http://schemas.openxmlformats.org/drawingml/2006/main" xmlns:ns23="http://schemas.openxmlformats.org/officeDocument/2006/relationships" ns23:id="rIdNav11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932206538"/>
      </p:ext>
    </p:extLst>
  </p:cSld>
  <p:transition advClick="0"/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E6387-73E7-4588-A509-06465209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69">
            <a:extLst xmlns:a="http://schemas.openxmlformats.org/drawingml/2006/main">
              <a:ext uri="{FF2B5EF4-FFF2-40B4-BE49-F238E27FC236}">
                <a16:creationId xmlns:a16="http://schemas.microsoft.com/office/drawing/2014/main" id="{F099A34F-4308-4634-8F31-A62616CE7EC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70">
            <a:extLst xmlns:a="http://schemas.openxmlformats.org/drawingml/2006/main">
              <a:ext uri="{FF2B5EF4-FFF2-40B4-BE49-F238E27FC236}">
                <a16:creationId xmlns:a16="http://schemas.microsoft.com/office/drawing/2014/main" id="{875A0E18-B2F2-4B81-8C42-531C7A2DAEF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71">
            <a:extLst xmlns:a="http://schemas.openxmlformats.org/drawingml/2006/main">
              <a:ext uri="{FF2B5EF4-FFF2-40B4-BE49-F238E27FC236}">
                <a16:creationId xmlns:a16="http://schemas.microsoft.com/office/drawing/2014/main" id="{43068969-8478-4F0D-A406-7878694A932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3BF7A73-21B1-45B9-AEA7-C92BA837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长安、洛阳与两京制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6C1FD3-832F-4BBA-899A-586BDE2E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0F5BA8-26C5-4D06-A87D-FF1F04DD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3F9CDC-82C2-488F-9272-0BEFCD71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B480187-4A4F-40AA-847E-B997A1AA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为什么同时出现长安、洛阳两都？</a:t>
            </a:r>
          </a:p>
        </p:txBody>
      </p:sp>
      <p:sp>
        <p:nvSpPr>
          <p:cNvPr id="10" name="link-672">
            <a:extLst xmlns:a="http://schemas.openxmlformats.org/drawingml/2006/main">
              <a:ext uri="{FF2B5EF4-FFF2-40B4-BE49-F238E27FC236}">
                <a16:creationId xmlns:a16="http://schemas.microsoft.com/office/drawing/2014/main" id="{3A1D0778-C6D0-4E9E-8555-0266492C04C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673">
            <a:extLst xmlns:a="http://schemas.openxmlformats.org/drawingml/2006/main">
              <a:ext uri="{FF2B5EF4-FFF2-40B4-BE49-F238E27FC236}">
                <a16:creationId xmlns:a16="http://schemas.microsoft.com/office/drawing/2014/main" id="{F9723B3C-4624-481F-82F3-1B0D669B087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为什么同时出现长安、洛阳两都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106800053"/>
      </p:ext>
    </p:extLst>
  </p:cSld>
  <p:transition advClick="0"/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6BFF6-5E83-4CE4-99BD-3FA7BF8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74">
            <a:extLst xmlns:a="http://schemas.openxmlformats.org/drawingml/2006/main">
              <a:ext uri="{FF2B5EF4-FFF2-40B4-BE49-F238E27FC236}">
                <a16:creationId xmlns:a16="http://schemas.microsoft.com/office/drawing/2014/main" id="{B5240BE3-4D55-466B-B388-E1913CEE296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75">
            <a:extLst xmlns:a="http://schemas.openxmlformats.org/drawingml/2006/main">
              <a:ext uri="{FF2B5EF4-FFF2-40B4-BE49-F238E27FC236}">
                <a16:creationId xmlns:a16="http://schemas.microsoft.com/office/drawing/2014/main" id="{8D668E82-B953-4F96-A69E-0EDD1EA2558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76">
            <a:extLst xmlns:a="http://schemas.openxmlformats.org/drawingml/2006/main">
              <a:ext uri="{FF2B5EF4-FFF2-40B4-BE49-F238E27FC236}">
                <a16:creationId xmlns:a16="http://schemas.microsoft.com/office/drawing/2014/main" id="{0C7B0FA7-1721-49BA-9B01-184C9A9B4E7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208D29-1669-4CE8-99E2-197BEFE9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为什么同时出现长安、洛阳两都？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7ECEFC-D69A-4CFC-8BDD-29673C9B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96DDA9-5C6B-44AD-9861-8FD7C103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98CC22-D87D-484B-A3EB-F93C42CE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677">
            <a:extLst xmlns:a="http://schemas.openxmlformats.org/drawingml/2006/main">
              <a:ext uri="{FF2B5EF4-FFF2-40B4-BE49-F238E27FC236}">
                <a16:creationId xmlns:a16="http://schemas.microsoft.com/office/drawing/2014/main" id="{8D46407A-E4CF-4E84-AD0F-6BFAD8527A2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678">
            <a:extLst xmlns:a="http://schemas.openxmlformats.org/drawingml/2006/main">
              <a:ext uri="{FF2B5EF4-FFF2-40B4-BE49-F238E27FC236}">
                <a16:creationId xmlns:a16="http://schemas.microsoft.com/office/drawing/2014/main" id="{9BE32F69-7DE9-4D62-AB89-0C84D0B7935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72DDB00-0489-4BAD-9B72-DF73C8D1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两京制。隋文帝定都长安，隋炀帝迁都洛阳，将长安降为陪都。</a:t>
            </a:r>
          </a:p>
        </p:txBody>
      </p:sp>
    </p:spTree>
    <p:extLst>
      <p:ext uri="{BB962C8B-B14F-4D97-AF65-F5344CB8AC3E}">
        <p14:creationId xmlns:p14="http://schemas.microsoft.com/office/powerpoint/2010/main" val="1103698714"/>
      </p:ext>
    </p:extLst>
  </p:cSld>
  <p:transition advClick="0"/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D2D52-91C7-4887-A071-14737A79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79">
            <a:extLst xmlns:a="http://schemas.openxmlformats.org/drawingml/2006/main">
              <a:ext uri="{FF2B5EF4-FFF2-40B4-BE49-F238E27FC236}">
                <a16:creationId xmlns:a16="http://schemas.microsoft.com/office/drawing/2014/main" id="{1B2EB725-E7CB-4506-B20B-331FA0DE9A0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80">
            <a:extLst xmlns:a="http://schemas.openxmlformats.org/drawingml/2006/main">
              <a:ext uri="{FF2B5EF4-FFF2-40B4-BE49-F238E27FC236}">
                <a16:creationId xmlns:a16="http://schemas.microsoft.com/office/drawing/2014/main" id="{7D7D1FC6-71C9-48D8-BD78-2C1042C4FBF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81">
            <a:extLst xmlns:a="http://schemas.openxmlformats.org/drawingml/2006/main">
              <a:ext uri="{FF2B5EF4-FFF2-40B4-BE49-F238E27FC236}">
                <a16:creationId xmlns:a16="http://schemas.microsoft.com/office/drawing/2014/main" id="{F2DCAE04-D687-4AAD-B4B7-B4EFCE0C8EE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0DDF6E-874B-46F8-A0A6-46057FC7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义仓的含义与制度演变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90BC861-C0E9-4342-889D-E66F0B16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06BE4AB-5FB0-4F86-8164-2F41C074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C98E92E-4B9D-4260-9F50-5A21EA26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DD4A51A-8AB1-4209-8728-1D3C9504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义仓的功能及影响是什么？</a:t>
            </a:r>
          </a:p>
        </p:txBody>
      </p:sp>
      <p:sp>
        <p:nvSpPr>
          <p:cNvPr id="10" name="link-682">
            <a:extLst xmlns:a="http://schemas.openxmlformats.org/drawingml/2006/main">
              <a:ext uri="{FF2B5EF4-FFF2-40B4-BE49-F238E27FC236}">
                <a16:creationId xmlns:a16="http://schemas.microsoft.com/office/drawing/2014/main" id="{A60530E7-1873-46C8-BF78-ED74E061CF0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683">
            <a:extLst xmlns:a="http://schemas.openxmlformats.org/drawingml/2006/main">
              <a:ext uri="{FF2B5EF4-FFF2-40B4-BE49-F238E27FC236}">
                <a16:creationId xmlns:a16="http://schemas.microsoft.com/office/drawing/2014/main" id="{62E83CD9-5F97-4E3D-A0E5-153A63B3022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义仓的功能及影响是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469791296"/>
      </p:ext>
    </p:extLst>
  </p:cSld>
  <p:transition advClick="0"/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53309-9C38-40B4-8B05-D59660A6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84">
            <a:extLst xmlns:a="http://schemas.openxmlformats.org/drawingml/2006/main">
              <a:ext uri="{FF2B5EF4-FFF2-40B4-BE49-F238E27FC236}">
                <a16:creationId xmlns:a16="http://schemas.microsoft.com/office/drawing/2014/main" id="{C802A28B-AEDC-48FD-954E-890C034AC85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85">
            <a:extLst xmlns:a="http://schemas.openxmlformats.org/drawingml/2006/main">
              <a:ext uri="{FF2B5EF4-FFF2-40B4-BE49-F238E27FC236}">
                <a16:creationId xmlns:a16="http://schemas.microsoft.com/office/drawing/2014/main" id="{85BC321D-E0BD-4698-98BE-AD132FF1F71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86">
            <a:extLst xmlns:a="http://schemas.openxmlformats.org/drawingml/2006/main">
              <a:ext uri="{FF2B5EF4-FFF2-40B4-BE49-F238E27FC236}">
                <a16:creationId xmlns:a16="http://schemas.microsoft.com/office/drawing/2014/main" id="{10F069E5-0ABD-42C9-BCC0-544519301AA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1A5D6B1-1C2C-418D-847E-59FC692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义仓的功能及影响是什么？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896F3AB-1925-481B-A0C5-5954301B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FBCBA3-5018-4A7F-BB07-92A79307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954DAA-9A3A-46C1-9C0E-DF92E03A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687">
            <a:extLst xmlns:a="http://schemas.openxmlformats.org/drawingml/2006/main">
              <a:ext uri="{FF2B5EF4-FFF2-40B4-BE49-F238E27FC236}">
                <a16:creationId xmlns:a16="http://schemas.microsoft.com/office/drawing/2014/main" id="{6BFB2BF7-6077-4CB8-9056-D28D9AC2785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688">
            <a:extLst xmlns:a="http://schemas.openxmlformats.org/drawingml/2006/main">
              <a:ext uri="{FF2B5EF4-FFF2-40B4-BE49-F238E27FC236}">
                <a16:creationId xmlns:a16="http://schemas.microsoft.com/office/drawing/2014/main" id="{C8B467A1-6737-498D-8DBF-1058BD0AD6C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0DE970C-E982-4206-A28D-361B6B85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功能：秋收后按收成缴纳粮食，饥荒时开仓赈灾。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影响：初期备荒救灾稳定社会，后期官办化、赋税化。</a:t>
            </a:r>
          </a:p>
        </p:txBody>
      </p:sp>
    </p:spTree>
    <p:extLst>
      <p:ext uri="{BB962C8B-B14F-4D97-AF65-F5344CB8AC3E}">
        <p14:creationId xmlns:p14="http://schemas.microsoft.com/office/powerpoint/2010/main" val="397762452"/>
      </p:ext>
    </p:extLst>
  </p:cSld>
  <p:transition advClick="0"/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DF088-7A15-4F32-B16A-6242C95B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89">
            <a:extLst xmlns:a="http://schemas.openxmlformats.org/drawingml/2006/main">
              <a:ext uri="{FF2B5EF4-FFF2-40B4-BE49-F238E27FC236}">
                <a16:creationId xmlns:a16="http://schemas.microsoft.com/office/drawing/2014/main" id="{488E2F8C-2AD3-41C1-AA61-1B4A84152B1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90">
            <a:extLst xmlns:a="http://schemas.openxmlformats.org/drawingml/2006/main">
              <a:ext uri="{FF2B5EF4-FFF2-40B4-BE49-F238E27FC236}">
                <a16:creationId xmlns:a16="http://schemas.microsoft.com/office/drawing/2014/main" id="{B622E2BA-502A-4B87-921F-1EB2FA062FA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91">
            <a:extLst xmlns:a="http://schemas.openxmlformats.org/drawingml/2006/main">
              <a:ext uri="{FF2B5EF4-FFF2-40B4-BE49-F238E27FC236}">
                <a16:creationId xmlns:a16="http://schemas.microsoft.com/office/drawing/2014/main" id="{DD709075-8E64-4C46-9E79-C6DED00E3D2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ADF404-0B0C-455E-813A-F2CBCA9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大运河：作用、联系与经济重心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D942CF8-8CF3-470D-B89F-B63C88E7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82FED4A-CD9E-4CDB-8058-15C0214E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4DF20F-BAA0-4CCF-BD7F-EDC9C13A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F1F520E-529E-4055-B8C3-D0319C77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修大运河或修路有什么政治、经济、文化作用？</a:t>
            </a:r>
          </a:p>
        </p:txBody>
      </p:sp>
      <p:sp>
        <p:nvSpPr>
          <p:cNvPr id="10" name="link-692">
            <a:extLst xmlns:a="http://schemas.openxmlformats.org/drawingml/2006/main">
              <a:ext uri="{FF2B5EF4-FFF2-40B4-BE49-F238E27FC236}">
                <a16:creationId xmlns:a16="http://schemas.microsoft.com/office/drawing/2014/main" id="{4D1F5690-A942-45D3-B70F-48B33BE7B81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693">
            <a:extLst xmlns:a="http://schemas.openxmlformats.org/drawingml/2006/main">
              <a:ext uri="{FF2B5EF4-FFF2-40B4-BE49-F238E27FC236}">
                <a16:creationId xmlns:a16="http://schemas.microsoft.com/office/drawing/2014/main" id="{A6D96D09-43B7-49CA-8942-5084CE42C71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修大运河或修路有什么政治、经济、文化作用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871370695"/>
      </p:ext>
    </p:extLst>
  </p:cSld>
  <p:transition advClick="0"/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A58A1-302E-42D6-918B-D3A7D940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94">
            <a:extLst xmlns:a="http://schemas.openxmlformats.org/drawingml/2006/main">
              <a:ext uri="{FF2B5EF4-FFF2-40B4-BE49-F238E27FC236}">
                <a16:creationId xmlns:a16="http://schemas.microsoft.com/office/drawing/2014/main" id="{4E5854A9-3C90-419D-BFBC-B6690ADA150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95">
            <a:extLst xmlns:a="http://schemas.openxmlformats.org/drawingml/2006/main">
              <a:ext uri="{FF2B5EF4-FFF2-40B4-BE49-F238E27FC236}">
                <a16:creationId xmlns:a16="http://schemas.microsoft.com/office/drawing/2014/main" id="{C3138EC1-5E6B-49CD-8319-19033ADB879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96">
            <a:extLst xmlns:a="http://schemas.openxmlformats.org/drawingml/2006/main">
              <a:ext uri="{FF2B5EF4-FFF2-40B4-BE49-F238E27FC236}">
                <a16:creationId xmlns:a16="http://schemas.microsoft.com/office/drawing/2014/main" id="{D702A2E6-898B-45C5-B904-C8A61530592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679456A-39E7-43EF-A742-5AB08477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修大运河或修路有什么政治、经济、文化作用？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D47225-CEAB-484F-9344-6984CED5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D38DB9-61FF-44B8-9C2A-F49C7641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0FEBC78-E02E-4553-8EB4-8FC4AEA0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697">
            <a:extLst xmlns:a="http://schemas.openxmlformats.org/drawingml/2006/main">
              <a:ext uri="{FF2B5EF4-FFF2-40B4-BE49-F238E27FC236}">
                <a16:creationId xmlns:a16="http://schemas.microsoft.com/office/drawing/2014/main" id="{22F4FEB8-FD12-41BD-8315-4F567B7E67F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698">
            <a:extLst xmlns:a="http://schemas.openxmlformats.org/drawingml/2006/main">
              <a:ext uri="{FF2B5EF4-FFF2-40B4-BE49-F238E27FC236}">
                <a16:creationId xmlns:a16="http://schemas.microsoft.com/office/drawing/2014/main" id="{AB334ECF-FFD9-453F-9EDD-FEE80E7EFB5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修大运河或修路有什么政治、经济、文化作用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1264D2D-2DD9-4E1E-B803-519C0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巩固统一。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促进南北经济交流，带动运河沿岸城市发展。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有利于人员往来与南北文化交流。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674045599"/>
      </p:ext>
    </p:extLst>
  </p:cSld>
  <p:transition advClick="0"/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85DB0-A8A7-4EBC-AB31-6B06BEA1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99">
            <a:extLst xmlns:a="http://schemas.openxmlformats.org/drawingml/2006/main">
              <a:ext uri="{FF2B5EF4-FFF2-40B4-BE49-F238E27FC236}">
                <a16:creationId xmlns:a16="http://schemas.microsoft.com/office/drawing/2014/main" id="{854697F5-7C3B-45CD-B95D-531B3A97804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00">
            <a:extLst xmlns:a="http://schemas.openxmlformats.org/drawingml/2006/main">
              <a:ext uri="{FF2B5EF4-FFF2-40B4-BE49-F238E27FC236}">
                <a16:creationId xmlns:a16="http://schemas.microsoft.com/office/drawing/2014/main" id="{4CEDC234-6CAC-4887-B9C9-12286606CE6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01">
            <a:extLst xmlns:a="http://schemas.openxmlformats.org/drawingml/2006/main">
              <a:ext uri="{FF2B5EF4-FFF2-40B4-BE49-F238E27FC236}">
                <a16:creationId xmlns:a16="http://schemas.microsoft.com/office/drawing/2014/main" id="{E18AACAE-EB64-405A-8759-31313F35B06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45CB4E1-111E-498A-809E-DE602A94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修大运河或修路有什么政治、经济、文化作用？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CD1553-BCF9-400D-A375-52F7191D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51E151-745E-48E4-93FC-DA4031CC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75F2C4-2915-4F12-94EB-8D51B21E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02">
            <a:extLst xmlns:a="http://schemas.openxmlformats.org/drawingml/2006/main">
              <a:ext uri="{FF2B5EF4-FFF2-40B4-BE49-F238E27FC236}">
                <a16:creationId xmlns:a16="http://schemas.microsoft.com/office/drawing/2014/main" id="{4119A716-8F61-4867-8459-24C74FC8E72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03">
            <a:extLst xmlns:a="http://schemas.openxmlformats.org/drawingml/2006/main">
              <a:ext uri="{FF2B5EF4-FFF2-40B4-BE49-F238E27FC236}">
                <a16:creationId xmlns:a16="http://schemas.microsoft.com/office/drawing/2014/main" id="{55A7FD8D-252C-40BF-8C56-8344515F387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下一题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D0502C3-24E3-4E94-A0D7-F946D261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运河作为水路，解决南北交通和物资转输问题。迁移到“修路作用”题时，按政治、经济、文化组织分析，但须结合具体材料选择角度，不能把三点机械套用于所有交通工程。</a:t>
            </a:r>
          </a:p>
        </p:txBody>
      </p:sp>
    </p:spTree>
    <p:extLst>
      <p:ext uri="{BB962C8B-B14F-4D97-AF65-F5344CB8AC3E}">
        <p14:creationId xmlns:p14="http://schemas.microsoft.com/office/powerpoint/2010/main" val="1558797877"/>
      </p:ext>
    </p:extLst>
  </p:cSld>
  <p:transition advClick="0"/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FA435-3A78-4078-93B1-A21E6F21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04">
            <a:extLst xmlns:a="http://schemas.openxmlformats.org/drawingml/2006/main">
              <a:ext uri="{FF2B5EF4-FFF2-40B4-BE49-F238E27FC236}">
                <a16:creationId xmlns:a16="http://schemas.microsoft.com/office/drawing/2014/main" id="{8BF2B63C-3153-47C2-9718-A42F4A8BA11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05">
            <a:extLst xmlns:a="http://schemas.openxmlformats.org/drawingml/2006/main">
              <a:ext uri="{FF2B5EF4-FFF2-40B4-BE49-F238E27FC236}">
                <a16:creationId xmlns:a16="http://schemas.microsoft.com/office/drawing/2014/main" id="{2921DCC6-6103-49C9-95DF-62DCAA37971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06">
            <a:extLst xmlns:a="http://schemas.openxmlformats.org/drawingml/2006/main">
              <a:ext uri="{FF2B5EF4-FFF2-40B4-BE49-F238E27FC236}">
                <a16:creationId xmlns:a16="http://schemas.microsoft.com/office/drawing/2014/main" id="{6956F5FE-AA4F-4405-A2A9-3FDC2071AC1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084C8D-1FA8-4017-A38E-38C556CC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大运河：作用、联系与经济重心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C037CB9-1DB1-4A45-BEB6-5FF6312C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2/3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15DABF-A5E6-45A7-84BC-D958C5AB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BBEE68-27E8-4BD3-B44C-8791012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C30B1B-4B95-49A7-8DE2-F44A7884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仓库、洛阳与运河为什么一起建设，怎样联系？</a:t>
            </a:r>
          </a:p>
        </p:txBody>
      </p:sp>
      <p:sp>
        <p:nvSpPr>
          <p:cNvPr id="10" name="link-707">
            <a:extLst xmlns:a="http://schemas.openxmlformats.org/drawingml/2006/main">
              <a:ext uri="{FF2B5EF4-FFF2-40B4-BE49-F238E27FC236}">
                <a16:creationId xmlns:a16="http://schemas.microsoft.com/office/drawing/2014/main" id="{BFB3174F-5F48-48D9-9D86-48AE4E88773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08">
            <a:extLst xmlns:a="http://schemas.openxmlformats.org/drawingml/2006/main">
              <a:ext uri="{FF2B5EF4-FFF2-40B4-BE49-F238E27FC236}">
                <a16:creationId xmlns:a16="http://schemas.microsoft.com/office/drawing/2014/main" id="{14D3DB9D-7C37-40E7-8667-2C15C0A7021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2" name="link-709">
            <a:extLst xmlns:a="http://schemas.openxmlformats.org/drawingml/2006/main">
              <a:ext uri="{FF2B5EF4-FFF2-40B4-BE49-F238E27FC236}">
                <a16:creationId xmlns:a16="http://schemas.microsoft.com/office/drawing/2014/main" id="{C438BBA0-605B-4FFA-A561-B121E6AD1058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仓库、洛阳与运河为什么一起建设，怎样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775985076"/>
      </p:ext>
    </p:extLst>
  </p:cSld>
  <p:transition advClick="0"/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77B70-97EA-42AB-9ECE-8B543903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10">
            <a:extLst xmlns:a="http://schemas.openxmlformats.org/drawingml/2006/main">
              <a:ext uri="{FF2B5EF4-FFF2-40B4-BE49-F238E27FC236}">
                <a16:creationId xmlns:a16="http://schemas.microsoft.com/office/drawing/2014/main" id="{6A61EFCE-9192-44F3-8C1D-A9ED20052C8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11">
            <a:extLst xmlns:a="http://schemas.openxmlformats.org/drawingml/2006/main">
              <a:ext uri="{FF2B5EF4-FFF2-40B4-BE49-F238E27FC236}">
                <a16:creationId xmlns:a16="http://schemas.microsoft.com/office/drawing/2014/main" id="{32928100-3771-48E6-94E1-3C5658AF0B8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12">
            <a:extLst xmlns:a="http://schemas.openxmlformats.org/drawingml/2006/main">
              <a:ext uri="{FF2B5EF4-FFF2-40B4-BE49-F238E27FC236}">
                <a16:creationId xmlns:a16="http://schemas.microsoft.com/office/drawing/2014/main" id="{A7C706D8-5401-4F18-A32F-4B204A23D93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1C43AC-635F-404E-A82A-E1071AB3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仓库、洛阳与运河为什么一起建设，怎样联系？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ACA9DEA-2F73-4547-B67B-A19FA842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2/3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968AE76-B332-4D3A-A076-7200AADE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08FA15-A8C7-440F-8D9F-B83EFEF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13">
            <a:extLst xmlns:a="http://schemas.openxmlformats.org/drawingml/2006/main">
              <a:ext uri="{FF2B5EF4-FFF2-40B4-BE49-F238E27FC236}">
                <a16:creationId xmlns:a16="http://schemas.microsoft.com/office/drawing/2014/main" id="{97580F11-1649-4827-927D-A4DEEE3D7F8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14">
            <a:extLst xmlns:a="http://schemas.openxmlformats.org/drawingml/2006/main">
              <a:ext uri="{FF2B5EF4-FFF2-40B4-BE49-F238E27FC236}">
                <a16:creationId xmlns:a16="http://schemas.microsoft.com/office/drawing/2014/main" id="{35E00738-1173-4E8E-A821-BFF0023F4CA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1" name="link-715">
            <a:extLst xmlns:a="http://schemas.openxmlformats.org/drawingml/2006/main">
              <a:ext uri="{FF2B5EF4-FFF2-40B4-BE49-F238E27FC236}">
                <a16:creationId xmlns:a16="http://schemas.microsoft.com/office/drawing/2014/main" id="{30E634DC-524C-4353-B41A-C4B2A3BE069D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CC78E5-CD08-4B25-BE4A-0F87B5F3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大运河连接经济与政治军事中心。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0EFF1-4EE0-4FF2-AE4B-07F3C6FBB4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60ecda7614aa9"/>
          <a:stretch xmlns:a="http://schemas.openxmlformats.org/drawingml/2006/main"/>
        </p:blipFill>
        <p:spPr>
          <a:xfrm xmlns:a="http://schemas.openxmlformats.org/drawingml/2006/main">
            <a:off x="6937218" y="1666875"/>
            <a:ext cx="4413564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3460"/>
      </p:ext>
    </p:extLst>
  </p:cSld>
  <p:transition advClick="0"/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87B63-68A7-4020-B439-2E545EED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16">
            <a:extLst xmlns:a="http://schemas.openxmlformats.org/drawingml/2006/main">
              <a:ext uri="{FF2B5EF4-FFF2-40B4-BE49-F238E27FC236}">
                <a16:creationId xmlns:a16="http://schemas.microsoft.com/office/drawing/2014/main" id="{67229B4C-F985-47D0-903E-C96D15409A7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17">
            <a:extLst xmlns:a="http://schemas.openxmlformats.org/drawingml/2006/main">
              <a:ext uri="{FF2B5EF4-FFF2-40B4-BE49-F238E27FC236}">
                <a16:creationId xmlns:a16="http://schemas.microsoft.com/office/drawing/2014/main" id="{AAB5D251-52B9-4188-A6B2-FBD0C740D78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18">
            <a:extLst xmlns:a="http://schemas.openxmlformats.org/drawingml/2006/main">
              <a:ext uri="{FF2B5EF4-FFF2-40B4-BE49-F238E27FC236}">
                <a16:creationId xmlns:a16="http://schemas.microsoft.com/office/drawing/2014/main" id="{18816F2D-8397-482F-89B9-BBCC92D6481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BF7C182-F550-4498-8E6A-34A6FE8F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大运河：作用、联系与经济重心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0F8F6CD-275F-4B54-BD60-D4062068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3/3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A3518BD-228F-4A4C-BC26-572500E1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B4F3787-2395-40C0-A754-9E2FD51E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D3E5237-3658-4306-882E-BC259538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经济重心南移经历了哪些阶段？</a:t>
            </a:r>
          </a:p>
        </p:txBody>
      </p:sp>
      <p:sp>
        <p:nvSpPr>
          <p:cNvPr id="10" name="link-719">
            <a:extLst xmlns:a="http://schemas.openxmlformats.org/drawingml/2006/main">
              <a:ext uri="{FF2B5EF4-FFF2-40B4-BE49-F238E27FC236}">
                <a16:creationId xmlns:a16="http://schemas.microsoft.com/office/drawing/2014/main" id="{E942DF03-A123-4046-9040-441F7350A0F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20">
            <a:extLst xmlns:a="http://schemas.openxmlformats.org/drawingml/2006/main">
              <a:ext uri="{FF2B5EF4-FFF2-40B4-BE49-F238E27FC236}">
                <a16:creationId xmlns:a16="http://schemas.microsoft.com/office/drawing/2014/main" id="{DB3D74A7-8BF7-414B-B319-2DCD4B11832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2" name="link-721">
            <a:extLst xmlns:a="http://schemas.openxmlformats.org/drawingml/2006/main">
              <a:ext uri="{FF2B5EF4-FFF2-40B4-BE49-F238E27FC236}">
                <a16:creationId xmlns:a16="http://schemas.microsoft.com/office/drawing/2014/main" id="{F316C9EC-B9C4-4A31-AE58-AFFA968A1FAC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经济重心南移经历了哪些阶段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649486776"/>
      </p:ext>
    </p:extLst>
  </p:cSld>
  <p:transition advClick="0"/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8C72A-2639-4CEE-A9E9-E1666498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22">
            <a:extLst xmlns:a="http://schemas.openxmlformats.org/drawingml/2006/main">
              <a:ext uri="{FF2B5EF4-FFF2-40B4-BE49-F238E27FC236}">
                <a16:creationId xmlns:a16="http://schemas.microsoft.com/office/drawing/2014/main" id="{CCC84080-2ED0-46AE-915F-1B72A428D40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23">
            <a:extLst xmlns:a="http://schemas.openxmlformats.org/drawingml/2006/main">
              <a:ext uri="{FF2B5EF4-FFF2-40B4-BE49-F238E27FC236}">
                <a16:creationId xmlns:a16="http://schemas.microsoft.com/office/drawing/2014/main" id="{D9E9B963-6E89-4F3A-811E-BB484FC9389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24">
            <a:extLst xmlns:a="http://schemas.openxmlformats.org/drawingml/2006/main">
              <a:ext uri="{FF2B5EF4-FFF2-40B4-BE49-F238E27FC236}">
                <a16:creationId xmlns:a16="http://schemas.microsoft.com/office/drawing/2014/main" id="{220E44EE-29F1-4B99-9657-036855A2845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BDA7A96-2F3C-4D90-A454-6AF397B1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经济重心南移经历了哪些阶段？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FB99F2-91CD-43E3-AB3F-97419D78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3/3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F56F45E-4397-431B-8D58-2F36BEC8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A01FFC-B3E4-4246-AA84-763566D3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25">
            <a:extLst xmlns:a="http://schemas.openxmlformats.org/drawingml/2006/main">
              <a:ext uri="{FF2B5EF4-FFF2-40B4-BE49-F238E27FC236}">
                <a16:creationId xmlns:a16="http://schemas.microsoft.com/office/drawing/2014/main" id="{EC87706B-7437-4858-9CC9-CA376E7B2ED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26">
            <a:extLst xmlns:a="http://schemas.openxmlformats.org/drawingml/2006/main">
              <a:ext uri="{FF2B5EF4-FFF2-40B4-BE49-F238E27FC236}">
                <a16:creationId xmlns:a16="http://schemas.microsoft.com/office/drawing/2014/main" id="{D37042B7-790E-48A7-A350-47349C933D9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大运河：作用、联系与经济重心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1" name="link-727">
            <a:extLst xmlns:a="http://schemas.openxmlformats.org/drawingml/2006/main">
              <a:ext uri="{FF2B5EF4-FFF2-40B4-BE49-F238E27FC236}">
                <a16:creationId xmlns:a16="http://schemas.microsoft.com/office/drawing/2014/main" id="{E6EE6618-521A-40F0-ABF6-FD78F6B8C0DA}"/>
              </a:ext>
            </a:extLst>
            <ns10:hlinkClick xmlns:ns10="http://schemas.openxmlformats.org/drawingml/2006/main" xmlns:ns11="http://schemas.openxmlformats.org/officeDocument/2006/relationships" ns11:id="rIdNav5" action="ppaction://hlinksldjump" tooltip="仓储、两都与大运河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B370698-8714-4DF3-83BA-70CD8474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魏晋以前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经济重心主要在北方。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魏晋南北朝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江南逐步开发，南北经济差距缩小。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南方经济进一步发展，经济重心逐渐南移。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靖康之变后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南方经济地位进一步提升，至南宋时期经济重心南移完成。</a:t>
            </a:r>
          </a:p>
        </p:txBody>
      </p:sp>
    </p:spTree>
    <p:extLst>
      <p:ext uri="{BB962C8B-B14F-4D97-AF65-F5344CB8AC3E}">
        <p14:creationId xmlns:p14="http://schemas.microsoft.com/office/powerpoint/2010/main" val="1077112420"/>
      </p:ext>
    </p:extLst>
  </p:cSld>
  <p:transition advClick="0"/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5DE95-E4F2-4DE0-ACC1-FBFFAF9E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28">
            <a:extLst xmlns:a="http://schemas.openxmlformats.org/drawingml/2006/main">
              <a:ext uri="{FF2B5EF4-FFF2-40B4-BE49-F238E27FC236}">
                <a16:creationId xmlns:a16="http://schemas.microsoft.com/office/drawing/2014/main" id="{B28AF63B-940A-4C89-978E-B80AD22BD93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29">
            <a:extLst xmlns:a="http://schemas.openxmlformats.org/drawingml/2006/main">
              <a:ext uri="{FF2B5EF4-FFF2-40B4-BE49-F238E27FC236}">
                <a16:creationId xmlns:a16="http://schemas.microsoft.com/office/drawing/2014/main" id="{5BE62682-F409-4924-AEB3-B2B4035EF31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30">
            <a:extLst xmlns:a="http://schemas.openxmlformats.org/drawingml/2006/main">
              <a:ext uri="{FF2B5EF4-FFF2-40B4-BE49-F238E27FC236}">
                <a16:creationId xmlns:a16="http://schemas.microsoft.com/office/drawing/2014/main" id="{0F2C2ED0-838C-4D1C-B607-25AAA511B9D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21B08A-4E1E-4896-A023-105CDE20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C46C1AE-BA4B-46A5-ACED-362B4A8F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8A804D3-9EDD-4657-BD87-B757EAB9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A7AF84-10A0-49AE-8EE8-785A9001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397026-7338-4CB2-8696-4839FF30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10" name="link-731">
            <a:extLst xmlns:a="http://schemas.openxmlformats.org/drawingml/2006/main">
              <a:ext uri="{FF2B5EF4-FFF2-40B4-BE49-F238E27FC236}">
                <a16:creationId xmlns:a16="http://schemas.microsoft.com/office/drawing/2014/main" id="{83B33016-3A42-4478-BA6C-380D398BC2F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32">
            <a:extLst xmlns:a="http://schemas.openxmlformats.org/drawingml/2006/main">
              <a:ext uri="{FF2B5EF4-FFF2-40B4-BE49-F238E27FC236}">
                <a16:creationId xmlns:a16="http://schemas.microsoft.com/office/drawing/2014/main" id="{5A519EC4-4CF2-417F-A3FC-1A333753FFD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626896772"/>
      </p:ext>
    </p:extLst>
  </p:cSld>
  <p:transition advClick="0"/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98993-4C2A-4B64-BD77-7B64E70A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33">
            <a:extLst xmlns:a="http://schemas.openxmlformats.org/drawingml/2006/main">
              <a:ext uri="{FF2B5EF4-FFF2-40B4-BE49-F238E27FC236}">
                <a16:creationId xmlns:a16="http://schemas.microsoft.com/office/drawing/2014/main" id="{9670C72B-6D56-4209-9E10-DB1784CA355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34">
            <a:extLst xmlns:a="http://schemas.openxmlformats.org/drawingml/2006/main">
              <a:ext uri="{FF2B5EF4-FFF2-40B4-BE49-F238E27FC236}">
                <a16:creationId xmlns:a16="http://schemas.microsoft.com/office/drawing/2014/main" id="{B253BA51-B9B4-4EB8-AD31-C308E847F2C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35">
            <a:extLst xmlns:a="http://schemas.openxmlformats.org/drawingml/2006/main">
              <a:ext uri="{FF2B5EF4-FFF2-40B4-BE49-F238E27FC236}">
                <a16:creationId xmlns:a16="http://schemas.microsoft.com/office/drawing/2014/main" id="{EF373322-AE8A-4CD4-8E90-4307F91ABC2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88A56E6-C759-4E3B-A3A7-03304F64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E1CC2E-B40A-40C1-A27D-3629EE6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7177248-A7D7-435B-8B44-355A1227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63F8B6-DC3B-4175-860F-08D33034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36">
            <a:extLst xmlns:a="http://schemas.openxmlformats.org/drawingml/2006/main">
              <a:ext uri="{FF2B5EF4-FFF2-40B4-BE49-F238E27FC236}">
                <a16:creationId xmlns:a16="http://schemas.microsoft.com/office/drawing/2014/main" id="{59EBDA34-01E6-4D21-8E47-3173A7F9241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37">
            <a:extLst xmlns:a="http://schemas.openxmlformats.org/drawingml/2006/main">
              <a:ext uri="{FF2B5EF4-FFF2-40B4-BE49-F238E27FC236}">
                <a16:creationId xmlns:a16="http://schemas.microsoft.com/office/drawing/2014/main" id="{6444155A-FD7F-4364-8F4A-9378277E4AD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CD735D3-84AE-4D2D-9954-257E8552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结束了长期分裂的局面，实现了全国的统一。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发展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都修建了举世闻名的工程，都制定了许多影响深远的制度。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灭亡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统治时间短，都因为暴政二世而亡。</a:t>
            </a:r>
          </a:p>
        </p:txBody>
      </p:sp>
    </p:spTree>
    <p:extLst>
      <p:ext uri="{BB962C8B-B14F-4D97-AF65-F5344CB8AC3E}">
        <p14:creationId xmlns:p14="http://schemas.microsoft.com/office/powerpoint/2010/main" val="1472109806"/>
      </p:ext>
    </p:extLst>
  </p:cSld>
  <p:transition advClick="0"/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718C4-1009-49F2-9A49-F3F0DF27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38">
            <a:extLst xmlns:a="http://schemas.openxmlformats.org/drawingml/2006/main">
              <a:ext uri="{FF2B5EF4-FFF2-40B4-BE49-F238E27FC236}">
                <a16:creationId xmlns:a16="http://schemas.microsoft.com/office/drawing/2014/main" id="{2DF14356-F850-4DFE-9323-6E21FCDA3E1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39">
            <a:extLst xmlns:a="http://schemas.openxmlformats.org/drawingml/2006/main">
              <a:ext uri="{FF2B5EF4-FFF2-40B4-BE49-F238E27FC236}">
                <a16:creationId xmlns:a16="http://schemas.microsoft.com/office/drawing/2014/main" id="{B30429CD-AB70-4212-8EBB-D39038C7AF5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40">
            <a:extLst xmlns:a="http://schemas.openxmlformats.org/drawingml/2006/main">
              <a:ext uri="{FF2B5EF4-FFF2-40B4-BE49-F238E27FC236}">
                <a16:creationId xmlns:a16="http://schemas.microsoft.com/office/drawing/2014/main" id="{4E73F027-2388-4DE9-8C70-A34B92CD02D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57E6192-869A-46FE-BD22-F4F9DC97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6FFCD7-1BD3-49BB-A76C-E74FBDBB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80B064-2B85-4FF0-AB60-B51D4C83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478333-40FA-4228-A2DF-EFE475B1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9B72C9-DBAA-4EC3-A232-96A45C55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10" name="link-741">
            <a:extLst xmlns:a="http://schemas.openxmlformats.org/drawingml/2006/main">
              <a:ext uri="{FF2B5EF4-FFF2-40B4-BE49-F238E27FC236}">
                <a16:creationId xmlns:a16="http://schemas.microsoft.com/office/drawing/2014/main" id="{C7BB9662-7EAC-43FE-A18B-6CF05BBD178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42">
            <a:extLst xmlns:a="http://schemas.openxmlformats.org/drawingml/2006/main">
              <a:ext uri="{FF2B5EF4-FFF2-40B4-BE49-F238E27FC236}">
                <a16:creationId xmlns:a16="http://schemas.microsoft.com/office/drawing/2014/main" id="{4F608EDF-CF9A-4CEB-8644-3687DE2C836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990719000"/>
      </p:ext>
    </p:extLst>
  </p:cSld>
  <p:transition advClick="0"/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B6509-09A0-4E82-BF66-D186013E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43">
            <a:extLst xmlns:a="http://schemas.openxmlformats.org/drawingml/2006/main">
              <a:ext uri="{FF2B5EF4-FFF2-40B4-BE49-F238E27FC236}">
                <a16:creationId xmlns:a16="http://schemas.microsoft.com/office/drawing/2014/main" id="{1D2FBEE2-03B2-4CD3-8500-A53F9A6C1EE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44">
            <a:extLst xmlns:a="http://schemas.openxmlformats.org/drawingml/2006/main">
              <a:ext uri="{FF2B5EF4-FFF2-40B4-BE49-F238E27FC236}">
                <a16:creationId xmlns:a16="http://schemas.microsoft.com/office/drawing/2014/main" id="{6BA62EA9-EDCF-4498-918D-3768E6D2EE6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45">
            <a:extLst xmlns:a="http://schemas.openxmlformats.org/drawingml/2006/main">
              <a:ext uri="{FF2B5EF4-FFF2-40B4-BE49-F238E27FC236}">
                <a16:creationId xmlns:a16="http://schemas.microsoft.com/office/drawing/2014/main" id="{FD1E2E61-6031-4526-A9B4-68B44C3E00E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FC0804-43BF-4516-865F-AA2672FD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F5FEE8E-7012-4483-AA3C-5E65A03E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921F72E-497B-4C36-B42B-FBD5BB92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00DEF06-4F8E-40E8-A4A2-D6D3CDE5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46">
            <a:extLst xmlns:a="http://schemas.openxmlformats.org/drawingml/2006/main">
              <a:ext uri="{FF2B5EF4-FFF2-40B4-BE49-F238E27FC236}">
                <a16:creationId xmlns:a16="http://schemas.microsoft.com/office/drawing/2014/main" id="{4B176F2A-E9F4-468C-A388-2410C8D2B00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47">
            <a:extLst xmlns:a="http://schemas.openxmlformats.org/drawingml/2006/main">
              <a:ext uri="{FF2B5EF4-FFF2-40B4-BE49-F238E27FC236}">
                <a16:creationId xmlns:a16="http://schemas.microsoft.com/office/drawing/2014/main" id="{FC4CB8BC-1DC5-4C9C-A15A-7BEBD35157B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68C2C2F-B76E-44E0-820A-EE5620DE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利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连接了经济中心与政治中心。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连接南北，加强中央集权，加强了对地方的控制。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弊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滥用民力。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破坏农业。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激化了阶级矛盾。</a:t>
            </a:r>
          </a:p>
        </p:txBody>
      </p:sp>
    </p:spTree>
    <p:extLst>
      <p:ext uri="{BB962C8B-B14F-4D97-AF65-F5344CB8AC3E}">
        <p14:creationId xmlns:p14="http://schemas.microsoft.com/office/powerpoint/2010/main" val="158663371"/>
      </p:ext>
    </p:extLst>
  </p:cSld>
  <p:transition advClick="0"/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B89E5-397A-4ED1-B432-AA3D691A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48">
            <a:extLst xmlns:a="http://schemas.openxmlformats.org/drawingml/2006/main">
              <a:ext uri="{FF2B5EF4-FFF2-40B4-BE49-F238E27FC236}">
                <a16:creationId xmlns:a16="http://schemas.microsoft.com/office/drawing/2014/main" id="{4284D3E2-6E69-4823-BD6B-4F3C7942DC8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49">
            <a:extLst xmlns:a="http://schemas.openxmlformats.org/drawingml/2006/main">
              <a:ext uri="{FF2B5EF4-FFF2-40B4-BE49-F238E27FC236}">
                <a16:creationId xmlns:a16="http://schemas.microsoft.com/office/drawing/2014/main" id="{A8E8F0A7-74F7-4957-9C5F-FCCC41242E6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50">
            <a:extLst xmlns:a="http://schemas.openxmlformats.org/drawingml/2006/main">
              <a:ext uri="{FF2B5EF4-FFF2-40B4-BE49-F238E27FC236}">
                <a16:creationId xmlns:a16="http://schemas.microsoft.com/office/drawing/2014/main" id="{1F932939-4DBC-4EF0-8725-935AF22BEB3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5024BD6-4269-483A-880E-42298383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2899DA-1FD5-41B8-9915-C8233D8B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DD94D6B-909D-4512-978B-7C6BDA3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5A7B374-7AB9-4AEF-9A2B-DC31C15A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4D1943-7A2A-4B7E-90DA-EF34CABA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10" name="link-751">
            <a:extLst xmlns:a="http://schemas.openxmlformats.org/drawingml/2006/main">
              <a:ext uri="{FF2B5EF4-FFF2-40B4-BE49-F238E27FC236}">
                <a16:creationId xmlns:a16="http://schemas.microsoft.com/office/drawing/2014/main" id="{6A1689A6-D84F-4ADA-8359-0517200BF36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52">
            <a:extLst xmlns:a="http://schemas.openxmlformats.org/drawingml/2006/main">
              <a:ext uri="{FF2B5EF4-FFF2-40B4-BE49-F238E27FC236}">
                <a16:creationId xmlns:a16="http://schemas.microsoft.com/office/drawing/2014/main" id="{B1B8C9E4-D689-4AEE-98EF-44733718011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秦和隋朝的相似之处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343497291"/>
      </p:ext>
    </p:extLst>
  </p:cSld>
  <p:transition advClick="0"/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58DE6-7442-4FFB-BAD2-32572405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53">
            <a:extLst xmlns:a="http://schemas.openxmlformats.org/drawingml/2006/main">
              <a:ext uri="{FF2B5EF4-FFF2-40B4-BE49-F238E27FC236}">
                <a16:creationId xmlns:a16="http://schemas.microsoft.com/office/drawing/2014/main" id="{21B599FC-13AE-4E46-9570-5A59496DA83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54">
            <a:extLst xmlns:a="http://schemas.openxmlformats.org/drawingml/2006/main">
              <a:ext uri="{FF2B5EF4-FFF2-40B4-BE49-F238E27FC236}">
                <a16:creationId xmlns:a16="http://schemas.microsoft.com/office/drawing/2014/main" id="{84EEDBFC-7154-429B-AD50-A152D8794B9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55">
            <a:extLst xmlns:a="http://schemas.openxmlformats.org/drawingml/2006/main">
              <a:ext uri="{FF2B5EF4-FFF2-40B4-BE49-F238E27FC236}">
                <a16:creationId xmlns:a16="http://schemas.microsoft.com/office/drawing/2014/main" id="{2A0D76D4-93F1-415E-AD36-D4B16F77A39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24741E-2596-4F8A-98FC-DDD60E48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6722E2-F17E-4225-A83B-7B38A777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02551D3-800B-4927-A9BA-F3B137C6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EB39476-0412-42EE-A1BF-BB811E72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56">
            <a:extLst xmlns:a="http://schemas.openxmlformats.org/drawingml/2006/main">
              <a:ext uri="{FF2B5EF4-FFF2-40B4-BE49-F238E27FC236}">
                <a16:creationId xmlns:a16="http://schemas.microsoft.com/office/drawing/2014/main" id="{D91537A6-C1B5-458B-B725-A608FFEE3357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57">
            <a:extLst xmlns:a="http://schemas.openxmlformats.org/drawingml/2006/main">
              <a:ext uri="{FF2B5EF4-FFF2-40B4-BE49-F238E27FC236}">
                <a16:creationId xmlns:a16="http://schemas.microsoft.com/office/drawing/2014/main" id="{7BABAE0E-76DA-4CE4-ACA9-6B56C443A37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8D2977F-D13F-4571-AE24-09A90312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结束了长期分裂的局面，实现了全国的统一。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发展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都修建了举世闻名的工程，都制定了许多影响深远的制度。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灭亡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统治时间短，都因为暴政二世而亡。</a:t>
            </a:r>
          </a:p>
        </p:txBody>
      </p:sp>
    </p:spTree>
    <p:extLst>
      <p:ext uri="{BB962C8B-B14F-4D97-AF65-F5344CB8AC3E}">
        <p14:creationId xmlns:p14="http://schemas.microsoft.com/office/powerpoint/2010/main" val="1226208679"/>
      </p:ext>
    </p:extLst>
  </p:cSld>
  <p:transition advClick="0"/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7EF45-EB94-4D66-9722-94EAF8AC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58">
            <a:extLst xmlns:a="http://schemas.openxmlformats.org/drawingml/2006/main">
              <a:ext uri="{FF2B5EF4-FFF2-40B4-BE49-F238E27FC236}">
                <a16:creationId xmlns:a16="http://schemas.microsoft.com/office/drawing/2014/main" id="{985E50FA-088F-462B-BFBC-EDA77BE5FD8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59">
            <a:extLst xmlns:a="http://schemas.openxmlformats.org/drawingml/2006/main">
              <a:ext uri="{FF2B5EF4-FFF2-40B4-BE49-F238E27FC236}">
                <a16:creationId xmlns:a16="http://schemas.microsoft.com/office/drawing/2014/main" id="{1B586CF5-6B59-434E-A281-EA513A56213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60">
            <a:extLst xmlns:a="http://schemas.openxmlformats.org/drawingml/2006/main">
              <a:ext uri="{FF2B5EF4-FFF2-40B4-BE49-F238E27FC236}">
                <a16:creationId xmlns:a16="http://schemas.microsoft.com/office/drawing/2014/main" id="{1C947590-8087-45EC-9F52-3BCBA971995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970BE4-74A7-4E3C-B92B-9D592ADF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02BC4D-EE46-4A50-AC85-A493BE8F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06C1B47-05B4-49CC-8E12-4EC5717D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591B159-F76A-4264-877D-ED5736D5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8F2739D-F642-404E-9444-D3B30708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10" name="link-761">
            <a:extLst xmlns:a="http://schemas.openxmlformats.org/drawingml/2006/main">
              <a:ext uri="{FF2B5EF4-FFF2-40B4-BE49-F238E27FC236}">
                <a16:creationId xmlns:a16="http://schemas.microsoft.com/office/drawing/2014/main" id="{AD57F6A9-934D-4490-BF49-AC327D2841F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62">
            <a:extLst xmlns:a="http://schemas.openxmlformats.org/drawingml/2006/main">
              <a:ext uri="{FF2B5EF4-FFF2-40B4-BE49-F238E27FC236}">
                <a16:creationId xmlns:a16="http://schemas.microsoft.com/office/drawing/2014/main" id="{76D04191-EAE0-4F34-A3DD-251D6C9E499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朝大运河的功过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529117573"/>
      </p:ext>
    </p:extLst>
  </p:cSld>
  <p:transition advClick="0"/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D676B-3650-474A-BEF7-3722A207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63">
            <a:extLst xmlns:a="http://schemas.openxmlformats.org/drawingml/2006/main">
              <a:ext uri="{FF2B5EF4-FFF2-40B4-BE49-F238E27FC236}">
                <a16:creationId xmlns:a16="http://schemas.microsoft.com/office/drawing/2014/main" id="{9C028112-8A5B-4799-B2C0-CCD1D58D290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64">
            <a:extLst xmlns:a="http://schemas.openxmlformats.org/drawingml/2006/main">
              <a:ext uri="{FF2B5EF4-FFF2-40B4-BE49-F238E27FC236}">
                <a16:creationId xmlns:a16="http://schemas.microsoft.com/office/drawing/2014/main" id="{6E280C02-B4CE-4D1B-A177-DD78031FE90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65">
            <a:extLst xmlns:a="http://schemas.openxmlformats.org/drawingml/2006/main">
              <a:ext uri="{FF2B5EF4-FFF2-40B4-BE49-F238E27FC236}">
                <a16:creationId xmlns:a16="http://schemas.microsoft.com/office/drawing/2014/main" id="{F3BE6896-FAF3-4949-BBFB-C1E094E1730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隋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E83B9D1-C573-477B-BB0C-736F4EEF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787CFA6-A331-49C1-8179-189E75E3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F4718AF-1AD9-4613-9B82-8A7A6993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A5614FF-76FF-43D8-A3C9-304EA79D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66">
            <a:extLst xmlns:a="http://schemas.openxmlformats.org/drawingml/2006/main">
              <a:ext uri="{FF2B5EF4-FFF2-40B4-BE49-F238E27FC236}">
                <a16:creationId xmlns:a16="http://schemas.microsoft.com/office/drawing/2014/main" id="{CDEA25E6-E081-47D6-BD5E-69A2816C060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67">
            <a:extLst xmlns:a="http://schemas.openxmlformats.org/drawingml/2006/main">
              <a:ext uri="{FF2B5EF4-FFF2-40B4-BE49-F238E27FC236}">
                <a16:creationId xmlns:a16="http://schemas.microsoft.com/office/drawing/2014/main" id="{A1994B1A-0AE1-465F-A268-9482C1D27C8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学思之窗：皮日休诗与提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8E89602-7129-42E1-ADC4-61971845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利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连接了经济中心与政治中心。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连接南北，加强中央集权，加强了对地方的控制。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弊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滥用民力。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破坏农业。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激化了阶级矛盾。</a:t>
            </a:r>
          </a:p>
        </p:txBody>
      </p:sp>
    </p:spTree>
    <p:extLst>
      <p:ext uri="{BB962C8B-B14F-4D97-AF65-F5344CB8AC3E}">
        <p14:creationId xmlns:p14="http://schemas.microsoft.com/office/powerpoint/2010/main" val="1978815301"/>
      </p:ext>
    </p:extLst>
  </p:cSld>
  <p:transition advClick="0"/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429EE-DB9A-4BCF-B9DE-24D764F9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68">
            <a:extLst xmlns:a="http://schemas.openxmlformats.org/drawingml/2006/main">
              <a:ext uri="{FF2B5EF4-FFF2-40B4-BE49-F238E27FC236}">
                <a16:creationId xmlns:a16="http://schemas.microsoft.com/office/drawing/2014/main" id="{2A101142-C6C7-4433-A887-16DF5F2414E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69">
            <a:extLst xmlns:a="http://schemas.openxmlformats.org/drawingml/2006/main">
              <a:ext uri="{FF2B5EF4-FFF2-40B4-BE49-F238E27FC236}">
                <a16:creationId xmlns:a16="http://schemas.microsoft.com/office/drawing/2014/main" id="{A2A039A6-A56A-47EE-8233-5B5114BFF9C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70">
            <a:extLst xmlns:a="http://schemas.openxmlformats.org/drawingml/2006/main">
              <a:ext uri="{FF2B5EF4-FFF2-40B4-BE49-F238E27FC236}">
                <a16:creationId xmlns:a16="http://schemas.microsoft.com/office/drawing/2014/main" id="{24578FA7-90E1-4A2D-85D5-33EB4D4B83B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75F076-54E4-4864-9411-04D5F181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53991F3-F839-4DD5-92E0-7F00F669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FC12F9-0BB0-4E7F-A23B-C5AF0562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2092177-C1EA-4518-8124-40A1E28A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30E8D67-2564-42D5-A66E-CC32BA83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771">
            <a:extLst xmlns:a="http://schemas.openxmlformats.org/drawingml/2006/main">
              <a:ext uri="{FF2B5EF4-FFF2-40B4-BE49-F238E27FC236}">
                <a16:creationId xmlns:a16="http://schemas.microsoft.com/office/drawing/2014/main" id="{C4184A14-5D07-4C89-80DA-9B6123021D27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72">
            <a:extLst xmlns:a="http://schemas.openxmlformats.org/drawingml/2006/main">
              <a:ext uri="{FF2B5EF4-FFF2-40B4-BE49-F238E27FC236}">
                <a16:creationId xmlns:a16="http://schemas.microsoft.com/office/drawing/2014/main" id="{BFCD7FB8-54A3-48A4-8C3B-9BA2C903E93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曲辕犁和唐三彩分别说明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746449291"/>
      </p:ext>
    </p:extLst>
  </p:cSld>
  <p:transition advClick="0"/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C56C3-4735-49FF-BE23-AC14F4CA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73">
            <a:extLst xmlns:a="http://schemas.openxmlformats.org/drawingml/2006/main">
              <a:ext uri="{FF2B5EF4-FFF2-40B4-BE49-F238E27FC236}">
                <a16:creationId xmlns:a16="http://schemas.microsoft.com/office/drawing/2014/main" id="{AD455BD4-FFDC-4074-AA64-83BAC22B78A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74">
            <a:extLst xmlns:a="http://schemas.openxmlformats.org/drawingml/2006/main">
              <a:ext uri="{FF2B5EF4-FFF2-40B4-BE49-F238E27FC236}">
                <a16:creationId xmlns:a16="http://schemas.microsoft.com/office/drawing/2014/main" id="{A637CD7D-8FA8-4D8B-9C40-219520E7D24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75">
            <a:extLst xmlns:a="http://schemas.openxmlformats.org/drawingml/2006/main">
              <a:ext uri="{FF2B5EF4-FFF2-40B4-BE49-F238E27FC236}">
                <a16:creationId xmlns:a16="http://schemas.microsoft.com/office/drawing/2014/main" id="{8A73E2B9-9772-4B3A-A198-51B9B503079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3461C31-5026-4279-B94E-6DD74632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8E6D22-A954-4F1D-9961-B474D7D9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893605-BAA0-4E11-AFF6-9A190382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FF32EB-FFF0-46AB-852D-76F30AE3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776">
            <a:extLst xmlns:a="http://schemas.openxmlformats.org/drawingml/2006/main">
              <a:ext uri="{FF2B5EF4-FFF2-40B4-BE49-F238E27FC236}">
                <a16:creationId xmlns:a16="http://schemas.microsoft.com/office/drawing/2014/main" id="{F25E3A79-8897-469A-B6EC-8E460AC20A6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77">
            <a:extLst xmlns:a="http://schemas.openxmlformats.org/drawingml/2006/main">
              <a:ext uri="{FF2B5EF4-FFF2-40B4-BE49-F238E27FC236}">
                <a16:creationId xmlns:a16="http://schemas.microsoft.com/office/drawing/2014/main" id="{BEE5653D-23CE-4E55-8798-B665AE773C0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3327966-4A12-48DD-8B01-8DB1617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612108539"/>
      </p:ext>
    </p:extLst>
  </p:cSld>
  <p:transition advClick="0"/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91DD2-1E79-4EF3-89E7-B1566F01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78">
            <a:extLst xmlns:a="http://schemas.openxmlformats.org/drawingml/2006/main">
              <a:ext uri="{FF2B5EF4-FFF2-40B4-BE49-F238E27FC236}">
                <a16:creationId xmlns:a16="http://schemas.microsoft.com/office/drawing/2014/main" id="{38EED8D2-0E2C-40AB-A639-2D3B06919B6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79">
            <a:extLst xmlns:a="http://schemas.openxmlformats.org/drawingml/2006/main">
              <a:ext uri="{FF2B5EF4-FFF2-40B4-BE49-F238E27FC236}">
                <a16:creationId xmlns:a16="http://schemas.microsoft.com/office/drawing/2014/main" id="{26DDDBB6-AEB8-4F44-B304-288A7C9EE44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80">
            <a:extLst xmlns:a="http://schemas.openxmlformats.org/drawingml/2006/main">
              <a:ext uri="{FF2B5EF4-FFF2-40B4-BE49-F238E27FC236}">
                <a16:creationId xmlns:a16="http://schemas.microsoft.com/office/drawing/2014/main" id="{F1553860-F6DD-403D-B1B2-3CCA02A14C2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710C41-B4A9-4552-98D7-1687D98E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B3F28C6-28A1-4436-8A86-80A2AEF9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A226B89-657C-4FBF-92E7-B0EE8AD0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DA9EB8F-1316-40D6-BE64-D73DCE65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C19171-EB65-41A8-86C9-B9381C15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781">
            <a:extLst xmlns:a="http://schemas.openxmlformats.org/drawingml/2006/main">
              <a:ext uri="{FF2B5EF4-FFF2-40B4-BE49-F238E27FC236}">
                <a16:creationId xmlns:a16="http://schemas.microsoft.com/office/drawing/2014/main" id="{2B4120E0-8567-48C4-986E-628BFC06A9D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82">
            <a:extLst xmlns:a="http://schemas.openxmlformats.org/drawingml/2006/main">
              <a:ext uri="{FF2B5EF4-FFF2-40B4-BE49-F238E27FC236}">
                <a16:creationId xmlns:a16="http://schemas.microsoft.com/office/drawing/2014/main" id="{9F1DABE9-017C-4737-BF00-A0AFC1FF495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827841394"/>
      </p:ext>
    </p:extLst>
  </p:cSld>
  <p:transition advClick="0"/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97584-CAD9-4443-B0AA-7BBA3D4C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83">
            <a:extLst xmlns:a="http://schemas.openxmlformats.org/drawingml/2006/main">
              <a:ext uri="{FF2B5EF4-FFF2-40B4-BE49-F238E27FC236}">
                <a16:creationId xmlns:a16="http://schemas.microsoft.com/office/drawing/2014/main" id="{C548FDA2-7141-4B30-AA9F-4F5F241F987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84">
            <a:extLst xmlns:a="http://schemas.openxmlformats.org/drawingml/2006/main">
              <a:ext uri="{FF2B5EF4-FFF2-40B4-BE49-F238E27FC236}">
                <a16:creationId xmlns:a16="http://schemas.microsoft.com/office/drawing/2014/main" id="{909E06B8-DADE-4C55-8676-3B5DFCE6DC8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85">
            <a:extLst xmlns:a="http://schemas.openxmlformats.org/drawingml/2006/main">
              <a:ext uri="{FF2B5EF4-FFF2-40B4-BE49-F238E27FC236}">
                <a16:creationId xmlns:a16="http://schemas.microsoft.com/office/drawing/2014/main" id="{0D202315-37E7-4379-BD53-8DE6A6A7611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C57ACE-4B71-428B-BC38-A7F4E5F2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6CCBFC9-CE55-4114-8D9A-E7AD1ED1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B312F45-DC04-4AE4-97A6-FA43150E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6781F6-963E-40A5-9E73-318CCC3C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786">
            <a:extLst xmlns:a="http://schemas.openxmlformats.org/drawingml/2006/main">
              <a:ext uri="{FF2B5EF4-FFF2-40B4-BE49-F238E27FC236}">
                <a16:creationId xmlns:a16="http://schemas.microsoft.com/office/drawing/2014/main" id="{6C7EA831-BC37-45F6-8FB6-3FF7F86ECCF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87">
            <a:extLst xmlns:a="http://schemas.openxmlformats.org/drawingml/2006/main">
              <a:ext uri="{FF2B5EF4-FFF2-40B4-BE49-F238E27FC236}">
                <a16:creationId xmlns:a16="http://schemas.microsoft.com/office/drawing/2014/main" id="{EEECA8F4-9E11-4062-B3A7-EF3605AC6FC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ADAAC33-26C1-40F7-8AC1-0BC72B6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</p:txBody>
      </p:sp>
    </p:spTree>
    <p:extLst>
      <p:ext uri="{BB962C8B-B14F-4D97-AF65-F5344CB8AC3E}">
        <p14:creationId xmlns:p14="http://schemas.microsoft.com/office/powerpoint/2010/main" val="1285064370"/>
      </p:ext>
    </p:extLst>
  </p:cSld>
  <p:transition advClick="0"/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F42C2-4AAE-418A-A43C-07100D7E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88">
            <a:extLst xmlns:a="http://schemas.openxmlformats.org/drawingml/2006/main">
              <a:ext uri="{FF2B5EF4-FFF2-40B4-BE49-F238E27FC236}">
                <a16:creationId xmlns:a16="http://schemas.microsoft.com/office/drawing/2014/main" id="{01AA2D14-6A30-42E0-9447-3FB046FFF4D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89">
            <a:extLst xmlns:a="http://schemas.openxmlformats.org/drawingml/2006/main">
              <a:ext uri="{FF2B5EF4-FFF2-40B4-BE49-F238E27FC236}">
                <a16:creationId xmlns:a16="http://schemas.microsoft.com/office/drawing/2014/main" id="{9CA96BD8-D7E6-411A-A113-523A8667CB3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90">
            <a:extLst xmlns:a="http://schemas.openxmlformats.org/drawingml/2006/main">
              <a:ext uri="{FF2B5EF4-FFF2-40B4-BE49-F238E27FC236}">
                <a16:creationId xmlns:a16="http://schemas.microsoft.com/office/drawing/2014/main" id="{02B3EA3A-7EC3-4942-AEE1-CE39C38418D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408CEF-F15B-4ECD-8F42-1B85BD1E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D45B769-1306-45E6-B104-E37E813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77957A-67A9-49A9-ADDD-C1AD4DE8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2211217-8D82-4BE0-97CB-6A750EE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791">
            <a:extLst xmlns:a="http://schemas.openxmlformats.org/drawingml/2006/main">
              <a:ext uri="{FF2B5EF4-FFF2-40B4-BE49-F238E27FC236}">
                <a16:creationId xmlns:a16="http://schemas.microsoft.com/office/drawing/2014/main" id="{EAE99677-E15D-4BC3-AD92-FB501F0F5D1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92">
            <a:extLst xmlns:a="http://schemas.openxmlformats.org/drawingml/2006/main">
              <a:ext uri="{FF2B5EF4-FFF2-40B4-BE49-F238E27FC236}">
                <a16:creationId xmlns:a16="http://schemas.microsoft.com/office/drawing/2014/main" id="{EE74207B-8FF9-4F9E-849A-D7A785A221E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贞观之治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F79EBBB-18BF-4129-8B4A-6468D522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885847322"/>
      </p:ext>
    </p:extLst>
  </p:cSld>
  <p:transition advClick="0"/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9666C-528E-4024-9B53-D3514EA0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93">
            <a:extLst xmlns:a="http://schemas.openxmlformats.org/drawingml/2006/main">
              <a:ext uri="{FF2B5EF4-FFF2-40B4-BE49-F238E27FC236}">
                <a16:creationId xmlns:a16="http://schemas.microsoft.com/office/drawing/2014/main" id="{BFCD5923-2C17-4025-9CFD-F24F789809D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94">
            <a:extLst xmlns:a="http://schemas.openxmlformats.org/drawingml/2006/main">
              <a:ext uri="{FF2B5EF4-FFF2-40B4-BE49-F238E27FC236}">
                <a16:creationId xmlns:a16="http://schemas.microsoft.com/office/drawing/2014/main" id="{90AF12B3-F7A3-406B-92F4-2AE491E7C77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95">
            <a:extLst xmlns:a="http://schemas.openxmlformats.org/drawingml/2006/main">
              <a:ext uri="{FF2B5EF4-FFF2-40B4-BE49-F238E27FC236}">
                <a16:creationId xmlns:a16="http://schemas.microsoft.com/office/drawing/2014/main" id="{7EED9771-8F6A-493B-B864-7E1DD65C969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D1F5A9-E2B5-47AE-A724-CB9A8E5E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F0FA79E-F868-4406-927D-5F89B85C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862F6E4-D6E9-4238-8181-2B682076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85F2DC-E59E-429E-85D0-918CA493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5A6ED61-6A87-43B3-A4C9-007AFD15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796">
            <a:extLst xmlns:a="http://schemas.openxmlformats.org/drawingml/2006/main">
              <a:ext uri="{FF2B5EF4-FFF2-40B4-BE49-F238E27FC236}">
                <a16:creationId xmlns:a16="http://schemas.microsoft.com/office/drawing/2014/main" id="{BEA04A74-F3B3-45B8-8760-D73BE0A954C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97">
            <a:extLst xmlns:a="http://schemas.openxmlformats.org/drawingml/2006/main">
              <a:ext uri="{FF2B5EF4-FFF2-40B4-BE49-F238E27FC236}">
                <a16:creationId xmlns:a16="http://schemas.microsoft.com/office/drawing/2014/main" id="{64A5CF3D-D0CF-49CF-8A71-A734A0F5D1E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曲辕犁和唐三彩分别说明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435757385"/>
      </p:ext>
    </p:extLst>
  </p:cSld>
  <p:transition advClick="0"/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B3296-EB0F-43B1-8D96-690FB11F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98">
            <a:extLst xmlns:a="http://schemas.openxmlformats.org/drawingml/2006/main">
              <a:ext uri="{FF2B5EF4-FFF2-40B4-BE49-F238E27FC236}">
                <a16:creationId xmlns:a16="http://schemas.microsoft.com/office/drawing/2014/main" id="{D4944762-D082-47B5-B462-7168434A437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99">
            <a:extLst xmlns:a="http://schemas.openxmlformats.org/drawingml/2006/main">
              <a:ext uri="{FF2B5EF4-FFF2-40B4-BE49-F238E27FC236}">
                <a16:creationId xmlns:a16="http://schemas.microsoft.com/office/drawing/2014/main" id="{70DB2A47-2C12-43E4-A9B2-A492060FD08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00">
            <a:extLst xmlns:a="http://schemas.openxmlformats.org/drawingml/2006/main">
              <a:ext uri="{FF2B5EF4-FFF2-40B4-BE49-F238E27FC236}">
                <a16:creationId xmlns:a16="http://schemas.microsoft.com/office/drawing/2014/main" id="{E45CDDC9-FE10-4784-82F7-41071FA7627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B97655A-AA84-4F46-BBE0-069C5386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100D82F-55ED-41FF-BCBD-CB997AC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CCAFF3-0523-4AC7-94DF-ECCBF78B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A4F525-9CFD-4A17-8C35-E667DCAB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01">
            <a:extLst xmlns:a="http://schemas.openxmlformats.org/drawingml/2006/main">
              <a:ext uri="{FF2B5EF4-FFF2-40B4-BE49-F238E27FC236}">
                <a16:creationId xmlns:a16="http://schemas.microsoft.com/office/drawing/2014/main" id="{3B30649B-B2D0-43C3-9D21-D5BF5D14642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02">
            <a:extLst xmlns:a="http://schemas.openxmlformats.org/drawingml/2006/main">
              <a:ext uri="{FF2B5EF4-FFF2-40B4-BE49-F238E27FC236}">
                <a16:creationId xmlns:a16="http://schemas.microsoft.com/office/drawing/2014/main" id="{380E53CD-BC85-410F-8169-1A381D71E718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148B8EA-DDBC-4D73-9276-48EFB8B8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1745744386"/>
      </p:ext>
    </p:extLst>
  </p:cSld>
  <p:transition advClick="0"/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84667-CB19-460D-864B-850F74AE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03">
            <a:extLst xmlns:a="http://schemas.openxmlformats.org/drawingml/2006/main">
              <a:ext uri="{FF2B5EF4-FFF2-40B4-BE49-F238E27FC236}">
                <a16:creationId xmlns:a16="http://schemas.microsoft.com/office/drawing/2014/main" id="{C280AEE8-9BAF-43C0-BAF2-5472133AFA0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04">
            <a:extLst xmlns:a="http://schemas.openxmlformats.org/drawingml/2006/main">
              <a:ext uri="{FF2B5EF4-FFF2-40B4-BE49-F238E27FC236}">
                <a16:creationId xmlns:a16="http://schemas.microsoft.com/office/drawing/2014/main" id="{78D64376-F59D-468E-A9A9-8A2634B0B85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05">
            <a:extLst xmlns:a="http://schemas.openxmlformats.org/drawingml/2006/main">
              <a:ext uri="{FF2B5EF4-FFF2-40B4-BE49-F238E27FC236}">
                <a16:creationId xmlns:a16="http://schemas.microsoft.com/office/drawing/2014/main" id="{2F0125B0-BB10-47B8-B7B9-893FFD45181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F375BD-7DD5-408A-A796-56EBC163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327917C-BEC2-486B-B1E1-8C3FD0B7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B68D81-04B4-4DCD-99AF-BD0E285D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E61320-8A11-402E-A52B-1E69650A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658413-8851-4826-AA6D-54917912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06">
            <a:extLst xmlns:a="http://schemas.openxmlformats.org/drawingml/2006/main">
              <a:ext uri="{FF2B5EF4-FFF2-40B4-BE49-F238E27FC236}">
                <a16:creationId xmlns:a16="http://schemas.microsoft.com/office/drawing/2014/main" id="{D87F695C-4F98-4A1B-A554-592EDC1AE78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07">
            <a:extLst xmlns:a="http://schemas.openxmlformats.org/drawingml/2006/main">
              <a:ext uri="{FF2B5EF4-FFF2-40B4-BE49-F238E27FC236}">
                <a16:creationId xmlns:a16="http://schemas.microsoft.com/office/drawing/2014/main" id="{139E9113-6857-4B1E-A25B-3E1317361C6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597328292"/>
      </p:ext>
    </p:extLst>
  </p:cSld>
  <p:transition advClick="0"/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A15B7-399B-41BF-A2C9-D13137DD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08">
            <a:extLst xmlns:a="http://schemas.openxmlformats.org/drawingml/2006/main">
              <a:ext uri="{FF2B5EF4-FFF2-40B4-BE49-F238E27FC236}">
                <a16:creationId xmlns:a16="http://schemas.microsoft.com/office/drawing/2014/main" id="{77A645A3-2F92-4539-8A27-B4ECF071BF4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09">
            <a:extLst xmlns:a="http://schemas.openxmlformats.org/drawingml/2006/main">
              <a:ext uri="{FF2B5EF4-FFF2-40B4-BE49-F238E27FC236}">
                <a16:creationId xmlns:a16="http://schemas.microsoft.com/office/drawing/2014/main" id="{D23A77E4-DB97-4643-B073-E7511ED2503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10">
            <a:extLst xmlns:a="http://schemas.openxmlformats.org/drawingml/2006/main">
              <a:ext uri="{FF2B5EF4-FFF2-40B4-BE49-F238E27FC236}">
                <a16:creationId xmlns:a16="http://schemas.microsoft.com/office/drawing/2014/main" id="{21389354-D6E0-477E-B0E2-F99EA88F1DF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C267BD-79BA-4D8C-A1B7-31A5A66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E493BE-5C54-4ED6-8B6B-AED0E5F0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0477B2-3714-493C-8514-A17C3A5F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E3E9B2-46F7-4A27-BAF4-FACC1DC2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11">
            <a:extLst xmlns:a="http://schemas.openxmlformats.org/drawingml/2006/main">
              <a:ext uri="{FF2B5EF4-FFF2-40B4-BE49-F238E27FC236}">
                <a16:creationId xmlns:a16="http://schemas.microsoft.com/office/drawing/2014/main" id="{38F2FA59-0241-423B-BC81-1D4586E3176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12">
            <a:extLst xmlns:a="http://schemas.openxmlformats.org/drawingml/2006/main">
              <a:ext uri="{FF2B5EF4-FFF2-40B4-BE49-F238E27FC236}">
                <a16:creationId xmlns:a16="http://schemas.microsoft.com/office/drawing/2014/main" id="{32E4EE74-2260-485A-B246-7C028C418C8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DCA1EDE-7DBE-495B-8550-0E4AB503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</p:txBody>
      </p:sp>
    </p:spTree>
    <p:extLst>
      <p:ext uri="{BB962C8B-B14F-4D97-AF65-F5344CB8AC3E}">
        <p14:creationId xmlns:p14="http://schemas.microsoft.com/office/powerpoint/2010/main" val="1041755626"/>
      </p:ext>
    </p:extLst>
  </p:cSld>
  <p:transition advClick="0"/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45D59-78AC-4780-98C7-A6CC462C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13">
            <a:extLst xmlns:a="http://schemas.openxmlformats.org/drawingml/2006/main">
              <a:ext uri="{FF2B5EF4-FFF2-40B4-BE49-F238E27FC236}">
                <a16:creationId xmlns:a16="http://schemas.microsoft.com/office/drawing/2014/main" id="{168FFCB4-0060-4BD1-BC0C-53447313F6B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14">
            <a:extLst xmlns:a="http://schemas.openxmlformats.org/drawingml/2006/main">
              <a:ext uri="{FF2B5EF4-FFF2-40B4-BE49-F238E27FC236}">
                <a16:creationId xmlns:a16="http://schemas.microsoft.com/office/drawing/2014/main" id="{4996B4C3-BC95-42C2-BB5C-0E2587691D5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15">
            <a:extLst xmlns:a="http://schemas.openxmlformats.org/drawingml/2006/main">
              <a:ext uri="{FF2B5EF4-FFF2-40B4-BE49-F238E27FC236}">
                <a16:creationId xmlns:a16="http://schemas.microsoft.com/office/drawing/2014/main" id="{9B2EDB2B-B0DE-4E1F-94B1-F1857DD608C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0FE440C-4B40-4113-9B87-4CA982FD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840A08-8ADD-4193-8CC4-1F73C6C3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AF1FC5A-6D50-4120-80BC-EEE8D718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E6E0960-5B6C-46C0-A95F-4E38EE60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16">
            <a:extLst xmlns:a="http://schemas.openxmlformats.org/drawingml/2006/main">
              <a:ext uri="{FF2B5EF4-FFF2-40B4-BE49-F238E27FC236}">
                <a16:creationId xmlns:a16="http://schemas.microsoft.com/office/drawing/2014/main" id="{0AAF6F5B-B777-47C7-AE9C-FD7362DE5DC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17">
            <a:extLst xmlns:a="http://schemas.openxmlformats.org/drawingml/2006/main">
              <a:ext uri="{FF2B5EF4-FFF2-40B4-BE49-F238E27FC236}">
                <a16:creationId xmlns:a16="http://schemas.microsoft.com/office/drawing/2014/main" id="{07DD0669-F66D-4EB8-96DF-AFA4E23EDF3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武则天时期与开元盛世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03FC612-2437-4046-A204-9EBD1C78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477212419"/>
      </p:ext>
    </p:extLst>
  </p:cSld>
  <p:transition advClick="0"/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D0B36-9675-4A0E-B486-A2050EE5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18">
            <a:extLst xmlns:a="http://schemas.openxmlformats.org/drawingml/2006/main">
              <a:ext uri="{FF2B5EF4-FFF2-40B4-BE49-F238E27FC236}">
                <a16:creationId xmlns:a16="http://schemas.microsoft.com/office/drawing/2014/main" id="{FA3B215A-AB43-4939-8A18-440FA59E9FA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19">
            <a:extLst xmlns:a="http://schemas.openxmlformats.org/drawingml/2006/main">
              <a:ext uri="{FF2B5EF4-FFF2-40B4-BE49-F238E27FC236}">
                <a16:creationId xmlns:a16="http://schemas.microsoft.com/office/drawing/2014/main" id="{6C9336C6-3F9A-4186-BDCA-256056552D5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20">
            <a:extLst xmlns:a="http://schemas.openxmlformats.org/drawingml/2006/main">
              <a:ext uri="{FF2B5EF4-FFF2-40B4-BE49-F238E27FC236}">
                <a16:creationId xmlns:a16="http://schemas.microsoft.com/office/drawing/2014/main" id="{9323A806-7B86-4866-9F77-9DE8520A685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F49442-3B77-483D-AADD-9AA4ED8D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356B25-ACEC-4FD6-9456-DA08F3BC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8E5C21E-8B4A-4448-B55D-32E163D4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4269E1-FC59-4B05-BE07-8DF6E6B4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001354F-9021-4FD5-9FAE-8FEC37A0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821">
            <a:extLst xmlns:a="http://schemas.openxmlformats.org/drawingml/2006/main">
              <a:ext uri="{FF2B5EF4-FFF2-40B4-BE49-F238E27FC236}">
                <a16:creationId xmlns:a16="http://schemas.microsoft.com/office/drawing/2014/main" id="{67DB752E-8CD8-44F2-ABBC-EF7011ED32C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22">
            <a:extLst xmlns:a="http://schemas.openxmlformats.org/drawingml/2006/main">
              <a:ext uri="{FF2B5EF4-FFF2-40B4-BE49-F238E27FC236}">
                <a16:creationId xmlns:a16="http://schemas.microsoft.com/office/drawing/2014/main" id="{41B35619-7B7E-4E09-9306-86673DD0628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曲辕犁和唐三彩分别说明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549537541"/>
      </p:ext>
    </p:extLst>
  </p:cSld>
  <p:transition advClick="0"/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82128-4CD5-4115-AA01-A5492508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23">
            <a:extLst xmlns:a="http://schemas.openxmlformats.org/drawingml/2006/main">
              <a:ext uri="{FF2B5EF4-FFF2-40B4-BE49-F238E27FC236}">
                <a16:creationId xmlns:a16="http://schemas.microsoft.com/office/drawing/2014/main" id="{FF822A91-66E4-4DDC-B908-3FDCFC88A96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24">
            <a:extLst xmlns:a="http://schemas.openxmlformats.org/drawingml/2006/main">
              <a:ext uri="{FF2B5EF4-FFF2-40B4-BE49-F238E27FC236}">
                <a16:creationId xmlns:a16="http://schemas.microsoft.com/office/drawing/2014/main" id="{DEBB9E4E-FA25-4626-A930-4DDBD81EA30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25">
            <a:extLst xmlns:a="http://schemas.openxmlformats.org/drawingml/2006/main">
              <a:ext uri="{FF2B5EF4-FFF2-40B4-BE49-F238E27FC236}">
                <a16:creationId xmlns:a16="http://schemas.microsoft.com/office/drawing/2014/main" id="{30A44A07-6800-47CC-B8BB-8C56F19F057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0F63D2C-F5ED-4CFA-BFE9-BA426AE4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619540F-11B7-4BD3-80F0-FC3F0ECD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8349DD1-4CE5-4A37-BB5A-3DA9C7F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4EDEB39-6565-42BA-BE0D-F8858D69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26">
            <a:extLst xmlns:a="http://schemas.openxmlformats.org/drawingml/2006/main">
              <a:ext uri="{FF2B5EF4-FFF2-40B4-BE49-F238E27FC236}">
                <a16:creationId xmlns:a16="http://schemas.microsoft.com/office/drawing/2014/main" id="{645C4797-6874-4CAA-BAC1-0EFCC3783DB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27">
            <a:extLst xmlns:a="http://schemas.openxmlformats.org/drawingml/2006/main">
              <a:ext uri="{FF2B5EF4-FFF2-40B4-BE49-F238E27FC236}">
                <a16:creationId xmlns:a16="http://schemas.microsoft.com/office/drawing/2014/main" id="{02C01DC2-367F-4748-8D2B-6F11F17F3CD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9E70476-79DD-4CED-AA49-EA1922E1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373985877"/>
      </p:ext>
    </p:extLst>
  </p:cSld>
  <p:transition advClick="0"/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D6ECA-F0FD-497C-9C70-10B1484B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28">
            <a:extLst xmlns:a="http://schemas.openxmlformats.org/drawingml/2006/main">
              <a:ext uri="{FF2B5EF4-FFF2-40B4-BE49-F238E27FC236}">
                <a16:creationId xmlns:a16="http://schemas.microsoft.com/office/drawing/2014/main" id="{DAC6D4DB-1A82-4082-9AF7-FC533A89A36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29">
            <a:extLst xmlns:a="http://schemas.openxmlformats.org/drawingml/2006/main">
              <a:ext uri="{FF2B5EF4-FFF2-40B4-BE49-F238E27FC236}">
                <a16:creationId xmlns:a16="http://schemas.microsoft.com/office/drawing/2014/main" id="{D1C5139B-FEC6-4DF5-B1D9-A4D58995E23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30">
            <a:extLst xmlns:a="http://schemas.openxmlformats.org/drawingml/2006/main">
              <a:ext uri="{FF2B5EF4-FFF2-40B4-BE49-F238E27FC236}">
                <a16:creationId xmlns:a16="http://schemas.microsoft.com/office/drawing/2014/main" id="{4482CF9C-BF81-47E2-B663-9DE1D245573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6EBA41-D760-46B4-89F7-4F848491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256733-4499-42EE-B2E8-1375B53A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C9F711-CFC2-4768-B9EF-5A194B2B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401671-7C5D-41C5-BBD4-D65ED260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A5382DA-F88B-43D6-8CB2-807987B7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31">
            <a:extLst xmlns:a="http://schemas.openxmlformats.org/drawingml/2006/main">
              <a:ext uri="{FF2B5EF4-FFF2-40B4-BE49-F238E27FC236}">
                <a16:creationId xmlns:a16="http://schemas.microsoft.com/office/drawing/2014/main" id="{4E71BFA0-5E70-4697-B357-4FCEA40D01B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32">
            <a:extLst xmlns:a="http://schemas.openxmlformats.org/drawingml/2006/main">
              <a:ext uri="{FF2B5EF4-FFF2-40B4-BE49-F238E27FC236}">
                <a16:creationId xmlns:a16="http://schemas.microsoft.com/office/drawing/2014/main" id="{87338FF6-AD85-4E79-A8C9-0F6F1D3E256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864313010"/>
      </p:ext>
    </p:extLst>
  </p:cSld>
  <p:transition advClick="0"/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870FD-FAFA-4CDA-800B-CC8B0947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33">
            <a:extLst xmlns:a="http://schemas.openxmlformats.org/drawingml/2006/main">
              <a:ext uri="{FF2B5EF4-FFF2-40B4-BE49-F238E27FC236}">
                <a16:creationId xmlns:a16="http://schemas.microsoft.com/office/drawing/2014/main" id="{D690E302-4379-4243-8C39-CA2A349A05A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34">
            <a:extLst xmlns:a="http://schemas.openxmlformats.org/drawingml/2006/main">
              <a:ext uri="{FF2B5EF4-FFF2-40B4-BE49-F238E27FC236}">
                <a16:creationId xmlns:a16="http://schemas.microsoft.com/office/drawing/2014/main" id="{35829312-0556-4E5F-9759-D686EE579D7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35">
            <a:extLst xmlns:a="http://schemas.openxmlformats.org/drawingml/2006/main">
              <a:ext uri="{FF2B5EF4-FFF2-40B4-BE49-F238E27FC236}">
                <a16:creationId xmlns:a16="http://schemas.microsoft.com/office/drawing/2014/main" id="{DB41E39D-B3A0-42AA-8A7E-2FAD49872C7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BE2A52-E206-4573-9DC4-B4B61F92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C307105-AACC-4CEF-814C-5DD417AF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C6C6EE1-9757-4B2B-9D5C-DE9443DD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74D6077-1197-4D38-9744-97DA2C7E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36">
            <a:extLst xmlns:a="http://schemas.openxmlformats.org/drawingml/2006/main">
              <a:ext uri="{FF2B5EF4-FFF2-40B4-BE49-F238E27FC236}">
                <a16:creationId xmlns:a16="http://schemas.microsoft.com/office/drawing/2014/main" id="{8618C619-B1BF-4AFD-B974-FCBBCD7C5B5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37">
            <a:extLst xmlns:a="http://schemas.openxmlformats.org/drawingml/2006/main">
              <a:ext uri="{FF2B5EF4-FFF2-40B4-BE49-F238E27FC236}">
                <a16:creationId xmlns:a16="http://schemas.microsoft.com/office/drawing/2014/main" id="{C1058298-CBA2-4A46-A47C-0F9AAD32BD8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E5FF550-DABE-4301-BD1B-3C4CD020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</p:txBody>
      </p:sp>
    </p:spTree>
    <p:extLst>
      <p:ext uri="{BB962C8B-B14F-4D97-AF65-F5344CB8AC3E}">
        <p14:creationId xmlns:p14="http://schemas.microsoft.com/office/powerpoint/2010/main" val="1925198870"/>
      </p:ext>
    </p:extLst>
  </p:cSld>
  <p:transition advClick="0"/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A9AF2-AA17-418F-8140-9D5ED31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38">
            <a:extLst xmlns:a="http://schemas.openxmlformats.org/drawingml/2006/main">
              <a:ext uri="{FF2B5EF4-FFF2-40B4-BE49-F238E27FC236}">
                <a16:creationId xmlns:a16="http://schemas.microsoft.com/office/drawing/2014/main" id="{29806BC0-8080-478C-A77F-AEF371F57F1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39">
            <a:extLst xmlns:a="http://schemas.openxmlformats.org/drawingml/2006/main">
              <a:ext uri="{FF2B5EF4-FFF2-40B4-BE49-F238E27FC236}">
                <a16:creationId xmlns:a16="http://schemas.microsoft.com/office/drawing/2014/main" id="{86CFCB50-2D6D-410D-B606-2673F86EF78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40">
            <a:extLst xmlns:a="http://schemas.openxmlformats.org/drawingml/2006/main">
              <a:ext uri="{FF2B5EF4-FFF2-40B4-BE49-F238E27FC236}">
                <a16:creationId xmlns:a16="http://schemas.microsoft.com/office/drawing/2014/main" id="{63CE2BDE-576E-415E-8287-382D99646FB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DC433C-D778-4E6C-8DA4-3D71F9B5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AFCF7FB-2EB7-46A9-B5AD-5BCE3163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5313DF8-412F-455E-9023-E710F075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524458-8D11-407E-9C54-197CE3AD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41">
            <a:extLst xmlns:a="http://schemas.openxmlformats.org/drawingml/2006/main">
              <a:ext uri="{FF2B5EF4-FFF2-40B4-BE49-F238E27FC236}">
                <a16:creationId xmlns:a16="http://schemas.microsoft.com/office/drawing/2014/main" id="{F8DE9500-FF86-4A4A-AA43-0A8B9C9F6CB7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42">
            <a:extLst xmlns:a="http://schemas.openxmlformats.org/drawingml/2006/main">
              <a:ext uri="{FF2B5EF4-FFF2-40B4-BE49-F238E27FC236}">
                <a16:creationId xmlns:a16="http://schemas.microsoft.com/office/drawing/2014/main" id="{A7E129D5-6399-43B4-B9AE-30F16A0C4C7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唐朝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3225AE6-FD18-4474-AA3E-3DA80F54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640732151"/>
      </p:ext>
    </p:extLst>
  </p:cSld>
  <p:transition advClick="0"/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3F8CC-33C2-4EAB-A3FC-0262C5AD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43">
            <a:extLst xmlns:a="http://schemas.openxmlformats.org/drawingml/2006/main">
              <a:ext uri="{FF2B5EF4-FFF2-40B4-BE49-F238E27FC236}">
                <a16:creationId xmlns:a16="http://schemas.microsoft.com/office/drawing/2014/main" id="{F1BE8561-5D7B-47D6-8890-CBFBE67430F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44">
            <a:extLst xmlns:a="http://schemas.openxmlformats.org/drawingml/2006/main">
              <a:ext uri="{FF2B5EF4-FFF2-40B4-BE49-F238E27FC236}">
                <a16:creationId xmlns:a16="http://schemas.microsoft.com/office/drawing/2014/main" id="{394A07EF-1305-45ED-BA41-B7EBEA6DE59D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45">
            <a:extLst xmlns:a="http://schemas.openxmlformats.org/drawingml/2006/main">
              <a:ext uri="{FF2B5EF4-FFF2-40B4-BE49-F238E27FC236}">
                <a16:creationId xmlns:a16="http://schemas.microsoft.com/office/drawing/2014/main" id="{5FAC3232-A213-4C33-B286-929B8C4434C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3093C0-2485-41D2-ACA6-9B19C589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D64CED-2E4C-482F-A7DD-D81CB158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5824E2B-DDAB-458D-B2A5-ED8C420A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E597185-3D2D-4261-8210-7F3E9ECB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1F83AF9-22F6-4DBA-962C-79BBBD8D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846">
            <a:extLst xmlns:a="http://schemas.openxmlformats.org/drawingml/2006/main">
              <a:ext uri="{FF2B5EF4-FFF2-40B4-BE49-F238E27FC236}">
                <a16:creationId xmlns:a16="http://schemas.microsoft.com/office/drawing/2014/main" id="{351CA4C1-A626-4F83-966F-288EE9DFF3E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47">
            <a:extLst xmlns:a="http://schemas.openxmlformats.org/drawingml/2006/main">
              <a:ext uri="{FF2B5EF4-FFF2-40B4-BE49-F238E27FC236}">
                <a16:creationId xmlns:a16="http://schemas.microsoft.com/office/drawing/2014/main" id="{2A6CF3E9-F9A2-43BD-A56E-C28697784DA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曲辕犁和唐三彩分别说明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55264650"/>
      </p:ext>
    </p:extLst>
  </p:cSld>
  <p:transition advClick="0"/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3E35E-5CAC-4318-9894-7FC191C9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48">
            <a:extLst xmlns:a="http://schemas.openxmlformats.org/drawingml/2006/main">
              <a:ext uri="{FF2B5EF4-FFF2-40B4-BE49-F238E27FC236}">
                <a16:creationId xmlns:a16="http://schemas.microsoft.com/office/drawing/2014/main" id="{6505BEB2-31B7-4FCA-A82A-8B77CBB23D2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49">
            <a:extLst xmlns:a="http://schemas.openxmlformats.org/drawingml/2006/main">
              <a:ext uri="{FF2B5EF4-FFF2-40B4-BE49-F238E27FC236}">
                <a16:creationId xmlns:a16="http://schemas.microsoft.com/office/drawing/2014/main" id="{520DF0B8-B678-461B-A747-0C27B78678D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50">
            <a:extLst xmlns:a="http://schemas.openxmlformats.org/drawingml/2006/main">
              <a:ext uri="{FF2B5EF4-FFF2-40B4-BE49-F238E27FC236}">
                <a16:creationId xmlns:a16="http://schemas.microsoft.com/office/drawing/2014/main" id="{CD4C0DC7-73BA-4DF6-BBF5-68C35EAA277C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3E5681-EABC-4E53-B98E-C3C8F610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17CFB6-07BD-42B0-BBAE-1F94E598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83151A-0CB4-472A-A431-D4B4DD1C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3E8532-BFAF-41D9-9449-5E938889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51">
            <a:extLst xmlns:a="http://schemas.openxmlformats.org/drawingml/2006/main">
              <a:ext uri="{FF2B5EF4-FFF2-40B4-BE49-F238E27FC236}">
                <a16:creationId xmlns:a16="http://schemas.microsoft.com/office/drawing/2014/main" id="{D4F3418E-F64A-467B-9150-564EB5D1159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52">
            <a:extLst xmlns:a="http://schemas.openxmlformats.org/drawingml/2006/main">
              <a:ext uri="{FF2B5EF4-FFF2-40B4-BE49-F238E27FC236}">
                <a16:creationId xmlns:a16="http://schemas.microsoft.com/office/drawing/2014/main" id="{FB007C62-31B2-482F-82A3-D31F47729BF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375F6E1-10D4-4024-88CD-B7997E55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1992410242"/>
      </p:ext>
    </p:extLst>
  </p:cSld>
  <p:transition advClick="0"/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0D457-B688-459B-A75D-0285DC19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53">
            <a:extLst xmlns:a="http://schemas.openxmlformats.org/drawingml/2006/main">
              <a:ext uri="{FF2B5EF4-FFF2-40B4-BE49-F238E27FC236}">
                <a16:creationId xmlns:a16="http://schemas.microsoft.com/office/drawing/2014/main" id="{0CF869AA-BE62-4508-9C04-5241C73D7EA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54">
            <a:extLst xmlns:a="http://schemas.openxmlformats.org/drawingml/2006/main">
              <a:ext uri="{FF2B5EF4-FFF2-40B4-BE49-F238E27FC236}">
                <a16:creationId xmlns:a16="http://schemas.microsoft.com/office/drawing/2014/main" id="{0C389E6D-CC46-4711-9DA1-91ADDAF34FF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55">
            <a:extLst xmlns:a="http://schemas.openxmlformats.org/drawingml/2006/main">
              <a:ext uri="{FF2B5EF4-FFF2-40B4-BE49-F238E27FC236}">
                <a16:creationId xmlns:a16="http://schemas.microsoft.com/office/drawing/2014/main" id="{73487955-96D8-4AFD-8214-D2AF9CA9A1B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9066F4-B0DD-4FCE-B252-AB1F7ADA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D2FEB7-D317-4F4C-AD7F-EEDE9565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1E8023-3095-4E8F-B400-34B05E9C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610450-37BB-417C-BCD2-94E8C051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0AF84D0-1216-44F0-94FE-A7187B80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56">
            <a:extLst xmlns:a="http://schemas.openxmlformats.org/drawingml/2006/main">
              <a:ext uri="{FF2B5EF4-FFF2-40B4-BE49-F238E27FC236}">
                <a16:creationId xmlns:a16="http://schemas.microsoft.com/office/drawing/2014/main" id="{8DE941A9-55FE-421B-A23F-0525E1DF3B2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57">
            <a:extLst xmlns:a="http://schemas.openxmlformats.org/drawingml/2006/main">
              <a:ext uri="{FF2B5EF4-FFF2-40B4-BE49-F238E27FC236}">
                <a16:creationId xmlns:a16="http://schemas.microsoft.com/office/drawing/2014/main" id="{6FFF1034-D557-4049-B712-745F529B2C8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546082295"/>
      </p:ext>
    </p:extLst>
  </p:cSld>
  <p:transition advClick="0"/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028DF-6527-46B1-88F0-64479494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58">
            <a:extLst xmlns:a="http://schemas.openxmlformats.org/drawingml/2006/main">
              <a:ext uri="{FF2B5EF4-FFF2-40B4-BE49-F238E27FC236}">
                <a16:creationId xmlns:a16="http://schemas.microsoft.com/office/drawing/2014/main" id="{4A10C509-9A5A-4E6B-BC32-62EA4F8CCEA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59">
            <a:extLst xmlns:a="http://schemas.openxmlformats.org/drawingml/2006/main">
              <a:ext uri="{FF2B5EF4-FFF2-40B4-BE49-F238E27FC236}">
                <a16:creationId xmlns:a16="http://schemas.microsoft.com/office/drawing/2014/main" id="{10936CAC-9C1D-4D32-B9BF-575C9A061A2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60">
            <a:extLst xmlns:a="http://schemas.openxmlformats.org/drawingml/2006/main">
              <a:ext uri="{FF2B5EF4-FFF2-40B4-BE49-F238E27FC236}">
                <a16:creationId xmlns:a16="http://schemas.microsoft.com/office/drawing/2014/main" id="{28901644-FBF8-4562-882B-46809FDB4EB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66A0A5B-7BED-40E5-B7D8-AE55F397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13D13B4-C777-43FC-9F9F-6E34B565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81C4C18-5325-4E68-9118-962099F2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E32A7CC-F91F-4FCC-8B21-320984EC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61">
            <a:extLst xmlns:a="http://schemas.openxmlformats.org/drawingml/2006/main">
              <a:ext uri="{FF2B5EF4-FFF2-40B4-BE49-F238E27FC236}">
                <a16:creationId xmlns:a16="http://schemas.microsoft.com/office/drawing/2014/main" id="{60E2F157-3A64-49E4-BFF2-524C6F80C15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62">
            <a:extLst xmlns:a="http://schemas.openxmlformats.org/drawingml/2006/main">
              <a:ext uri="{FF2B5EF4-FFF2-40B4-BE49-F238E27FC236}">
                <a16:creationId xmlns:a16="http://schemas.microsoft.com/office/drawing/2014/main" id="{85695FBA-CA8B-42AD-90F0-8D04A48798B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87011A5-02E4-446C-B5E0-D89B56B9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</p:txBody>
      </p:sp>
    </p:spTree>
    <p:extLst>
      <p:ext uri="{BB962C8B-B14F-4D97-AF65-F5344CB8AC3E}">
        <p14:creationId xmlns:p14="http://schemas.microsoft.com/office/powerpoint/2010/main" val="1847313033"/>
      </p:ext>
    </p:extLst>
  </p:cSld>
  <p:transition advClick="0"/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06E8A-F0CE-4B63-AC33-5B669C60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63">
            <a:extLst xmlns:a="http://schemas.openxmlformats.org/drawingml/2006/main">
              <a:ext uri="{FF2B5EF4-FFF2-40B4-BE49-F238E27FC236}">
                <a16:creationId xmlns:a16="http://schemas.microsoft.com/office/drawing/2014/main" id="{86CCA0C9-DFD5-4496-B4A2-C2125562B56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64">
            <a:extLst xmlns:a="http://schemas.openxmlformats.org/drawingml/2006/main">
              <a:ext uri="{FF2B5EF4-FFF2-40B4-BE49-F238E27FC236}">
                <a16:creationId xmlns:a16="http://schemas.microsoft.com/office/drawing/2014/main" id="{02352C17-B471-4491-8783-405A237A7CE7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65">
            <a:extLst xmlns:a="http://schemas.openxmlformats.org/drawingml/2006/main">
              <a:ext uri="{FF2B5EF4-FFF2-40B4-BE49-F238E27FC236}">
                <a16:creationId xmlns:a16="http://schemas.microsoft.com/office/drawing/2014/main" id="{9DDDD693-4728-40FE-9C6F-D462D084EE0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7C9B748-416E-4FDD-B8DF-1A9F073F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7FD495-4951-4DBE-ABBD-BBEDEE13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B9C6943-D821-42B9-8B4D-CD89E65C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A01B5C-0D5F-4B75-A31F-8A8FD869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66">
            <a:extLst xmlns:a="http://schemas.openxmlformats.org/drawingml/2006/main">
              <a:ext uri="{FF2B5EF4-FFF2-40B4-BE49-F238E27FC236}">
                <a16:creationId xmlns:a16="http://schemas.microsoft.com/office/drawing/2014/main" id="{8BDB5AF1-6379-49D2-A031-FA322816852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67">
            <a:extLst xmlns:a="http://schemas.openxmlformats.org/drawingml/2006/main">
              <a:ext uri="{FF2B5EF4-FFF2-40B4-BE49-F238E27FC236}">
                <a16:creationId xmlns:a16="http://schemas.microsoft.com/office/drawing/2014/main" id="{BE4985A5-154F-4C4C-A24E-0F5E8713BD0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敦煌莫高窟壁画唐朝牛耕图中的曲辕犁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CC86D68-E23E-457A-8E1A-F5830A1C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332315971"/>
      </p:ext>
    </p:extLst>
  </p:cSld>
  <p:transition advClick="0"/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715D7-16B7-4BA7-896A-F9521C91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68">
            <a:extLst xmlns:a="http://schemas.openxmlformats.org/drawingml/2006/main">
              <a:ext uri="{FF2B5EF4-FFF2-40B4-BE49-F238E27FC236}">
                <a16:creationId xmlns:a16="http://schemas.microsoft.com/office/drawing/2014/main" id="{576F3AE1-B738-4B61-9F52-2CCB9E0CD11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69">
            <a:extLst xmlns:a="http://schemas.openxmlformats.org/drawingml/2006/main">
              <a:ext uri="{FF2B5EF4-FFF2-40B4-BE49-F238E27FC236}">
                <a16:creationId xmlns:a16="http://schemas.microsoft.com/office/drawing/2014/main" id="{BCE73FBA-6A64-4536-8052-2E6E6A44065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70">
            <a:extLst xmlns:a="http://schemas.openxmlformats.org/drawingml/2006/main">
              <a:ext uri="{FF2B5EF4-FFF2-40B4-BE49-F238E27FC236}">
                <a16:creationId xmlns:a16="http://schemas.microsoft.com/office/drawing/2014/main" id="{F3EB8AD8-5BF6-4F6E-A8CB-8E2925F4E89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B93AA9-D311-43DA-9CAE-490CA822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583459-D3C2-4BCE-BDC0-167F2217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1CECCC-F23A-4504-8531-6AE18A4D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7C542E6-E0DB-40A3-ADA6-3AA2C066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44E74EB-084E-4DB9-AEBF-1C9885C0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871">
            <a:extLst xmlns:a="http://schemas.openxmlformats.org/drawingml/2006/main">
              <a:ext uri="{FF2B5EF4-FFF2-40B4-BE49-F238E27FC236}">
                <a16:creationId xmlns:a16="http://schemas.microsoft.com/office/drawing/2014/main" id="{AB0EE2C2-8C89-4EB2-B316-A4610442EF5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72">
            <a:extLst xmlns:a="http://schemas.openxmlformats.org/drawingml/2006/main">
              <a:ext uri="{FF2B5EF4-FFF2-40B4-BE49-F238E27FC236}">
                <a16:creationId xmlns:a16="http://schemas.microsoft.com/office/drawing/2014/main" id="{1C406ED3-41E5-4396-B5B5-18DB59E1394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曲辕犁和唐三彩分别说明什么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660406333"/>
      </p:ext>
    </p:extLst>
  </p:cSld>
  <p:transition advClick="0"/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A1314-A7A3-46B0-A4FC-00ADF49A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73">
            <a:extLst xmlns:a="http://schemas.openxmlformats.org/drawingml/2006/main">
              <a:ext uri="{FF2B5EF4-FFF2-40B4-BE49-F238E27FC236}">
                <a16:creationId xmlns:a16="http://schemas.microsoft.com/office/drawing/2014/main" id="{733B4E1A-2944-457A-88F9-165B26568CD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74">
            <a:extLst xmlns:a="http://schemas.openxmlformats.org/drawingml/2006/main">
              <a:ext uri="{FF2B5EF4-FFF2-40B4-BE49-F238E27FC236}">
                <a16:creationId xmlns:a16="http://schemas.microsoft.com/office/drawing/2014/main" id="{C8394814-5A33-45C3-A764-6543E87DD9F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75">
            <a:extLst xmlns:a="http://schemas.openxmlformats.org/drawingml/2006/main">
              <a:ext uri="{FF2B5EF4-FFF2-40B4-BE49-F238E27FC236}">
                <a16:creationId xmlns:a16="http://schemas.microsoft.com/office/drawing/2014/main" id="{B376E99E-270E-4607-9EE4-F54BB4F03A3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80A706-D4C2-4B7B-85D0-14068850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64E522-5AF2-471A-A2DC-33BE6814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9F1E0C-E0C3-4D9A-86E9-AD6B6DB8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5148178-82BD-43B1-A1E8-913D98B3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76">
            <a:extLst xmlns:a="http://schemas.openxmlformats.org/drawingml/2006/main">
              <a:ext uri="{FF2B5EF4-FFF2-40B4-BE49-F238E27FC236}">
                <a16:creationId xmlns:a16="http://schemas.microsoft.com/office/drawing/2014/main" id="{484713B1-3C48-423D-9AD5-7A9FB4A9850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77">
            <a:extLst xmlns:a="http://schemas.openxmlformats.org/drawingml/2006/main">
              <a:ext uri="{FF2B5EF4-FFF2-40B4-BE49-F238E27FC236}">
                <a16:creationId xmlns:a16="http://schemas.microsoft.com/office/drawing/2014/main" id="{02711568-4DD4-4EA3-8247-E10445C25F5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391C56E-64C5-4052-948F-90C50916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266310397"/>
      </p:ext>
    </p:extLst>
  </p:cSld>
  <p:transition advClick="0"/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6DB15-C1D4-4644-BA13-19579DD9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78">
            <a:extLst xmlns:a="http://schemas.openxmlformats.org/drawingml/2006/main">
              <a:ext uri="{FF2B5EF4-FFF2-40B4-BE49-F238E27FC236}">
                <a16:creationId xmlns:a16="http://schemas.microsoft.com/office/drawing/2014/main" id="{9A517B36-FDBF-415C-94E5-D734ECBAB2A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79">
            <a:extLst xmlns:a="http://schemas.openxmlformats.org/drawingml/2006/main">
              <a:ext uri="{FF2B5EF4-FFF2-40B4-BE49-F238E27FC236}">
                <a16:creationId xmlns:a16="http://schemas.microsoft.com/office/drawing/2014/main" id="{6B649D79-E18B-44B9-82FC-2FDB762AF0C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80">
            <a:extLst xmlns:a="http://schemas.openxmlformats.org/drawingml/2006/main">
              <a:ext uri="{FF2B5EF4-FFF2-40B4-BE49-F238E27FC236}">
                <a16:creationId xmlns:a16="http://schemas.microsoft.com/office/drawing/2014/main" id="{91107755-018A-4836-AB1D-4A6CBF6C7CE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45951F-DE48-4908-A251-AD65E074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09F5C2E-748D-4C5F-BFC6-B57BF4C7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EC33C2-8E4D-449B-BE7D-7364B910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5BEC17-3BFF-471A-8CE6-9A813A38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43F5F07-3430-4C97-B431-5E3E48C4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81">
            <a:extLst xmlns:a="http://schemas.openxmlformats.org/drawingml/2006/main">
              <a:ext uri="{FF2B5EF4-FFF2-40B4-BE49-F238E27FC236}">
                <a16:creationId xmlns:a16="http://schemas.microsoft.com/office/drawing/2014/main" id="{36527AF6-76F7-45FE-BC2B-246193CA703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82">
            <a:extLst xmlns:a="http://schemas.openxmlformats.org/drawingml/2006/main">
              <a:ext uri="{FF2B5EF4-FFF2-40B4-BE49-F238E27FC236}">
                <a16:creationId xmlns:a16="http://schemas.microsoft.com/office/drawing/2014/main" id="{161BCE01-3DBB-41ED-997E-4A6D9835897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860427526"/>
      </p:ext>
    </p:extLst>
  </p:cSld>
  <p:transition advClick="0"/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C3846-1027-4755-A10C-1449220C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83">
            <a:extLst xmlns:a="http://schemas.openxmlformats.org/drawingml/2006/main">
              <a:ext uri="{FF2B5EF4-FFF2-40B4-BE49-F238E27FC236}">
                <a16:creationId xmlns:a16="http://schemas.microsoft.com/office/drawing/2014/main" id="{14BA6D3E-A42C-41E3-97DD-92EDD079417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84">
            <a:extLst xmlns:a="http://schemas.openxmlformats.org/drawingml/2006/main">
              <a:ext uri="{FF2B5EF4-FFF2-40B4-BE49-F238E27FC236}">
                <a16:creationId xmlns:a16="http://schemas.microsoft.com/office/drawing/2014/main" id="{FB88D3BE-DC64-4938-B2B4-CC295B76B9D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85">
            <a:extLst xmlns:a="http://schemas.openxmlformats.org/drawingml/2006/main">
              <a:ext uri="{FF2B5EF4-FFF2-40B4-BE49-F238E27FC236}">
                <a16:creationId xmlns:a16="http://schemas.microsoft.com/office/drawing/2014/main" id="{74097C93-5505-4DE1-8A70-9EE410DD78D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1731D8-7B48-482F-8A69-EDA13AEB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DE511C5-8B2F-4DAA-8238-6C044598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A986BF3-C41D-42FF-8D71-F4882D31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F9E15C-474D-4753-A24D-5763C510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86">
            <a:extLst xmlns:a="http://schemas.openxmlformats.org/drawingml/2006/main">
              <a:ext uri="{FF2B5EF4-FFF2-40B4-BE49-F238E27FC236}">
                <a16:creationId xmlns:a16="http://schemas.microsoft.com/office/drawing/2014/main" id="{635D60EE-5E54-4614-87DB-BDF1FAFD2CF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87">
            <a:extLst xmlns:a="http://schemas.openxmlformats.org/drawingml/2006/main">
              <a:ext uri="{FF2B5EF4-FFF2-40B4-BE49-F238E27FC236}">
                <a16:creationId xmlns:a16="http://schemas.microsoft.com/office/drawing/2014/main" id="{A4A7CDFF-6660-4DF2-A78A-24CEAA1A195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隋唐盛世的形成原因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5E10EE9-241E-48DA-A9BE-E5247181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</p:txBody>
      </p:sp>
    </p:spTree>
    <p:extLst>
      <p:ext uri="{BB962C8B-B14F-4D97-AF65-F5344CB8AC3E}">
        <p14:creationId xmlns:p14="http://schemas.microsoft.com/office/powerpoint/2010/main" val="2129507646"/>
      </p:ext>
    </p:extLst>
  </p:cSld>
  <p:transition advClick="0"/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AC765-37CA-44AA-9FF3-954640C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88">
            <a:extLst xmlns:a="http://schemas.openxmlformats.org/drawingml/2006/main">
              <a:ext uri="{FF2B5EF4-FFF2-40B4-BE49-F238E27FC236}">
                <a16:creationId xmlns:a16="http://schemas.microsoft.com/office/drawing/2014/main" id="{E20C6F5E-978C-402D-8616-9E5CCB23BAB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89">
            <a:extLst xmlns:a="http://schemas.openxmlformats.org/drawingml/2006/main">
              <a:ext uri="{FF2B5EF4-FFF2-40B4-BE49-F238E27FC236}">
                <a16:creationId xmlns:a16="http://schemas.microsoft.com/office/drawing/2014/main" id="{B5D1591D-CDE6-443B-84E8-8BF55DAA0E7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90">
            <a:extLst xmlns:a="http://schemas.openxmlformats.org/drawingml/2006/main">
              <a:ext uri="{FF2B5EF4-FFF2-40B4-BE49-F238E27FC236}">
                <a16:creationId xmlns:a16="http://schemas.microsoft.com/office/drawing/2014/main" id="{6DF81E0A-8F73-47E0-8533-D7180225815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48F62A-7A05-476F-A952-3B8177EB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5A0F02-4E37-42A0-B278-FAB408DE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599A70-3275-4E44-964B-F9F4515E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283F05E-4EFE-4862-A0A2-0E805004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91">
            <a:extLst xmlns:a="http://schemas.openxmlformats.org/drawingml/2006/main">
              <a:ext uri="{FF2B5EF4-FFF2-40B4-BE49-F238E27FC236}">
                <a16:creationId xmlns:a16="http://schemas.microsoft.com/office/drawing/2014/main" id="{2F0B7BDA-F0AF-4FE9-99D7-AC6713D6445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92">
            <a:extLst xmlns:a="http://schemas.openxmlformats.org/drawingml/2006/main">
              <a:ext uri="{FF2B5EF4-FFF2-40B4-BE49-F238E27FC236}">
                <a16:creationId xmlns:a16="http://schemas.microsoft.com/office/drawing/2014/main" id="{8145053A-54B9-482A-9A15-4D216F93162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三彩盘及说明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0E53655-1321-474A-AF4F-FA62212D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303045562"/>
      </p:ext>
    </p:extLst>
  </p:cSld>
  <p:transition advClick="0"/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82DD4-899A-4A82-AD19-DD8405C6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93">
            <a:extLst xmlns:a="http://schemas.openxmlformats.org/drawingml/2006/main">
              <a:ext uri="{FF2B5EF4-FFF2-40B4-BE49-F238E27FC236}">
                <a16:creationId xmlns:a16="http://schemas.microsoft.com/office/drawing/2014/main" id="{6FE3C023-0ACA-4AF9-AD4D-D1CE7644038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94">
            <a:extLst xmlns:a="http://schemas.openxmlformats.org/drawingml/2006/main">
              <a:ext uri="{FF2B5EF4-FFF2-40B4-BE49-F238E27FC236}">
                <a16:creationId xmlns:a16="http://schemas.microsoft.com/office/drawing/2014/main" id="{1395760C-8CAF-43F0-837A-ABA632599EA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95">
            <a:extLst xmlns:a="http://schemas.openxmlformats.org/drawingml/2006/main">
              <a:ext uri="{FF2B5EF4-FFF2-40B4-BE49-F238E27FC236}">
                <a16:creationId xmlns:a16="http://schemas.microsoft.com/office/drawing/2014/main" id="{6CF62210-8725-4D6D-8E00-B6E0BAAE8E1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4EF9C0-339F-425E-A598-7A7D0F21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A0C4CF-F8EF-4204-AFF6-83EFBE00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8AE1295-482E-4526-A017-99E936F6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C4D779A-5D91-4E74-BA1E-4BE87BF1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8543CB9-6359-4836-8BBF-5748371D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896">
            <a:extLst xmlns:a="http://schemas.openxmlformats.org/drawingml/2006/main">
              <a:ext uri="{FF2B5EF4-FFF2-40B4-BE49-F238E27FC236}">
                <a16:creationId xmlns:a16="http://schemas.microsoft.com/office/drawing/2014/main" id="{355BF303-54B9-4B6A-88BB-5ACC66B892B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97">
            <a:extLst xmlns:a="http://schemas.openxmlformats.org/drawingml/2006/main">
              <a:ext uri="{FF2B5EF4-FFF2-40B4-BE49-F238E27FC236}">
                <a16:creationId xmlns:a16="http://schemas.microsoft.com/office/drawing/2014/main" id="{A97A000E-D527-4ADC-AD4A-18CC74981FA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464672593"/>
      </p:ext>
    </p:extLst>
  </p:cSld>
  <p:transition advClick="0"/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0A992-B3B1-47EE-AF78-E1645FB8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98">
            <a:extLst xmlns:a="http://schemas.openxmlformats.org/drawingml/2006/main">
              <a:ext uri="{FF2B5EF4-FFF2-40B4-BE49-F238E27FC236}">
                <a16:creationId xmlns:a16="http://schemas.microsoft.com/office/drawing/2014/main" id="{AAC2FEF7-05B8-45F2-87FC-9EF44306A97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99">
            <a:extLst xmlns:a="http://schemas.openxmlformats.org/drawingml/2006/main">
              <a:ext uri="{FF2B5EF4-FFF2-40B4-BE49-F238E27FC236}">
                <a16:creationId xmlns:a16="http://schemas.microsoft.com/office/drawing/2014/main" id="{49F3AF89-C7DA-411C-84A1-13C8F5BC609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00">
            <a:extLst xmlns:a="http://schemas.openxmlformats.org/drawingml/2006/main">
              <a:ext uri="{FF2B5EF4-FFF2-40B4-BE49-F238E27FC236}">
                <a16:creationId xmlns:a16="http://schemas.microsoft.com/office/drawing/2014/main" id="{2DE42EAC-F10D-4544-82B2-45DDF7D5FF6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218A67-A85E-437A-9CFA-13490FD8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B596EFA-8860-41A2-9BD3-8FD9C516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7D8931-5B4A-45F2-9608-FF4D8570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6E60D8-B532-4FB1-BF94-7C5CF974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01">
            <a:extLst xmlns:a="http://schemas.openxmlformats.org/drawingml/2006/main">
              <a:ext uri="{FF2B5EF4-FFF2-40B4-BE49-F238E27FC236}">
                <a16:creationId xmlns:a16="http://schemas.microsoft.com/office/drawing/2014/main" id="{24EA59C8-7EF5-4969-80F0-B5D46D6AFC5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02">
            <a:extLst xmlns:a="http://schemas.openxmlformats.org/drawingml/2006/main">
              <a:ext uri="{FF2B5EF4-FFF2-40B4-BE49-F238E27FC236}">
                <a16:creationId xmlns:a16="http://schemas.microsoft.com/office/drawing/2014/main" id="{D8103DC1-2FEF-429A-99BE-24C3EFEBEAE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5C23202-71A3-42DA-8107-9A847BC0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745657076"/>
      </p:ext>
    </p:extLst>
  </p:cSld>
  <p:transition advClick="0"/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3E841-4BC7-4986-B872-371932DA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03">
            <a:extLst xmlns:a="http://schemas.openxmlformats.org/drawingml/2006/main">
              <a:ext uri="{FF2B5EF4-FFF2-40B4-BE49-F238E27FC236}">
                <a16:creationId xmlns:a16="http://schemas.microsoft.com/office/drawing/2014/main" id="{B22371C1-8557-4480-BAB7-771E9103CB8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04">
            <a:extLst xmlns:a="http://schemas.openxmlformats.org/drawingml/2006/main">
              <a:ext uri="{FF2B5EF4-FFF2-40B4-BE49-F238E27FC236}">
                <a16:creationId xmlns:a16="http://schemas.microsoft.com/office/drawing/2014/main" id="{51CD4B32-8BAC-4CAB-AA14-27CDA1917CF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05">
            <a:extLst xmlns:a="http://schemas.openxmlformats.org/drawingml/2006/main">
              <a:ext uri="{FF2B5EF4-FFF2-40B4-BE49-F238E27FC236}">
                <a16:creationId xmlns:a16="http://schemas.microsoft.com/office/drawing/2014/main" id="{7CDF2467-A6CA-4A10-9C65-DF6DCC61CF8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87CA60-E11C-45C1-914D-E7440B7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085B22-FBFC-462D-AADD-8F32AAC5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CCCFAE-8501-4985-A0D1-A6F8860F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D007FC-6602-4537-A039-81DF7F12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D618C6-BCFD-4E90-B570-0FAC464E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06">
            <a:extLst xmlns:a="http://schemas.openxmlformats.org/drawingml/2006/main">
              <a:ext uri="{FF2B5EF4-FFF2-40B4-BE49-F238E27FC236}">
                <a16:creationId xmlns:a16="http://schemas.microsoft.com/office/drawing/2014/main" id="{0D15539E-F3D3-4C03-9C4D-8075DDC007F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07">
            <a:extLst xmlns:a="http://schemas.openxmlformats.org/drawingml/2006/main">
              <a:ext uri="{FF2B5EF4-FFF2-40B4-BE49-F238E27FC236}">
                <a16:creationId xmlns:a16="http://schemas.microsoft.com/office/drawing/2014/main" id="{245D329E-E028-4280-B52F-039A5B15128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055979673"/>
      </p:ext>
    </p:extLst>
  </p:cSld>
  <p:transition advClick="0"/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7C391-4FD1-4897-9BF3-864FD538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08">
            <a:extLst xmlns:a="http://schemas.openxmlformats.org/drawingml/2006/main">
              <a:ext uri="{FF2B5EF4-FFF2-40B4-BE49-F238E27FC236}">
                <a16:creationId xmlns:a16="http://schemas.microsoft.com/office/drawing/2014/main" id="{D278BEDE-30B9-4E3F-9DD6-461599BA0CD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09">
            <a:extLst xmlns:a="http://schemas.openxmlformats.org/drawingml/2006/main">
              <a:ext uri="{FF2B5EF4-FFF2-40B4-BE49-F238E27FC236}">
                <a16:creationId xmlns:a16="http://schemas.microsoft.com/office/drawing/2014/main" id="{78BE6C15-D668-43D2-8AD8-1305F1B0B8A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10">
            <a:extLst xmlns:a="http://schemas.openxmlformats.org/drawingml/2006/main">
              <a:ext uri="{FF2B5EF4-FFF2-40B4-BE49-F238E27FC236}">
                <a16:creationId xmlns:a16="http://schemas.microsoft.com/office/drawing/2014/main" id="{3E670EF0-8FC1-44CC-9124-62350383724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00F6FAE-2A95-4770-8F99-BE725DEA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9A04E3-3687-494F-AA6B-C85FAB1A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F5F126E-A8CF-4264-9249-412FF6BE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EFE4A2B-A9F2-480E-8729-282620CE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11">
            <a:extLst xmlns:a="http://schemas.openxmlformats.org/drawingml/2006/main">
              <a:ext uri="{FF2B5EF4-FFF2-40B4-BE49-F238E27FC236}">
                <a16:creationId xmlns:a16="http://schemas.microsoft.com/office/drawing/2014/main" id="{3A46D7A9-D0DB-4830-8ED2-9AFFDD94F8E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12">
            <a:extLst xmlns:a="http://schemas.openxmlformats.org/drawingml/2006/main">
              <a:ext uri="{FF2B5EF4-FFF2-40B4-BE49-F238E27FC236}">
                <a16:creationId xmlns:a16="http://schemas.microsoft.com/office/drawing/2014/main" id="{52B33909-F0E8-4825-A857-7AF8AAA7040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B199601-47F0-4265-9C30-B2F7E065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651425760"/>
      </p:ext>
    </p:extLst>
  </p:cSld>
  <p:transition advClick="0"/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0BDC4-0B3A-42B7-8768-FC8563B8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13">
            <a:extLst xmlns:a="http://schemas.openxmlformats.org/drawingml/2006/main">
              <a:ext uri="{FF2B5EF4-FFF2-40B4-BE49-F238E27FC236}">
                <a16:creationId xmlns:a16="http://schemas.microsoft.com/office/drawing/2014/main" id="{F47D2D29-9C67-48AE-A410-6D2DCE160EA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14">
            <a:extLst xmlns:a="http://schemas.openxmlformats.org/drawingml/2006/main">
              <a:ext uri="{FF2B5EF4-FFF2-40B4-BE49-F238E27FC236}">
                <a16:creationId xmlns:a16="http://schemas.microsoft.com/office/drawing/2014/main" id="{4329135E-8FC8-4367-927D-03047EA9384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15">
            <a:extLst xmlns:a="http://schemas.openxmlformats.org/drawingml/2006/main">
              <a:ext uri="{FF2B5EF4-FFF2-40B4-BE49-F238E27FC236}">
                <a16:creationId xmlns:a16="http://schemas.microsoft.com/office/drawing/2014/main" id="{91564565-344D-46D6-9865-E198E753EF1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6935BC-3D6E-4AF0-9C2D-B8F68573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DB5EBAB-9269-4E77-9012-49E8C3DB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112069-DD0C-4025-A09A-2ABE28C4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360C1B-CF57-41F2-BDBE-0AD69EDD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E70388A-50A8-48FB-9C40-24068100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916">
            <a:extLst xmlns:a="http://schemas.openxmlformats.org/drawingml/2006/main">
              <a:ext uri="{FF2B5EF4-FFF2-40B4-BE49-F238E27FC236}">
                <a16:creationId xmlns:a16="http://schemas.microsoft.com/office/drawing/2014/main" id="{0346D9B3-2418-4F12-94D4-9692CBF52BBD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17">
            <a:extLst xmlns:a="http://schemas.openxmlformats.org/drawingml/2006/main">
              <a:ext uri="{FF2B5EF4-FFF2-40B4-BE49-F238E27FC236}">
                <a16:creationId xmlns:a16="http://schemas.microsoft.com/office/drawing/2014/main" id="{DD66C23E-97BB-4C89-B30E-776ACA81D5B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126807620"/>
      </p:ext>
    </p:extLst>
  </p:cSld>
  <p:transition advClick="0"/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A01A2-DE89-4981-91D3-9751A7F2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18">
            <a:extLst xmlns:a="http://schemas.openxmlformats.org/drawingml/2006/main">
              <a:ext uri="{FF2B5EF4-FFF2-40B4-BE49-F238E27FC236}">
                <a16:creationId xmlns:a16="http://schemas.microsoft.com/office/drawing/2014/main" id="{019DD467-BF01-4A70-87EC-4DB9F617F230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19">
            <a:extLst xmlns:a="http://schemas.openxmlformats.org/drawingml/2006/main">
              <a:ext uri="{FF2B5EF4-FFF2-40B4-BE49-F238E27FC236}">
                <a16:creationId xmlns:a16="http://schemas.microsoft.com/office/drawing/2014/main" id="{27BE21E1-9922-4570-8597-262A02218F6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20">
            <a:extLst xmlns:a="http://schemas.openxmlformats.org/drawingml/2006/main">
              <a:ext uri="{FF2B5EF4-FFF2-40B4-BE49-F238E27FC236}">
                <a16:creationId xmlns:a16="http://schemas.microsoft.com/office/drawing/2014/main" id="{27C41429-5671-47ED-8644-85668C813A9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3EC9D0-6C0B-4706-AF01-E527740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875528-75B2-4EC5-8050-04FA4FBC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09B2235-182D-41A1-8CA9-F773EC13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DC5CA5-887A-4743-ADB7-5B925132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21">
            <a:extLst xmlns:a="http://schemas.openxmlformats.org/drawingml/2006/main">
              <a:ext uri="{FF2B5EF4-FFF2-40B4-BE49-F238E27FC236}">
                <a16:creationId xmlns:a16="http://schemas.microsoft.com/office/drawing/2014/main" id="{C4158D91-F36D-44DF-B0F7-DA171E3AE64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22">
            <a:extLst xmlns:a="http://schemas.openxmlformats.org/drawingml/2006/main">
              <a:ext uri="{FF2B5EF4-FFF2-40B4-BE49-F238E27FC236}">
                <a16:creationId xmlns:a16="http://schemas.microsoft.com/office/drawing/2014/main" id="{28BDE72F-EE9F-435B-B6E7-4AE3A4CFE62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兴起与分裂（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B64497A-7DE6-4009-86E0-C54895FE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910755411"/>
      </p:ext>
    </p:extLst>
  </p:cSld>
  <p:transition advClick="0"/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26050-690F-4052-817F-7D2B614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23">
            <a:extLst xmlns:a="http://schemas.openxmlformats.org/drawingml/2006/main">
              <a:ext uri="{FF2B5EF4-FFF2-40B4-BE49-F238E27FC236}">
                <a16:creationId xmlns:a16="http://schemas.microsoft.com/office/drawing/2014/main" id="{559E1308-F6CB-4F61-8E67-867CBEA3BF1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24">
            <a:extLst xmlns:a="http://schemas.openxmlformats.org/drawingml/2006/main">
              <a:ext uri="{FF2B5EF4-FFF2-40B4-BE49-F238E27FC236}">
                <a16:creationId xmlns:a16="http://schemas.microsoft.com/office/drawing/2014/main" id="{C493CFC9-2624-4F09-9DD7-14F6CA7A790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25">
            <a:extLst xmlns:a="http://schemas.openxmlformats.org/drawingml/2006/main">
              <a:ext uri="{FF2B5EF4-FFF2-40B4-BE49-F238E27FC236}">
                <a16:creationId xmlns:a16="http://schemas.microsoft.com/office/drawing/2014/main" id="{AAEE28C7-322D-4822-9400-66EE2E09CC1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437CFEB-84FB-457B-881C-2B2CA59E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66F4012-D578-4765-8B01-9F511DF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084E4B0-C489-4FDA-95E3-CC52C6D5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D50E97-B3DD-4AFC-82AC-E6B201F2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810F88-8478-4DC5-A716-CCF9501C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926">
            <a:extLst xmlns:a="http://schemas.openxmlformats.org/drawingml/2006/main">
              <a:ext uri="{FF2B5EF4-FFF2-40B4-BE49-F238E27FC236}">
                <a16:creationId xmlns:a16="http://schemas.microsoft.com/office/drawing/2014/main" id="{7758E372-352D-4142-833F-472CAF257A87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27">
            <a:extLst xmlns:a="http://schemas.openxmlformats.org/drawingml/2006/main">
              <a:ext uri="{FF2B5EF4-FFF2-40B4-BE49-F238E27FC236}">
                <a16:creationId xmlns:a16="http://schemas.microsoft.com/office/drawing/2014/main" id="{F95CFBF1-32B2-4977-B1D6-363A4D8097C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448100650"/>
      </p:ext>
    </p:extLst>
  </p:cSld>
  <p:transition advClick="0"/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8D86C-4A15-4021-9003-E07658B9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28">
            <a:extLst xmlns:a="http://schemas.openxmlformats.org/drawingml/2006/main">
              <a:ext uri="{FF2B5EF4-FFF2-40B4-BE49-F238E27FC236}">
                <a16:creationId xmlns:a16="http://schemas.microsoft.com/office/drawing/2014/main" id="{D1A3182C-0F06-490E-8971-48DF8515B8C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29">
            <a:extLst xmlns:a="http://schemas.openxmlformats.org/drawingml/2006/main">
              <a:ext uri="{FF2B5EF4-FFF2-40B4-BE49-F238E27FC236}">
                <a16:creationId xmlns:a16="http://schemas.microsoft.com/office/drawing/2014/main" id="{EFE182E7-53AD-49C2-A93A-9179D25B10F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30">
            <a:extLst xmlns:a="http://schemas.openxmlformats.org/drawingml/2006/main">
              <a:ext uri="{FF2B5EF4-FFF2-40B4-BE49-F238E27FC236}">
                <a16:creationId xmlns:a16="http://schemas.microsoft.com/office/drawing/2014/main" id="{22E77272-45C1-411C-8CAB-B16CDF051A6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B340668-6554-4B3A-B12F-01E45C38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01012D-F7DA-4D25-9A46-60001E12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95C1F9-DB9B-4FC8-9356-1E952266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2C1C74-D92D-4859-B1B6-2E1C171D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31">
            <a:extLst xmlns:a="http://schemas.openxmlformats.org/drawingml/2006/main">
              <a:ext uri="{FF2B5EF4-FFF2-40B4-BE49-F238E27FC236}">
                <a16:creationId xmlns:a16="http://schemas.microsoft.com/office/drawing/2014/main" id="{43AE9C74-A1D0-48D7-8667-91519C1E702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32">
            <a:extLst xmlns:a="http://schemas.openxmlformats.org/drawingml/2006/main">
              <a:ext uri="{FF2B5EF4-FFF2-40B4-BE49-F238E27FC236}">
                <a16:creationId xmlns:a16="http://schemas.microsoft.com/office/drawing/2014/main" id="{19743C24-0028-44FB-AE63-0FCDB68EB60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39C8E4B-EB38-422C-BD76-8E021C6C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518005739"/>
      </p:ext>
    </p:extLst>
  </p:cSld>
  <p:transition advClick="0"/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459D0-E095-47F2-BF4C-8A02CECB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33">
            <a:extLst xmlns:a="http://schemas.openxmlformats.org/drawingml/2006/main">
              <a:ext uri="{FF2B5EF4-FFF2-40B4-BE49-F238E27FC236}">
                <a16:creationId xmlns:a16="http://schemas.microsoft.com/office/drawing/2014/main" id="{AC5FAB0B-0A97-4B31-978F-0FF4BF38E53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34">
            <a:extLst xmlns:a="http://schemas.openxmlformats.org/drawingml/2006/main">
              <a:ext uri="{FF2B5EF4-FFF2-40B4-BE49-F238E27FC236}">
                <a16:creationId xmlns:a16="http://schemas.microsoft.com/office/drawing/2014/main" id="{7C16B87F-BF40-4D9B-B95A-D7C13F8A903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35">
            <a:extLst xmlns:a="http://schemas.openxmlformats.org/drawingml/2006/main">
              <a:ext uri="{FF2B5EF4-FFF2-40B4-BE49-F238E27FC236}">
                <a16:creationId xmlns:a16="http://schemas.microsoft.com/office/drawing/2014/main" id="{AD237FFC-ABBC-452A-B345-F6E4034AB52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B97D70-5E46-4BDA-9E60-6EE6122D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8A6494-B0CE-43EB-B07D-00F6D728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ECE2182-8293-42F1-A8A4-A7ED74AB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765E42-AC00-46EC-A5AF-90481FC9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912193-5138-42A6-9700-DC223EC8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36">
            <a:extLst xmlns:a="http://schemas.openxmlformats.org/drawingml/2006/main">
              <a:ext uri="{FF2B5EF4-FFF2-40B4-BE49-F238E27FC236}">
                <a16:creationId xmlns:a16="http://schemas.microsoft.com/office/drawing/2014/main" id="{CBA9CC3A-C755-4BE2-9329-76E5077FA0F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37">
            <a:extLst xmlns:a="http://schemas.openxmlformats.org/drawingml/2006/main">
              <a:ext uri="{FF2B5EF4-FFF2-40B4-BE49-F238E27FC236}">
                <a16:creationId xmlns:a16="http://schemas.microsoft.com/office/drawing/2014/main" id="{A5236F59-87E1-4867-B232-D39C56FA7C1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567587914"/>
      </p:ext>
    </p:extLst>
  </p:cSld>
  <p:transition advClick="0"/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9DBBE-C9F4-472C-80B5-AE4A2EA7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38">
            <a:extLst xmlns:a="http://schemas.openxmlformats.org/drawingml/2006/main">
              <a:ext uri="{FF2B5EF4-FFF2-40B4-BE49-F238E27FC236}">
                <a16:creationId xmlns:a16="http://schemas.microsoft.com/office/drawing/2014/main" id="{72732B79-B64A-4740-AE5B-E64AD5A13C06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39">
            <a:extLst xmlns:a="http://schemas.openxmlformats.org/drawingml/2006/main">
              <a:ext uri="{FF2B5EF4-FFF2-40B4-BE49-F238E27FC236}">
                <a16:creationId xmlns:a16="http://schemas.microsoft.com/office/drawing/2014/main" id="{F0AC9F03-F413-4000-BC44-6A4D90DAEA8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40">
            <a:extLst xmlns:a="http://schemas.openxmlformats.org/drawingml/2006/main">
              <a:ext uri="{FF2B5EF4-FFF2-40B4-BE49-F238E27FC236}">
                <a16:creationId xmlns:a16="http://schemas.microsoft.com/office/drawing/2014/main" id="{BA35A784-0F77-4D71-9DF0-29F62847EB7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7A94AB9-1F64-4673-8486-17B508B4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A81C13-FF71-4520-9D3A-2082F3C0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75F43D-1A44-4898-9F18-D1B320E1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843BD9-8FEF-4EF8-98F0-117651D1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41">
            <a:extLst xmlns:a="http://schemas.openxmlformats.org/drawingml/2006/main">
              <a:ext uri="{FF2B5EF4-FFF2-40B4-BE49-F238E27FC236}">
                <a16:creationId xmlns:a16="http://schemas.microsoft.com/office/drawing/2014/main" id="{42A12FE3-C81E-489A-BCEF-8994C0726D0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42">
            <a:extLst xmlns:a="http://schemas.openxmlformats.org/drawingml/2006/main">
              <a:ext uri="{FF2B5EF4-FFF2-40B4-BE49-F238E27FC236}">
                <a16:creationId xmlns:a16="http://schemas.microsoft.com/office/drawing/2014/main" id="{BE450FD9-25EC-4B24-8E93-85BC34AC6759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CAA9F65-A187-45AD-9C4E-4BE5CF2B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1700250035"/>
      </p:ext>
    </p:extLst>
  </p:cSld>
  <p:transition advClick="0"/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B346F-117F-4B08-951D-B990A446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43">
            <a:extLst xmlns:a="http://schemas.openxmlformats.org/drawingml/2006/main">
              <a:ext uri="{FF2B5EF4-FFF2-40B4-BE49-F238E27FC236}">
                <a16:creationId xmlns:a16="http://schemas.microsoft.com/office/drawing/2014/main" id="{82220351-0489-4ACF-9585-21BF6CD1438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44">
            <a:extLst xmlns:a="http://schemas.openxmlformats.org/drawingml/2006/main">
              <a:ext uri="{FF2B5EF4-FFF2-40B4-BE49-F238E27FC236}">
                <a16:creationId xmlns:a16="http://schemas.microsoft.com/office/drawing/2014/main" id="{682F858C-429C-4D96-84C8-1D971CCCD5A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45">
            <a:extLst xmlns:a="http://schemas.openxmlformats.org/drawingml/2006/main">
              <a:ext uri="{FF2B5EF4-FFF2-40B4-BE49-F238E27FC236}">
                <a16:creationId xmlns:a16="http://schemas.microsoft.com/office/drawing/2014/main" id="{8764689B-49C8-4C9B-9B87-2946DF8196F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B708E0-EFA9-4428-BEF7-53D6DE53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1C29BC-6ECD-4E88-ADFF-07FFF38E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0E15928-1A33-4639-B661-B9E246F7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F3623B-9208-4C16-BB58-3F1996EB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90E75F-772D-4FAD-BD09-A974D448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946">
            <a:extLst xmlns:a="http://schemas.openxmlformats.org/drawingml/2006/main">
              <a:ext uri="{FF2B5EF4-FFF2-40B4-BE49-F238E27FC236}">
                <a16:creationId xmlns:a16="http://schemas.microsoft.com/office/drawing/2014/main" id="{AE0C56EB-3B1D-4A87-A12C-857B7F39AA6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47">
            <a:extLst xmlns:a="http://schemas.openxmlformats.org/drawingml/2006/main">
              <a:ext uri="{FF2B5EF4-FFF2-40B4-BE49-F238E27FC236}">
                <a16:creationId xmlns:a16="http://schemas.microsoft.com/office/drawing/2014/main" id="{1A7CB4D3-E2F8-4238-97B7-60D8CA85704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069652350"/>
      </p:ext>
    </p:extLst>
  </p:cSld>
  <p:transition advClick="0"/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D7FAB-BD59-425F-978F-371DF2F8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48">
            <a:extLst xmlns:a="http://schemas.openxmlformats.org/drawingml/2006/main">
              <a:ext uri="{FF2B5EF4-FFF2-40B4-BE49-F238E27FC236}">
                <a16:creationId xmlns:a16="http://schemas.microsoft.com/office/drawing/2014/main" id="{96EB4FC3-CE2A-42A5-9AC8-500F42ACDFDD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49">
            <a:extLst xmlns:a="http://schemas.openxmlformats.org/drawingml/2006/main">
              <a:ext uri="{FF2B5EF4-FFF2-40B4-BE49-F238E27FC236}">
                <a16:creationId xmlns:a16="http://schemas.microsoft.com/office/drawing/2014/main" id="{D1248B2B-043E-4F91-990C-AAA3C179AAB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50">
            <a:extLst xmlns:a="http://schemas.openxmlformats.org/drawingml/2006/main">
              <a:ext uri="{FF2B5EF4-FFF2-40B4-BE49-F238E27FC236}">
                <a16:creationId xmlns:a16="http://schemas.microsoft.com/office/drawing/2014/main" id="{012006D2-87B7-43A3-95FF-FB044BEE31C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78FFDE-7009-4F3A-A3BF-075A4206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A17AF67-CC60-4B93-921F-CC2EFC5B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81FA778-9090-40F1-A2A5-FEF6CF73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91160EC-065B-4DF5-A9DB-B8FC2702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51">
            <a:extLst xmlns:a="http://schemas.openxmlformats.org/drawingml/2006/main">
              <a:ext uri="{FF2B5EF4-FFF2-40B4-BE49-F238E27FC236}">
                <a16:creationId xmlns:a16="http://schemas.microsoft.com/office/drawing/2014/main" id="{55114BC7-8142-43AA-B5E6-158AC6C48B0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52">
            <a:extLst xmlns:a="http://schemas.openxmlformats.org/drawingml/2006/main">
              <a:ext uri="{FF2B5EF4-FFF2-40B4-BE49-F238E27FC236}">
                <a16:creationId xmlns:a16="http://schemas.microsoft.com/office/drawing/2014/main" id="{38C63B8E-499E-4DE0-9439-33D92CB0C00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突厥、安西与北庭都护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39E2A5-0DFA-4113-874A-B42CC998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642301695"/>
      </p:ext>
    </p:extLst>
  </p:cSld>
  <p:transition advClick="0"/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38E0D-6E76-4AFF-A708-3E3C0DBF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53">
            <a:extLst xmlns:a="http://schemas.openxmlformats.org/drawingml/2006/main">
              <a:ext uri="{FF2B5EF4-FFF2-40B4-BE49-F238E27FC236}">
                <a16:creationId xmlns:a16="http://schemas.microsoft.com/office/drawing/2014/main" id="{B6F82AC3-825A-4D53-9E99-1D32CEDE905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54">
            <a:extLst xmlns:a="http://schemas.openxmlformats.org/drawingml/2006/main">
              <a:ext uri="{FF2B5EF4-FFF2-40B4-BE49-F238E27FC236}">
                <a16:creationId xmlns:a16="http://schemas.microsoft.com/office/drawing/2014/main" id="{11CAD1C0-0C32-4260-B62B-CD0138101F4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55">
            <a:extLst xmlns:a="http://schemas.openxmlformats.org/drawingml/2006/main">
              <a:ext uri="{FF2B5EF4-FFF2-40B4-BE49-F238E27FC236}">
                <a16:creationId xmlns:a16="http://schemas.microsoft.com/office/drawing/2014/main" id="{D428E921-0D3B-4B64-9D05-310F47670F4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553972-0ACD-46BC-BD08-E2857AF6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E353B0B-A04F-4AA2-A1C5-04789A4C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F25E08-C294-4BCA-B9F1-18A1EBCD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D7C5CF-6C75-4874-8350-4AD669FA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1EC83B0-FF0E-4528-A39A-845094BF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956">
            <a:extLst xmlns:a="http://schemas.openxmlformats.org/drawingml/2006/main">
              <a:ext uri="{FF2B5EF4-FFF2-40B4-BE49-F238E27FC236}">
                <a16:creationId xmlns:a16="http://schemas.microsoft.com/office/drawing/2014/main" id="{18C315F7-ED09-40BA-87C9-A6B02EE2266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57">
            <a:extLst xmlns:a="http://schemas.openxmlformats.org/drawingml/2006/main">
              <a:ext uri="{FF2B5EF4-FFF2-40B4-BE49-F238E27FC236}">
                <a16:creationId xmlns:a16="http://schemas.microsoft.com/office/drawing/2014/main" id="{A0AF3707-4663-499A-9BD0-DAAB0B72980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905416149"/>
      </p:ext>
    </p:extLst>
  </p:cSld>
  <p:transition advClick="0"/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37EDC-17D2-4973-A7D7-0ED58150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58">
            <a:extLst xmlns:a="http://schemas.openxmlformats.org/drawingml/2006/main">
              <a:ext uri="{FF2B5EF4-FFF2-40B4-BE49-F238E27FC236}">
                <a16:creationId xmlns:a16="http://schemas.microsoft.com/office/drawing/2014/main" id="{F30F1940-D460-46F9-B3C6-5D980C60AC0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59">
            <a:extLst xmlns:a="http://schemas.openxmlformats.org/drawingml/2006/main">
              <a:ext uri="{FF2B5EF4-FFF2-40B4-BE49-F238E27FC236}">
                <a16:creationId xmlns:a16="http://schemas.microsoft.com/office/drawing/2014/main" id="{3DDCE32D-082F-4864-A31A-4F376F35E18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60">
            <a:extLst xmlns:a="http://schemas.openxmlformats.org/drawingml/2006/main">
              <a:ext uri="{FF2B5EF4-FFF2-40B4-BE49-F238E27FC236}">
                <a16:creationId xmlns:a16="http://schemas.microsoft.com/office/drawing/2014/main" id="{F786BEC4-5D83-4740-947E-0B08ADE2E37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7F41A0-61BD-43F7-8181-EFE2FAA1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7F5CC5B-B87A-426C-9921-DF7625A8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316D072-4118-425C-978D-44CB5B94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CB839A3-8D0C-4EAC-9D76-9563BC36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61">
            <a:extLst xmlns:a="http://schemas.openxmlformats.org/drawingml/2006/main">
              <a:ext uri="{FF2B5EF4-FFF2-40B4-BE49-F238E27FC236}">
                <a16:creationId xmlns:a16="http://schemas.microsoft.com/office/drawing/2014/main" id="{4E6380AF-5FBD-4C3C-B260-2A5B9F8F1E19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62">
            <a:extLst xmlns:a="http://schemas.openxmlformats.org/drawingml/2006/main">
              <a:ext uri="{FF2B5EF4-FFF2-40B4-BE49-F238E27FC236}">
                <a16:creationId xmlns:a16="http://schemas.microsoft.com/office/drawing/2014/main" id="{256766F1-183C-41A2-A996-0DC888C34A7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AC8976B-FD77-4D61-B4D7-6B6ED4F0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1411041928"/>
      </p:ext>
    </p:extLst>
  </p:cSld>
  <p:transition advClick="0"/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83A6A-14AF-4657-A153-DECE8AEC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63">
            <a:extLst xmlns:a="http://schemas.openxmlformats.org/drawingml/2006/main">
              <a:ext uri="{FF2B5EF4-FFF2-40B4-BE49-F238E27FC236}">
                <a16:creationId xmlns:a16="http://schemas.microsoft.com/office/drawing/2014/main" id="{ADACBC28-7190-45A4-898D-F7323F03D8D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64">
            <a:extLst xmlns:a="http://schemas.openxmlformats.org/drawingml/2006/main">
              <a:ext uri="{FF2B5EF4-FFF2-40B4-BE49-F238E27FC236}">
                <a16:creationId xmlns:a16="http://schemas.microsoft.com/office/drawing/2014/main" id="{0CF998DC-AABC-41C1-88AB-CF3ABE49F52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65">
            <a:extLst xmlns:a="http://schemas.openxmlformats.org/drawingml/2006/main">
              <a:ext uri="{FF2B5EF4-FFF2-40B4-BE49-F238E27FC236}">
                <a16:creationId xmlns:a16="http://schemas.microsoft.com/office/drawing/2014/main" id="{F04591C4-A27D-4800-9F22-33E37DC48A7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B0848D-1F0A-4944-AB41-2DCB5C61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B6FDFC-813A-4EC0-B9CB-3DC26954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F6455FC-F478-4329-BA05-ED1284A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368E5CD-54D1-4A63-B7C0-0D8CA361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7BF71ED-DCDC-4DB7-A3DA-5499F7CA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66">
            <a:extLst xmlns:a="http://schemas.openxmlformats.org/drawingml/2006/main">
              <a:ext uri="{FF2B5EF4-FFF2-40B4-BE49-F238E27FC236}">
                <a16:creationId xmlns:a16="http://schemas.microsoft.com/office/drawing/2014/main" id="{0653DD15-9674-42F8-9185-55AC2078676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67">
            <a:extLst xmlns:a="http://schemas.openxmlformats.org/drawingml/2006/main">
              <a:ext uri="{FF2B5EF4-FFF2-40B4-BE49-F238E27FC236}">
                <a16:creationId xmlns:a16="http://schemas.microsoft.com/office/drawing/2014/main" id="{7DBDAC90-F405-40F4-90CE-39ACA73ACD8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035292600"/>
      </p:ext>
    </p:extLst>
  </p:cSld>
  <p:transition advClick="0"/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D98B5-6A29-437C-B936-4FE20394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68">
            <a:extLst xmlns:a="http://schemas.openxmlformats.org/drawingml/2006/main">
              <a:ext uri="{FF2B5EF4-FFF2-40B4-BE49-F238E27FC236}">
                <a16:creationId xmlns:a16="http://schemas.microsoft.com/office/drawing/2014/main" id="{9F65D5AB-90FA-4823-BD79-2CA4EFDAC4D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69">
            <a:extLst xmlns:a="http://schemas.openxmlformats.org/drawingml/2006/main">
              <a:ext uri="{FF2B5EF4-FFF2-40B4-BE49-F238E27FC236}">
                <a16:creationId xmlns:a16="http://schemas.microsoft.com/office/drawing/2014/main" id="{9C46AD5B-A12A-433E-931F-BA8D110A5B3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70">
            <a:extLst xmlns:a="http://schemas.openxmlformats.org/drawingml/2006/main">
              <a:ext uri="{FF2B5EF4-FFF2-40B4-BE49-F238E27FC236}">
                <a16:creationId xmlns:a16="http://schemas.microsoft.com/office/drawing/2014/main" id="{00776A1E-5E09-4B9C-A02E-67AC4BC50A7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A96463D-73C5-44BD-BF0A-23F9FCA3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E43F4E-125B-4F28-8C81-09DB0ECC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05D376-DC13-4977-823B-20280165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5E89699-389A-4C51-9596-8046CC3D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71">
            <a:extLst xmlns:a="http://schemas.openxmlformats.org/drawingml/2006/main">
              <a:ext uri="{FF2B5EF4-FFF2-40B4-BE49-F238E27FC236}">
                <a16:creationId xmlns:a16="http://schemas.microsoft.com/office/drawing/2014/main" id="{CF2CDFC4-D187-4754-A221-DF7BAD44EE0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72">
            <a:extLst xmlns:a="http://schemas.openxmlformats.org/drawingml/2006/main">
              <a:ext uri="{FF2B5EF4-FFF2-40B4-BE49-F238E27FC236}">
                <a16:creationId xmlns:a16="http://schemas.microsoft.com/office/drawing/2014/main" id="{663B67BD-8512-431C-90C4-4EA6FBB1BDE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729700B-7B9E-40A8-8B15-0D3ADC46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1611935641"/>
      </p:ext>
    </p:extLst>
  </p:cSld>
  <p:transition advClick="0"/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B7997-501B-420B-BCFC-2B79ACF8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73">
            <a:extLst xmlns:a="http://schemas.openxmlformats.org/drawingml/2006/main">
              <a:ext uri="{FF2B5EF4-FFF2-40B4-BE49-F238E27FC236}">
                <a16:creationId xmlns:a16="http://schemas.microsoft.com/office/drawing/2014/main" id="{324EA117-1CBA-42AC-B547-CA6D55B001B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74">
            <a:extLst xmlns:a="http://schemas.openxmlformats.org/drawingml/2006/main">
              <a:ext uri="{FF2B5EF4-FFF2-40B4-BE49-F238E27FC236}">
                <a16:creationId xmlns:a16="http://schemas.microsoft.com/office/drawing/2014/main" id="{48DA3CB2-9DCE-4442-B3DF-00638005796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75">
            <a:extLst xmlns:a="http://schemas.openxmlformats.org/drawingml/2006/main">
              <a:ext uri="{FF2B5EF4-FFF2-40B4-BE49-F238E27FC236}">
                <a16:creationId xmlns:a16="http://schemas.microsoft.com/office/drawing/2014/main" id="{4789D3D4-D8EC-46F2-9A16-70920112561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91B295-16AF-4CE7-A24D-E73C265E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402462-E4D1-4846-BA7E-A4566DD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8392766-E087-4166-B6BF-A6EB2FA8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E24A0B-2319-4F82-B811-DADACEF6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4951E56-9CBE-4F35-8E94-C6ED7A49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976">
            <a:extLst xmlns:a="http://schemas.openxmlformats.org/drawingml/2006/main">
              <a:ext uri="{FF2B5EF4-FFF2-40B4-BE49-F238E27FC236}">
                <a16:creationId xmlns:a16="http://schemas.microsoft.com/office/drawing/2014/main" id="{252B6D21-9B0B-4914-B285-AC76E3F5D62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77">
            <a:extLst xmlns:a="http://schemas.openxmlformats.org/drawingml/2006/main">
              <a:ext uri="{FF2B5EF4-FFF2-40B4-BE49-F238E27FC236}">
                <a16:creationId xmlns:a16="http://schemas.microsoft.com/office/drawing/2014/main" id="{46DE7F39-25E4-4488-B4B7-D949718B165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498779401"/>
      </p:ext>
    </p:extLst>
  </p:cSld>
  <p:transition advClick="0"/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F3D6E-DEC2-4666-9A79-07296DEA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78">
            <a:extLst xmlns:a="http://schemas.openxmlformats.org/drawingml/2006/main">
              <a:ext uri="{FF2B5EF4-FFF2-40B4-BE49-F238E27FC236}">
                <a16:creationId xmlns:a16="http://schemas.microsoft.com/office/drawing/2014/main" id="{DB1F85D7-422B-4404-B28D-52DD502BD73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79">
            <a:extLst xmlns:a="http://schemas.openxmlformats.org/drawingml/2006/main">
              <a:ext uri="{FF2B5EF4-FFF2-40B4-BE49-F238E27FC236}">
                <a16:creationId xmlns:a16="http://schemas.microsoft.com/office/drawing/2014/main" id="{E86067E1-BEBD-421C-9B45-8FB37ADF284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80">
            <a:extLst xmlns:a="http://schemas.openxmlformats.org/drawingml/2006/main">
              <a:ext uri="{FF2B5EF4-FFF2-40B4-BE49-F238E27FC236}">
                <a16:creationId xmlns:a16="http://schemas.microsoft.com/office/drawing/2014/main" id="{5C63205D-5165-4536-8E20-90723559D00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429E56-0585-49B2-AE3C-87863DE6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E2A7411-4E79-453A-9982-AC1D8798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D32C30-B2C0-420E-A5A3-D51EA3F8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97C476-0E63-4399-BA7F-1C3796D1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81">
            <a:extLst xmlns:a="http://schemas.openxmlformats.org/drawingml/2006/main">
              <a:ext uri="{FF2B5EF4-FFF2-40B4-BE49-F238E27FC236}">
                <a16:creationId xmlns:a16="http://schemas.microsoft.com/office/drawing/2014/main" id="{D2B32086-BA42-41DA-82B7-A08717955552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82">
            <a:extLst xmlns:a="http://schemas.openxmlformats.org/drawingml/2006/main">
              <a:ext uri="{FF2B5EF4-FFF2-40B4-BE49-F238E27FC236}">
                <a16:creationId xmlns:a16="http://schemas.microsoft.com/office/drawing/2014/main" id="{71EB9B8D-3EF3-4BE6-84CA-7753AB7CFD7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历史纵横：回纥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1D17C2D-68B8-478F-BAB5-DC94B16A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604408243"/>
      </p:ext>
    </p:extLst>
  </p:cSld>
  <p:transition advClick="0"/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01218-DCFA-4AA5-990D-C79C6720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83">
            <a:extLst xmlns:a="http://schemas.openxmlformats.org/drawingml/2006/main">
              <a:ext uri="{FF2B5EF4-FFF2-40B4-BE49-F238E27FC236}">
                <a16:creationId xmlns:a16="http://schemas.microsoft.com/office/drawing/2014/main" id="{406889EF-4F8C-44F9-AA65-522D4B5383C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84">
            <a:extLst xmlns:a="http://schemas.openxmlformats.org/drawingml/2006/main">
              <a:ext uri="{FF2B5EF4-FFF2-40B4-BE49-F238E27FC236}">
                <a16:creationId xmlns:a16="http://schemas.microsoft.com/office/drawing/2014/main" id="{A10DDFDE-C709-4AA2-8013-7357700C6AC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85">
            <a:extLst xmlns:a="http://schemas.openxmlformats.org/drawingml/2006/main">
              <a:ext uri="{FF2B5EF4-FFF2-40B4-BE49-F238E27FC236}">
                <a16:creationId xmlns:a16="http://schemas.microsoft.com/office/drawing/2014/main" id="{4B573A83-7318-485E-9B5D-A88A2015046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4185CA-3A3B-41F1-A0A6-FE098E47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AF7568-48E5-44A8-9E85-F4A4A8AE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0C4A36-227E-41E3-85A8-8707A8D0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EC0394-FAB1-4B67-AD1C-B68456CE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C2AC55-BDE6-4F6A-AE1E-93F4EC55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986">
            <a:extLst xmlns:a="http://schemas.openxmlformats.org/drawingml/2006/main">
              <a:ext uri="{FF2B5EF4-FFF2-40B4-BE49-F238E27FC236}">
                <a16:creationId xmlns:a16="http://schemas.microsoft.com/office/drawing/2014/main" id="{8949EBB0-8EAE-4611-8CA2-0C36AFAA5DF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87">
            <a:extLst xmlns:a="http://schemas.openxmlformats.org/drawingml/2006/main">
              <a:ext uri="{FF2B5EF4-FFF2-40B4-BE49-F238E27FC236}">
                <a16:creationId xmlns:a16="http://schemas.microsoft.com/office/drawing/2014/main" id="{5E236114-A97B-4D9C-89AF-274E2F53A1B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347052121"/>
      </p:ext>
    </p:extLst>
  </p:cSld>
  <p:transition advClick="0"/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A6D12-89D1-4A25-B709-1BC48E5E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88">
            <a:extLst xmlns:a="http://schemas.openxmlformats.org/drawingml/2006/main">
              <a:ext uri="{FF2B5EF4-FFF2-40B4-BE49-F238E27FC236}">
                <a16:creationId xmlns:a16="http://schemas.microsoft.com/office/drawing/2014/main" id="{1AA601AD-3DB7-40BD-86A9-3D09E51D493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89">
            <a:extLst xmlns:a="http://schemas.openxmlformats.org/drawingml/2006/main">
              <a:ext uri="{FF2B5EF4-FFF2-40B4-BE49-F238E27FC236}">
                <a16:creationId xmlns:a16="http://schemas.microsoft.com/office/drawing/2014/main" id="{878EEFE0-93FF-4006-9CBB-363F31941CC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90">
            <a:extLst xmlns:a="http://schemas.openxmlformats.org/drawingml/2006/main">
              <a:ext uri="{FF2B5EF4-FFF2-40B4-BE49-F238E27FC236}">
                <a16:creationId xmlns:a16="http://schemas.microsoft.com/office/drawing/2014/main" id="{81A4582C-BE49-430E-98AD-E6DA239AD24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BC812D1-6A6E-4B84-8D64-5710AB0B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CC4159E-FE44-4EBC-A010-85D68301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13F810-F1A4-4DDE-9E74-370A1281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6A9738-D9FE-4378-9873-297A18DC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91">
            <a:extLst xmlns:a="http://schemas.openxmlformats.org/drawingml/2006/main">
              <a:ext uri="{FF2B5EF4-FFF2-40B4-BE49-F238E27FC236}">
                <a16:creationId xmlns:a16="http://schemas.microsoft.com/office/drawing/2014/main" id="{E1B70893-5686-4F94-AA7B-288037DBA38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92">
            <a:extLst xmlns:a="http://schemas.openxmlformats.org/drawingml/2006/main">
              <a:ext uri="{FF2B5EF4-FFF2-40B4-BE49-F238E27FC236}">
                <a16:creationId xmlns:a16="http://schemas.microsoft.com/office/drawing/2014/main" id="{A55C0E7A-2A3E-4A70-A662-1FB3F7366F8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DA749D6-6235-4441-ACB2-983C582C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297722178"/>
      </p:ext>
    </p:extLst>
  </p:cSld>
  <p:transition advClick="0"/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1A22D-B478-4E4B-8F93-CE27D077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93">
            <a:extLst xmlns:a="http://schemas.openxmlformats.org/drawingml/2006/main">
              <a:ext uri="{FF2B5EF4-FFF2-40B4-BE49-F238E27FC236}">
                <a16:creationId xmlns:a16="http://schemas.microsoft.com/office/drawing/2014/main" id="{30C6846B-2E8B-44B7-A887-220A68F88D3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94">
            <a:extLst xmlns:a="http://schemas.openxmlformats.org/drawingml/2006/main">
              <a:ext uri="{FF2B5EF4-FFF2-40B4-BE49-F238E27FC236}">
                <a16:creationId xmlns:a16="http://schemas.microsoft.com/office/drawing/2014/main" id="{ACA9C66A-A60A-44A4-9FE0-01BFAE926C8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95">
            <a:extLst xmlns:a="http://schemas.openxmlformats.org/drawingml/2006/main">
              <a:ext uri="{FF2B5EF4-FFF2-40B4-BE49-F238E27FC236}">
                <a16:creationId xmlns:a16="http://schemas.microsoft.com/office/drawing/2014/main" id="{E63BF4B2-3A94-4E91-A2D1-A5185E5A953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0BFE21-56BD-4E6B-991B-FB3EB4B7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2B2DEA2-A2B5-43A3-9417-0F52ADEC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B549F3D-C468-4EDC-9BE1-8080FB99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51E8D0-D380-49DC-BF34-3B5CB79A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5BF785D-3E22-4AB4-A375-2E076C1F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96">
            <a:extLst xmlns:a="http://schemas.openxmlformats.org/drawingml/2006/main">
              <a:ext uri="{FF2B5EF4-FFF2-40B4-BE49-F238E27FC236}">
                <a16:creationId xmlns:a16="http://schemas.microsoft.com/office/drawing/2014/main" id="{1FA52174-9AC6-4474-98A1-E87330519F8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97">
            <a:extLst xmlns:a="http://schemas.openxmlformats.org/drawingml/2006/main">
              <a:ext uri="{FF2B5EF4-FFF2-40B4-BE49-F238E27FC236}">
                <a16:creationId xmlns:a16="http://schemas.microsoft.com/office/drawing/2014/main" id="{2E6203D9-A1F7-4141-A9CD-DACDD8C65C85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967947047"/>
      </p:ext>
    </p:extLst>
  </p:cSld>
  <p:transition advClick="0"/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88F6E-6E0F-4F86-9427-0FCF9D36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98">
            <a:extLst xmlns:a="http://schemas.openxmlformats.org/drawingml/2006/main">
              <a:ext uri="{FF2B5EF4-FFF2-40B4-BE49-F238E27FC236}">
                <a16:creationId xmlns:a16="http://schemas.microsoft.com/office/drawing/2014/main" id="{A7F8C1F7-6CEA-4B74-A81A-8A2D515B0A5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99">
            <a:extLst xmlns:a="http://schemas.openxmlformats.org/drawingml/2006/main">
              <a:ext uri="{FF2B5EF4-FFF2-40B4-BE49-F238E27FC236}">
                <a16:creationId xmlns:a16="http://schemas.microsoft.com/office/drawing/2014/main" id="{8614FFF1-AEAC-4128-AEEA-B2B008265398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00">
            <a:extLst xmlns:a="http://schemas.openxmlformats.org/drawingml/2006/main">
              <a:ext uri="{FF2B5EF4-FFF2-40B4-BE49-F238E27FC236}">
                <a16:creationId xmlns:a16="http://schemas.microsoft.com/office/drawing/2014/main" id="{C900EBF5-D2B2-456D-946A-02EE2797DE9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B2DFD8-FC41-4342-BFA8-CE34BF40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FD5D00-F1F0-4F71-B52F-C9E5AD5C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7D3E4B0-79AF-429C-B13C-D63176CB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28A78F-A71E-4B28-B8C1-DDB53F9C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01">
            <a:extLst xmlns:a="http://schemas.openxmlformats.org/drawingml/2006/main">
              <a:ext uri="{FF2B5EF4-FFF2-40B4-BE49-F238E27FC236}">
                <a16:creationId xmlns:a16="http://schemas.microsoft.com/office/drawing/2014/main" id="{EE3B2EAC-3429-4A84-BCBF-6832E87BF33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02">
            <a:extLst xmlns:a="http://schemas.openxmlformats.org/drawingml/2006/main">
              <a:ext uri="{FF2B5EF4-FFF2-40B4-BE49-F238E27FC236}">
                <a16:creationId xmlns:a16="http://schemas.microsoft.com/office/drawing/2014/main" id="{DB5192CD-F662-44E3-954D-B2D4A6FDE6D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E3965AF-BF68-4FC7-8066-1D091346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503067944"/>
      </p:ext>
    </p:extLst>
  </p:cSld>
  <p:transition advClick="0"/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5CB20-D80C-4634-9A19-1CF503A9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03">
            <a:extLst xmlns:a="http://schemas.openxmlformats.org/drawingml/2006/main">
              <a:ext uri="{FF2B5EF4-FFF2-40B4-BE49-F238E27FC236}">
                <a16:creationId xmlns:a16="http://schemas.microsoft.com/office/drawing/2014/main" id="{1EFA0E8A-CC63-489C-B50D-8AA49B04734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04">
            <a:extLst xmlns:a="http://schemas.openxmlformats.org/drawingml/2006/main">
              <a:ext uri="{FF2B5EF4-FFF2-40B4-BE49-F238E27FC236}">
                <a16:creationId xmlns:a16="http://schemas.microsoft.com/office/drawing/2014/main" id="{E6C69529-74B7-4B03-AF89-15C813F9133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05">
            <a:extLst xmlns:a="http://schemas.openxmlformats.org/drawingml/2006/main">
              <a:ext uri="{FF2B5EF4-FFF2-40B4-BE49-F238E27FC236}">
                <a16:creationId xmlns:a16="http://schemas.microsoft.com/office/drawing/2014/main" id="{21719D72-D629-4900-B400-3D9B352DE11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83E501-1574-467F-855B-43376912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588BEA-12F5-44B4-B244-7CFAD2E6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51DB16B-D116-402E-A727-AAE707C3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7366D32-4A98-4374-8D91-3DFEA410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143CD0B-1296-4285-B4F4-FAD48154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1006">
            <a:extLst xmlns:a="http://schemas.openxmlformats.org/drawingml/2006/main">
              <a:ext uri="{FF2B5EF4-FFF2-40B4-BE49-F238E27FC236}">
                <a16:creationId xmlns:a16="http://schemas.microsoft.com/office/drawing/2014/main" id="{E7349D2C-3362-45DE-A673-692E94712DD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07">
            <a:extLst xmlns:a="http://schemas.openxmlformats.org/drawingml/2006/main">
              <a:ext uri="{FF2B5EF4-FFF2-40B4-BE49-F238E27FC236}">
                <a16:creationId xmlns:a16="http://schemas.microsoft.com/office/drawing/2014/main" id="{70719C3A-F16A-4F1B-80ED-4E926D5DA2F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49190268"/>
      </p:ext>
    </p:extLst>
  </p:cSld>
  <p:transition advClick="0"/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2C68D-D11B-40BC-BCA8-3A24C26B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08">
            <a:extLst xmlns:a="http://schemas.openxmlformats.org/drawingml/2006/main">
              <a:ext uri="{FF2B5EF4-FFF2-40B4-BE49-F238E27FC236}">
                <a16:creationId xmlns:a16="http://schemas.microsoft.com/office/drawing/2014/main" id="{E503266B-B230-45B0-B364-1A4511F279B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09">
            <a:extLst xmlns:a="http://schemas.openxmlformats.org/drawingml/2006/main">
              <a:ext uri="{FF2B5EF4-FFF2-40B4-BE49-F238E27FC236}">
                <a16:creationId xmlns:a16="http://schemas.microsoft.com/office/drawing/2014/main" id="{ACAB4C1B-03A5-4EAE-8D7E-AB157E53A92E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10">
            <a:extLst xmlns:a="http://schemas.openxmlformats.org/drawingml/2006/main">
              <a:ext uri="{FF2B5EF4-FFF2-40B4-BE49-F238E27FC236}">
                <a16:creationId xmlns:a16="http://schemas.microsoft.com/office/drawing/2014/main" id="{42D708B5-A4E1-42C6-A2B4-AC8DEF0C472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88748E-1783-4587-B341-B06E0F80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5B1092-2D55-40B7-A28B-1CB9524E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8C7160-6076-49AD-8AE7-D2456EDE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302D5C-4F97-4BCF-9C94-7506019F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11">
            <a:extLst xmlns:a="http://schemas.openxmlformats.org/drawingml/2006/main">
              <a:ext uri="{FF2B5EF4-FFF2-40B4-BE49-F238E27FC236}">
                <a16:creationId xmlns:a16="http://schemas.microsoft.com/office/drawing/2014/main" id="{703ABCF5-EBDC-4C70-8430-F6BEC337221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12">
            <a:extLst xmlns:a="http://schemas.openxmlformats.org/drawingml/2006/main">
              <a:ext uri="{FF2B5EF4-FFF2-40B4-BE49-F238E27FC236}">
                <a16:creationId xmlns:a16="http://schemas.microsoft.com/office/drawing/2014/main" id="{D4927092-512C-4C2A-8B6C-B7FA9F50394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吐蕃与文成公主（末句接下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B022B8E-FB83-44AC-BEB1-E5587BF3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420111268"/>
      </p:ext>
    </p:extLst>
  </p:cSld>
  <p:transition advClick="0"/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74D5A-2A58-4DC6-BCB8-18CD71F7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13">
            <a:extLst xmlns:a="http://schemas.openxmlformats.org/drawingml/2006/main">
              <a:ext uri="{FF2B5EF4-FFF2-40B4-BE49-F238E27FC236}">
                <a16:creationId xmlns:a16="http://schemas.microsoft.com/office/drawing/2014/main" id="{7553E523-67AE-45B0-811A-A1C0DF5A44A9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14">
            <a:extLst xmlns:a="http://schemas.openxmlformats.org/drawingml/2006/main">
              <a:ext uri="{FF2B5EF4-FFF2-40B4-BE49-F238E27FC236}">
                <a16:creationId xmlns:a16="http://schemas.microsoft.com/office/drawing/2014/main" id="{ABA93C10-637A-4D32-A4A2-4F0D02C2CD3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15">
            <a:extLst xmlns:a="http://schemas.openxmlformats.org/drawingml/2006/main">
              <a:ext uri="{FF2B5EF4-FFF2-40B4-BE49-F238E27FC236}">
                <a16:creationId xmlns:a16="http://schemas.microsoft.com/office/drawing/2014/main" id="{49A19001-A35F-4F35-8D12-275200F64AB2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DED9C2-D2AD-42E6-9810-167D01BB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03C659-1A1D-4EFF-A2C1-245D33B5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650FBB7-9F82-4011-BF79-E7C27BEA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7E23F2-8CFD-464D-B7C6-4218A963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D6315A2-2CF4-4344-A48C-E280FC27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1016">
            <a:extLst xmlns:a="http://schemas.openxmlformats.org/drawingml/2006/main">
              <a:ext uri="{FF2B5EF4-FFF2-40B4-BE49-F238E27FC236}">
                <a16:creationId xmlns:a16="http://schemas.microsoft.com/office/drawing/2014/main" id="{60A1C907-CE95-49D4-B380-23D4E0F3AAE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17">
            <a:extLst xmlns:a="http://schemas.openxmlformats.org/drawingml/2006/main">
              <a:ext uri="{FF2B5EF4-FFF2-40B4-BE49-F238E27FC236}">
                <a16:creationId xmlns:a16="http://schemas.microsoft.com/office/drawing/2014/main" id="{37828EDE-490B-4B77-A7EA-20EB0F7120B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939335408"/>
      </p:ext>
    </p:extLst>
  </p:cSld>
  <p:transition advClick="0"/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2130E-1DCC-4130-B594-B8C11DE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18">
            <a:extLst xmlns:a="http://schemas.openxmlformats.org/drawingml/2006/main">
              <a:ext uri="{FF2B5EF4-FFF2-40B4-BE49-F238E27FC236}">
                <a16:creationId xmlns:a16="http://schemas.microsoft.com/office/drawing/2014/main" id="{19D7047B-07BB-48E0-A0C6-8D1795B7FE82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19">
            <a:extLst xmlns:a="http://schemas.openxmlformats.org/drawingml/2006/main">
              <a:ext uri="{FF2B5EF4-FFF2-40B4-BE49-F238E27FC236}">
                <a16:creationId xmlns:a16="http://schemas.microsoft.com/office/drawing/2014/main" id="{569BF66A-7F21-4649-ACE2-4BB4E039EA1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20">
            <a:extLst xmlns:a="http://schemas.openxmlformats.org/drawingml/2006/main">
              <a:ext uri="{FF2B5EF4-FFF2-40B4-BE49-F238E27FC236}">
                <a16:creationId xmlns:a16="http://schemas.microsoft.com/office/drawing/2014/main" id="{1B3EEB00-385C-4A0B-821D-7F0909824869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5C04CE-9B75-4E14-B1FE-3C9F817D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3390A2E-44E0-47A1-A2D0-0F00079A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40A97FD-19C6-4D3F-971A-4F6652C5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98D725-325A-4CC1-B987-FD6C7205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21">
            <a:extLst xmlns:a="http://schemas.openxmlformats.org/drawingml/2006/main">
              <a:ext uri="{FF2B5EF4-FFF2-40B4-BE49-F238E27FC236}">
                <a16:creationId xmlns:a16="http://schemas.microsoft.com/office/drawing/2014/main" id="{FD34E3FB-1BCE-4E64-890D-0E23DDD1A4D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22">
            <a:extLst xmlns:a="http://schemas.openxmlformats.org/drawingml/2006/main">
              <a:ext uri="{FF2B5EF4-FFF2-40B4-BE49-F238E27FC236}">
                <a16:creationId xmlns:a16="http://schemas.microsoft.com/office/drawing/2014/main" id="{212AA5CE-8A37-48DD-8191-7DD758278843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1DE8C6D-BA66-4B7B-B42F-29B58559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1094887646"/>
      </p:ext>
    </p:extLst>
  </p:cSld>
  <p:transition advClick="0"/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66115-8F97-4D92-9502-39A2217A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23">
            <a:extLst xmlns:a="http://schemas.openxmlformats.org/drawingml/2006/main">
              <a:ext uri="{FF2B5EF4-FFF2-40B4-BE49-F238E27FC236}">
                <a16:creationId xmlns:a16="http://schemas.microsoft.com/office/drawing/2014/main" id="{C3B829FA-765C-4E51-987A-328FFCE51B4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24">
            <a:extLst xmlns:a="http://schemas.openxmlformats.org/drawingml/2006/main">
              <a:ext uri="{FF2B5EF4-FFF2-40B4-BE49-F238E27FC236}">
                <a16:creationId xmlns:a16="http://schemas.microsoft.com/office/drawing/2014/main" id="{469FEC47-6F80-46B7-A21F-94F05B3C86D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25">
            <a:extLst xmlns:a="http://schemas.openxmlformats.org/drawingml/2006/main">
              <a:ext uri="{FF2B5EF4-FFF2-40B4-BE49-F238E27FC236}">
                <a16:creationId xmlns:a16="http://schemas.microsoft.com/office/drawing/2014/main" id="{BE894D08-E91A-416E-9E76-C40762D4338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C8E2E6-D1BB-447C-A2BB-4D83E14F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3083E9-17A8-4950-9CB0-414A351B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29DBA8-0E81-4F23-9EF9-6342EEC1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9979A3-1A17-4F49-A73A-F5C19FBF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F405C45-F28B-4A19-BA03-D1B53815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1026">
            <a:extLst xmlns:a="http://schemas.openxmlformats.org/drawingml/2006/main">
              <a:ext uri="{FF2B5EF4-FFF2-40B4-BE49-F238E27FC236}">
                <a16:creationId xmlns:a16="http://schemas.microsoft.com/office/drawing/2014/main" id="{B8F613F9-9F61-431E-85CD-5B4BF2661E2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27">
            <a:extLst xmlns:a="http://schemas.openxmlformats.org/drawingml/2006/main">
              <a:ext uri="{FF2B5EF4-FFF2-40B4-BE49-F238E27FC236}">
                <a16:creationId xmlns:a16="http://schemas.microsoft.com/office/drawing/2014/main" id="{1062F8B9-1361-4006-9B8D-6570D257A27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110784872"/>
      </p:ext>
    </p:extLst>
  </p:cSld>
  <p:transition advClick="0"/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4EA90-14A5-4ABD-9DBF-7DFE42A7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28">
            <a:extLst xmlns:a="http://schemas.openxmlformats.org/drawingml/2006/main">
              <a:ext uri="{FF2B5EF4-FFF2-40B4-BE49-F238E27FC236}">
                <a16:creationId xmlns:a16="http://schemas.microsoft.com/office/drawing/2014/main" id="{E6225A5C-F9B3-4426-98A9-30CF7710D89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29">
            <a:extLst xmlns:a="http://schemas.openxmlformats.org/drawingml/2006/main">
              <a:ext uri="{FF2B5EF4-FFF2-40B4-BE49-F238E27FC236}">
                <a16:creationId xmlns:a16="http://schemas.microsoft.com/office/drawing/2014/main" id="{E67F10ED-1241-4D54-9F92-07C8869C2C6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30">
            <a:extLst xmlns:a="http://schemas.openxmlformats.org/drawingml/2006/main">
              <a:ext uri="{FF2B5EF4-FFF2-40B4-BE49-F238E27FC236}">
                <a16:creationId xmlns:a16="http://schemas.microsoft.com/office/drawing/2014/main" id="{6CE7ABD9-A68E-4E30-98B9-1584438BE79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5C162F-84D0-4112-91BC-5C06AFE9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678F56-2D33-477D-962E-059CA56E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E255196-F4CF-4CDE-A263-545E9F69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C1BD358-D963-4765-89BD-7115B76D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31">
            <a:extLst xmlns:a="http://schemas.openxmlformats.org/drawingml/2006/main">
              <a:ext uri="{FF2B5EF4-FFF2-40B4-BE49-F238E27FC236}">
                <a16:creationId xmlns:a16="http://schemas.microsoft.com/office/drawing/2014/main" id="{E52021A8-91EA-41E3-8AAE-9855A5D87C87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32">
            <a:extLst xmlns:a="http://schemas.openxmlformats.org/drawingml/2006/main">
              <a:ext uri="{FF2B5EF4-FFF2-40B4-BE49-F238E27FC236}">
                <a16:creationId xmlns:a16="http://schemas.microsoft.com/office/drawing/2014/main" id="{5BC86AB5-0556-4EF6-B467-ECF0CE05D0B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D58D7BF-E221-47E7-A7DD-214B27C8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1725736650"/>
      </p:ext>
    </p:extLst>
  </p:cSld>
  <p:transition advClick="0"/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B7FBE-2EF7-4078-907D-AE669177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33">
            <a:extLst xmlns:a="http://schemas.openxmlformats.org/drawingml/2006/main">
              <a:ext uri="{FF2B5EF4-FFF2-40B4-BE49-F238E27FC236}">
                <a16:creationId xmlns:a16="http://schemas.microsoft.com/office/drawing/2014/main" id="{E9B1E70F-F8BE-4E74-95CE-479AF5446C2C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34">
            <a:extLst xmlns:a="http://schemas.openxmlformats.org/drawingml/2006/main">
              <a:ext uri="{FF2B5EF4-FFF2-40B4-BE49-F238E27FC236}">
                <a16:creationId xmlns:a16="http://schemas.microsoft.com/office/drawing/2014/main" id="{BA62F3F6-82DD-44EE-9828-C14672485E9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35">
            <a:extLst xmlns:a="http://schemas.openxmlformats.org/drawingml/2006/main">
              <a:ext uri="{FF2B5EF4-FFF2-40B4-BE49-F238E27FC236}">
                <a16:creationId xmlns:a16="http://schemas.microsoft.com/office/drawing/2014/main" id="{68C8EE62-CCEB-46CC-91C9-454DE0DF011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60E799-0C88-4CAD-8C52-6703A0B7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F623832-2F41-4135-B126-311CD80A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62AE59-0715-4DB0-853C-B23C0FF7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AE6842-A7D2-4C14-8041-CBA59B6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F2E7F6-F88B-47D2-9C77-9692E94A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1036">
            <a:extLst xmlns:a="http://schemas.openxmlformats.org/drawingml/2006/main">
              <a:ext uri="{FF2B5EF4-FFF2-40B4-BE49-F238E27FC236}">
                <a16:creationId xmlns:a16="http://schemas.microsoft.com/office/drawing/2014/main" id="{A1C082B8-3987-4B03-B84B-3F96987FB3A6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37">
            <a:extLst xmlns:a="http://schemas.openxmlformats.org/drawingml/2006/main">
              <a:ext uri="{FF2B5EF4-FFF2-40B4-BE49-F238E27FC236}">
                <a16:creationId xmlns:a16="http://schemas.microsoft.com/office/drawing/2014/main" id="{A3D5CA9E-41A3-47F6-900A-A85C595F7FA2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652855811"/>
      </p:ext>
    </p:extLst>
  </p:cSld>
  <p:transition advClick="0"/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836C8-7657-4B33-BB20-15B6DDBD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38">
            <a:extLst xmlns:a="http://schemas.openxmlformats.org/drawingml/2006/main">
              <a:ext uri="{FF2B5EF4-FFF2-40B4-BE49-F238E27FC236}">
                <a16:creationId xmlns:a16="http://schemas.microsoft.com/office/drawing/2014/main" id="{E7D4EC74-141B-43F4-B6C3-7461158C757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39">
            <a:extLst xmlns:a="http://schemas.openxmlformats.org/drawingml/2006/main">
              <a:ext uri="{FF2B5EF4-FFF2-40B4-BE49-F238E27FC236}">
                <a16:creationId xmlns:a16="http://schemas.microsoft.com/office/drawing/2014/main" id="{D5AB876D-B4C4-4891-8EC3-7043A6DBB0E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40">
            <a:extLst xmlns:a="http://schemas.openxmlformats.org/drawingml/2006/main">
              <a:ext uri="{FF2B5EF4-FFF2-40B4-BE49-F238E27FC236}">
                <a16:creationId xmlns:a16="http://schemas.microsoft.com/office/drawing/2014/main" id="{42E1AD05-4DD3-439D-B6C5-D2D91F1DCF7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EF9B98-5D72-40DD-8F1D-4581C3C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792019-FF37-4D7C-B2B4-3304B249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C81389E-2D77-43DA-A7F9-779C5E1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29075C5-CD4C-4CE0-A866-8E18166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41">
            <a:extLst xmlns:a="http://schemas.openxmlformats.org/drawingml/2006/main">
              <a:ext uri="{FF2B5EF4-FFF2-40B4-BE49-F238E27FC236}">
                <a16:creationId xmlns:a16="http://schemas.microsoft.com/office/drawing/2014/main" id="{1B7C11D0-CAB5-460B-942F-5A906E2CD3A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42">
            <a:extLst xmlns:a="http://schemas.openxmlformats.org/drawingml/2006/main">
              <a:ext uri="{FF2B5EF4-FFF2-40B4-BE49-F238E27FC236}">
                <a16:creationId xmlns:a16="http://schemas.microsoft.com/office/drawing/2014/main" id="{192D0C29-B5FA-4FC7-AEB8-7BCA3AED29B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蕃会盟、靺鞨与边疆开发（续前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0ADB804-0207-4FAD-BA53-27C330C9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61493907"/>
      </p:ext>
    </p:extLst>
  </p:cSld>
  <p:transition advClick="0"/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154EE-5935-4A5E-891F-966D2AB3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43">
            <a:extLst xmlns:a="http://schemas.openxmlformats.org/drawingml/2006/main">
              <a:ext uri="{FF2B5EF4-FFF2-40B4-BE49-F238E27FC236}">
                <a16:creationId xmlns:a16="http://schemas.microsoft.com/office/drawing/2014/main" id="{0F96F393-BE26-4C03-97E2-4072420F729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44">
            <a:extLst xmlns:a="http://schemas.openxmlformats.org/drawingml/2006/main">
              <a:ext uri="{FF2B5EF4-FFF2-40B4-BE49-F238E27FC236}">
                <a16:creationId xmlns:a16="http://schemas.microsoft.com/office/drawing/2014/main" id="{0A2EADAC-21FD-4435-B998-F881BB9C47B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45">
            <a:extLst xmlns:a="http://schemas.openxmlformats.org/drawingml/2006/main">
              <a:ext uri="{FF2B5EF4-FFF2-40B4-BE49-F238E27FC236}">
                <a16:creationId xmlns:a16="http://schemas.microsoft.com/office/drawing/2014/main" id="{E7AE6310-1ACE-4D83-B38E-6C66D0A946C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D1DF45-E83A-409E-A3F8-5C7FF22B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95FCA7-3132-4C4B-8025-8FFB8E50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FE2A89B-5320-4929-8134-686F0064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AFD262-C345-4BBA-979E-91CE6434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A53ECD-0008-49B6-B7FC-F3B7E92C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1046">
            <a:extLst xmlns:a="http://schemas.openxmlformats.org/drawingml/2006/main">
              <a:ext uri="{FF2B5EF4-FFF2-40B4-BE49-F238E27FC236}">
                <a16:creationId xmlns:a16="http://schemas.microsoft.com/office/drawing/2014/main" id="{0AEB099F-847B-43EB-A487-C5616E72CD48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47">
            <a:extLst xmlns:a="http://schemas.openxmlformats.org/drawingml/2006/main">
              <a:ext uri="{FF2B5EF4-FFF2-40B4-BE49-F238E27FC236}">
                <a16:creationId xmlns:a16="http://schemas.microsoft.com/office/drawing/2014/main" id="{DDC9324F-AB64-4EA7-B9FB-5D17F9321DF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与突厥、回纥、吐蕃、靺鞨分别怎样交往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049212073"/>
      </p:ext>
    </p:extLst>
  </p:cSld>
  <p:transition advClick="0"/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64199-78DD-4B74-9364-E9808341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48">
            <a:extLst xmlns:a="http://schemas.openxmlformats.org/drawingml/2006/main">
              <a:ext uri="{FF2B5EF4-FFF2-40B4-BE49-F238E27FC236}">
                <a16:creationId xmlns:a16="http://schemas.microsoft.com/office/drawing/2014/main" id="{A5DC465D-710A-4BE3-A876-C0D366A0A93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49">
            <a:extLst xmlns:a="http://schemas.openxmlformats.org/drawingml/2006/main">
              <a:ext uri="{FF2B5EF4-FFF2-40B4-BE49-F238E27FC236}">
                <a16:creationId xmlns:a16="http://schemas.microsoft.com/office/drawing/2014/main" id="{FBD5764B-3384-4C22-B6AC-D334D13617D4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50">
            <a:extLst xmlns:a="http://schemas.openxmlformats.org/drawingml/2006/main">
              <a:ext uri="{FF2B5EF4-FFF2-40B4-BE49-F238E27FC236}">
                <a16:creationId xmlns:a16="http://schemas.microsoft.com/office/drawing/2014/main" id="{7B80BE91-4DF5-4EA9-8656-F27345634D3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154B1E9-4828-401D-8CBE-AF431FBD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4E292B-A29F-416D-9AFC-D00E17D8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FDB107D-9F18-4397-8698-EE515D48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AA2D928-293A-471A-8826-A4832C4E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51">
            <a:extLst xmlns:a="http://schemas.openxmlformats.org/drawingml/2006/main">
              <a:ext uri="{FF2B5EF4-FFF2-40B4-BE49-F238E27FC236}">
                <a16:creationId xmlns:a16="http://schemas.microsoft.com/office/drawing/2014/main" id="{2CCAC10C-F665-4AE9-B3CC-5F558600A83A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52">
            <a:extLst xmlns:a="http://schemas.openxmlformats.org/drawingml/2006/main">
              <a:ext uri="{FF2B5EF4-FFF2-40B4-BE49-F238E27FC236}">
                <a16:creationId xmlns:a16="http://schemas.microsoft.com/office/drawing/2014/main" id="{2E1EAAC7-0FBC-4E39-9E49-BD70A3FED5A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DF9565E-B295-4972-8DCA-AF9BD753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702148020"/>
      </p:ext>
    </p:extLst>
  </p:cSld>
  <p:transition advClick="0"/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FBFE9-7919-418E-8934-BB3F233C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53">
            <a:extLst xmlns:a="http://schemas.openxmlformats.org/drawingml/2006/main">
              <a:ext uri="{FF2B5EF4-FFF2-40B4-BE49-F238E27FC236}">
                <a16:creationId xmlns:a16="http://schemas.microsoft.com/office/drawing/2014/main" id="{5FF228DF-2D24-42A2-9828-075B417AD1C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54">
            <a:extLst xmlns:a="http://schemas.openxmlformats.org/drawingml/2006/main">
              <a:ext uri="{FF2B5EF4-FFF2-40B4-BE49-F238E27FC236}">
                <a16:creationId xmlns:a16="http://schemas.microsoft.com/office/drawing/2014/main" id="{7538AED6-C6E1-447C-8C7A-B769182D68D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55">
            <a:extLst xmlns:a="http://schemas.openxmlformats.org/drawingml/2006/main">
              <a:ext uri="{FF2B5EF4-FFF2-40B4-BE49-F238E27FC236}">
                <a16:creationId xmlns:a16="http://schemas.microsoft.com/office/drawing/2014/main" id="{D31406E8-D93F-4DDB-B2CA-916DEF48797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FAC4907-8860-452E-989B-34CDCB95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188C98-5396-4BD8-8C1E-57596EA2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52D655B-C5E5-4172-9D14-66A9F18F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22CB4AC-74F2-4791-B6D2-761D61C9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6840333-4E23-497E-8A75-90E8D6EE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1056">
            <a:extLst xmlns:a="http://schemas.openxmlformats.org/drawingml/2006/main">
              <a:ext uri="{FF2B5EF4-FFF2-40B4-BE49-F238E27FC236}">
                <a16:creationId xmlns:a16="http://schemas.microsoft.com/office/drawing/2014/main" id="{A4ACC571-325B-442F-A6A8-EA18683F23B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57">
            <a:extLst xmlns:a="http://schemas.openxmlformats.org/drawingml/2006/main">
              <a:ext uri="{FF2B5EF4-FFF2-40B4-BE49-F238E27FC236}">
                <a16:creationId xmlns:a16="http://schemas.microsoft.com/office/drawing/2014/main" id="{C9FCAB0F-3DEC-4B46-BDE0-AE8F8C00E90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两者关系类题如何找分析角度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107022883"/>
      </p:ext>
    </p:extLst>
  </p:cSld>
  <p:transition advClick="0"/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CD3EB-7CAF-4798-9D05-939AC60A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58">
            <a:extLst xmlns:a="http://schemas.openxmlformats.org/drawingml/2006/main">
              <a:ext uri="{FF2B5EF4-FFF2-40B4-BE49-F238E27FC236}">
                <a16:creationId xmlns:a16="http://schemas.microsoft.com/office/drawing/2014/main" id="{CB3F57DB-65AF-4201-B2B8-975E052EA9C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59">
            <a:extLst xmlns:a="http://schemas.openxmlformats.org/drawingml/2006/main">
              <a:ext uri="{FF2B5EF4-FFF2-40B4-BE49-F238E27FC236}">
                <a16:creationId xmlns:a16="http://schemas.microsoft.com/office/drawing/2014/main" id="{45A9F36A-0BF1-4184-83CF-06805FB2037B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60">
            <a:extLst xmlns:a="http://schemas.openxmlformats.org/drawingml/2006/main">
              <a:ext uri="{FF2B5EF4-FFF2-40B4-BE49-F238E27FC236}">
                <a16:creationId xmlns:a16="http://schemas.microsoft.com/office/drawing/2014/main" id="{600D6ADA-7C15-49C7-8597-2A015C49E54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02E7BE-7839-412E-91A2-4B4E7995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0F35AA-AA2F-4561-9E06-D56CBCCB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102115-87A7-4F37-B618-EFB0342D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AF96AF-8371-4217-AA5D-08708622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61">
            <a:extLst xmlns:a="http://schemas.openxmlformats.org/drawingml/2006/main">
              <a:ext uri="{FF2B5EF4-FFF2-40B4-BE49-F238E27FC236}">
                <a16:creationId xmlns:a16="http://schemas.microsoft.com/office/drawing/2014/main" id="{A95708B5-83C7-4A4F-B04A-5E7D9B8DBE0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62">
            <a:extLst xmlns:a="http://schemas.openxmlformats.org/drawingml/2006/main">
              <a:ext uri="{FF2B5EF4-FFF2-40B4-BE49-F238E27FC236}">
                <a16:creationId xmlns:a16="http://schemas.microsoft.com/office/drawing/2014/main" id="{BFE203E3-14D7-419E-A33F-402B6DDB8CE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5C12479-770B-4D36-B05F-110378D7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350242041"/>
      </p:ext>
    </p:extLst>
  </p:cSld>
  <p:transition advClick="0"/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F7816-FAF0-47A3-947F-51C21C62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63">
            <a:extLst xmlns:a="http://schemas.openxmlformats.org/drawingml/2006/main">
              <a:ext uri="{FF2B5EF4-FFF2-40B4-BE49-F238E27FC236}">
                <a16:creationId xmlns:a16="http://schemas.microsoft.com/office/drawing/2014/main" id="{C82E7EAB-8B98-4248-9AD8-0D2EA3165E8F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64">
            <a:extLst xmlns:a="http://schemas.openxmlformats.org/drawingml/2006/main">
              <a:ext uri="{FF2B5EF4-FFF2-40B4-BE49-F238E27FC236}">
                <a16:creationId xmlns:a16="http://schemas.microsoft.com/office/drawing/2014/main" id="{B8D8BFCD-FB42-4129-8E7D-0BCFA228C53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65">
            <a:extLst xmlns:a="http://schemas.openxmlformats.org/drawingml/2006/main">
              <a:ext uri="{FF2B5EF4-FFF2-40B4-BE49-F238E27FC236}">
                <a16:creationId xmlns:a16="http://schemas.microsoft.com/office/drawing/2014/main" id="{E7C67D4E-9276-48F7-BC13-C3B8BD43B7C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7DF09F8-364E-42FB-9AFE-F1EBACD7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72A0745-8855-41C7-B58B-9B584D40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8FE040-8C35-4DED-A361-AB90DAF4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B96892-4B2D-4357-A19C-30B26CE6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62939E-12B0-4F04-B9B7-7D0DC39E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1066">
            <a:extLst xmlns:a="http://schemas.openxmlformats.org/drawingml/2006/main">
              <a:ext uri="{FF2B5EF4-FFF2-40B4-BE49-F238E27FC236}">
                <a16:creationId xmlns:a16="http://schemas.microsoft.com/office/drawing/2014/main" id="{5C629A4C-658B-4BDA-9459-A36D0843DCF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67">
            <a:extLst xmlns:a="http://schemas.openxmlformats.org/drawingml/2006/main">
              <a:ext uri="{FF2B5EF4-FFF2-40B4-BE49-F238E27FC236}">
                <a16:creationId xmlns:a16="http://schemas.microsoft.com/office/drawing/2014/main" id="{917FEC7B-AED0-4D8B-9442-56DE0A1D810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/边疆关系与外交/对外关系怎样区分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323139126"/>
      </p:ext>
    </p:extLst>
  </p:cSld>
  <p:transition advClick="0"/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49D38-A0ED-4313-A4AD-32336978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68">
            <a:extLst xmlns:a="http://schemas.openxmlformats.org/drawingml/2006/main">
              <a:ext uri="{FF2B5EF4-FFF2-40B4-BE49-F238E27FC236}">
                <a16:creationId xmlns:a16="http://schemas.microsoft.com/office/drawing/2014/main" id="{3BF2DE82-A25B-4C4F-81FA-F8A0BFDF930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69">
            <a:extLst xmlns:a="http://schemas.openxmlformats.org/drawingml/2006/main">
              <a:ext uri="{FF2B5EF4-FFF2-40B4-BE49-F238E27FC236}">
                <a16:creationId xmlns:a16="http://schemas.microsoft.com/office/drawing/2014/main" id="{9AFD14AB-870F-486B-81DF-DF17C4E35861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70">
            <a:extLst xmlns:a="http://schemas.openxmlformats.org/drawingml/2006/main">
              <a:ext uri="{FF2B5EF4-FFF2-40B4-BE49-F238E27FC236}">
                <a16:creationId xmlns:a16="http://schemas.microsoft.com/office/drawing/2014/main" id="{06191713-942B-4CDD-B241-B160B106E74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AF446B-EB95-4725-A262-DCA7DB73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C8AEFA-4BD6-42E2-AE9A-59EFA06F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2F1A861-8CA5-4A94-A9C6-983F5929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0DEF4EC-99EC-42B6-B731-D055FC2F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71">
            <a:extLst xmlns:a="http://schemas.openxmlformats.org/drawingml/2006/main">
              <a:ext uri="{FF2B5EF4-FFF2-40B4-BE49-F238E27FC236}">
                <a16:creationId xmlns:a16="http://schemas.microsoft.com/office/drawing/2014/main" id="{DBB02732-91B0-4ED9-8B9E-CD284D0AD07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72">
            <a:extLst xmlns:a="http://schemas.openxmlformats.org/drawingml/2006/main">
              <a:ext uri="{FF2B5EF4-FFF2-40B4-BE49-F238E27FC236}">
                <a16:creationId xmlns:a16="http://schemas.microsoft.com/office/drawing/2014/main" id="{37B17ED8-3C3E-463A-A679-E6C591D5618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7A1236D-6FE3-4D77-8E5E-83E144AE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423530525"/>
      </p:ext>
    </p:extLst>
  </p:cSld>
  <p:transition advClick="0"/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655DB-B465-4A45-8935-4200F1CB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73">
            <a:extLst xmlns:a="http://schemas.openxmlformats.org/drawingml/2006/main">
              <a:ext uri="{FF2B5EF4-FFF2-40B4-BE49-F238E27FC236}">
                <a16:creationId xmlns:a16="http://schemas.microsoft.com/office/drawing/2014/main" id="{2F323C4D-4BA6-41DF-B14D-491AB7D4779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74">
            <a:extLst xmlns:a="http://schemas.openxmlformats.org/drawingml/2006/main">
              <a:ext uri="{FF2B5EF4-FFF2-40B4-BE49-F238E27FC236}">
                <a16:creationId xmlns:a16="http://schemas.microsoft.com/office/drawing/2014/main" id="{2B213F93-3358-45BB-AF7A-137F2B07B5A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75">
            <a:extLst xmlns:a="http://schemas.openxmlformats.org/drawingml/2006/main">
              <a:ext uri="{FF2B5EF4-FFF2-40B4-BE49-F238E27FC236}">
                <a16:creationId xmlns:a16="http://schemas.microsoft.com/office/drawing/2014/main" id="{214F7EB5-A981-4F08-8938-569DAC13FCFE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54B7670-4484-4D8E-8A35-EE531214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2BEBEB-54F2-451A-8AD4-E475E216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335B65-0469-44CC-861C-56115F6A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DDF188-90BE-4497-AE34-F4662564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FC87921-CFBE-4AD9-B2E6-C89D7DB1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10" name="link-1076">
            <a:extLst xmlns:a="http://schemas.openxmlformats.org/drawingml/2006/main">
              <a:ext uri="{FF2B5EF4-FFF2-40B4-BE49-F238E27FC236}">
                <a16:creationId xmlns:a16="http://schemas.microsoft.com/office/drawing/2014/main" id="{53B7C7D0-EF79-4DD8-B5D0-4246251A18E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77">
            <a:extLst xmlns:a="http://schemas.openxmlformats.org/drawingml/2006/main">
              <a:ext uri="{FF2B5EF4-FFF2-40B4-BE49-F238E27FC236}">
                <a16:creationId xmlns:a16="http://schemas.microsoft.com/office/drawing/2014/main" id="{28F0B912-DF98-45C9-A361-890D2858C5F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84708484"/>
      </p:ext>
    </p:extLst>
  </p:cSld>
  <p:transition advClick="0"/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6F528-AE38-4EA9-8993-63E6326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78">
            <a:extLst xmlns:a="http://schemas.openxmlformats.org/drawingml/2006/main">
              <a:ext uri="{FF2B5EF4-FFF2-40B4-BE49-F238E27FC236}">
                <a16:creationId xmlns:a16="http://schemas.microsoft.com/office/drawing/2014/main" id="{3E9A6699-8683-4CFB-814A-6B44526CC154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79">
            <a:extLst xmlns:a="http://schemas.openxmlformats.org/drawingml/2006/main">
              <a:ext uri="{FF2B5EF4-FFF2-40B4-BE49-F238E27FC236}">
                <a16:creationId xmlns:a16="http://schemas.microsoft.com/office/drawing/2014/main" id="{9B4D5C48-4A27-4BBE-B091-24F09108C08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80">
            <a:extLst xmlns:a="http://schemas.openxmlformats.org/drawingml/2006/main">
              <a:ext uri="{FF2B5EF4-FFF2-40B4-BE49-F238E27FC236}">
                <a16:creationId xmlns:a16="http://schemas.microsoft.com/office/drawing/2014/main" id="{1D69CAE7-D783-4E33-ACA2-19905DDD406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0F60DD-02D6-4DC9-889E-B9602789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E6C2467-7A73-4C3D-906F-712CD8DB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757A79D-73DC-42C0-AE5C-431D409D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AC49E0-2F6D-4F8D-B7B0-9562E969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081">
            <a:extLst xmlns:a="http://schemas.openxmlformats.org/drawingml/2006/main">
              <a:ext uri="{FF2B5EF4-FFF2-40B4-BE49-F238E27FC236}">
                <a16:creationId xmlns:a16="http://schemas.microsoft.com/office/drawing/2014/main" id="{6F1FA2A6-6A15-429B-B587-B01E32A958B3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82">
            <a:extLst xmlns:a="http://schemas.openxmlformats.org/drawingml/2006/main">
              <a:ext uri="{FF2B5EF4-FFF2-40B4-BE49-F238E27FC236}">
                <a16:creationId xmlns:a16="http://schemas.microsoft.com/office/drawing/2014/main" id="{0C520B0D-16C2-49A8-8180-5893EEAFD6C1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C3D2CE4-FBF5-468A-8512-9EBD21D6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中央集权削弱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边防空虚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唐朝由盛转衰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严重破坏北方经济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经济重心开始南移</a:t>
            </a:r>
          </a:p>
        </p:txBody>
      </p:sp>
    </p:spTree>
    <p:extLst>
      <p:ext uri="{BB962C8B-B14F-4D97-AF65-F5344CB8AC3E}">
        <p14:creationId xmlns:p14="http://schemas.microsoft.com/office/powerpoint/2010/main" val="1696330962"/>
      </p:ext>
    </p:extLst>
  </p:cSld>
  <p:transition advClick="0"/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96084-09FF-43C4-9CDC-A7A69402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83">
            <a:extLst xmlns:a="http://schemas.openxmlformats.org/drawingml/2006/main">
              <a:ext uri="{FF2B5EF4-FFF2-40B4-BE49-F238E27FC236}">
                <a16:creationId xmlns:a16="http://schemas.microsoft.com/office/drawing/2014/main" id="{65554926-3692-4635-B35F-70610B6EC5B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84">
            <a:extLst xmlns:a="http://schemas.openxmlformats.org/drawingml/2006/main">
              <a:ext uri="{FF2B5EF4-FFF2-40B4-BE49-F238E27FC236}">
                <a16:creationId xmlns:a16="http://schemas.microsoft.com/office/drawing/2014/main" id="{BD0EDC14-0BBA-4A52-B651-FAC900FC0745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85">
            <a:extLst xmlns:a="http://schemas.openxmlformats.org/drawingml/2006/main">
              <a:ext uri="{FF2B5EF4-FFF2-40B4-BE49-F238E27FC236}">
                <a16:creationId xmlns:a16="http://schemas.microsoft.com/office/drawing/2014/main" id="{96BF628F-1BDB-4FD1-868F-B4B704277317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06B807-7B41-4F5F-9B81-88CBDB6B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藩镇割据与唐朝统治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6942821-3336-40F8-A388-613EBA53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1223A2-A36B-4103-B5A4-EFE4F286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3FFC83E-4D73-49B0-AFD3-94A5ECB4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0FE8089-8FD6-4AA9-969B-985CD4F6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10" name="link-1086">
            <a:extLst xmlns:a="http://schemas.openxmlformats.org/drawingml/2006/main">
              <a:ext uri="{FF2B5EF4-FFF2-40B4-BE49-F238E27FC236}">
                <a16:creationId xmlns:a16="http://schemas.microsoft.com/office/drawing/2014/main" id="{8F2001C0-2202-44CF-A5A2-0EDCD5D97C1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87">
            <a:extLst xmlns:a="http://schemas.openxmlformats.org/drawingml/2006/main">
              <a:ext uri="{FF2B5EF4-FFF2-40B4-BE49-F238E27FC236}">
                <a16:creationId xmlns:a16="http://schemas.microsoft.com/office/drawing/2014/main" id="{6964086D-0830-4C77-9A3E-2B42C5676804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藩镇割据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594805956"/>
      </p:ext>
    </p:extLst>
  </p:cSld>
  <p:transition advClick="0"/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50580-1181-4CFA-A6F7-13459285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88">
            <a:extLst xmlns:a="http://schemas.openxmlformats.org/drawingml/2006/main">
              <a:ext uri="{FF2B5EF4-FFF2-40B4-BE49-F238E27FC236}">
                <a16:creationId xmlns:a16="http://schemas.microsoft.com/office/drawing/2014/main" id="{814815EE-AAC5-4FFC-BC69-76D1C1A47AB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89">
            <a:extLst xmlns:a="http://schemas.openxmlformats.org/drawingml/2006/main">
              <a:ext uri="{FF2B5EF4-FFF2-40B4-BE49-F238E27FC236}">
                <a16:creationId xmlns:a16="http://schemas.microsoft.com/office/drawing/2014/main" id="{98C2E2E2-1E49-495F-BE7F-5B92E371D86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90">
            <a:extLst xmlns:a="http://schemas.openxmlformats.org/drawingml/2006/main">
              <a:ext uri="{FF2B5EF4-FFF2-40B4-BE49-F238E27FC236}">
                <a16:creationId xmlns:a16="http://schemas.microsoft.com/office/drawing/2014/main" id="{C5028EF6-EB97-47CC-B780-501B932548A3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904DF1-0A0B-41FE-87C1-57C55DB0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C22F3D1-8E01-4E1C-9BA3-EE1CDB6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5567AA0-841B-485B-98EC-27F413D1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76A6E0-FDB3-4A4F-9A8D-501F69A6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091">
            <a:extLst xmlns:a="http://schemas.openxmlformats.org/drawingml/2006/main">
              <a:ext uri="{FF2B5EF4-FFF2-40B4-BE49-F238E27FC236}">
                <a16:creationId xmlns:a16="http://schemas.microsoft.com/office/drawing/2014/main" id="{F891E298-55A8-4FDF-86D6-755C19B4FCA5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92">
            <a:extLst xmlns:a="http://schemas.openxmlformats.org/drawingml/2006/main">
              <a:ext uri="{FF2B5EF4-FFF2-40B4-BE49-F238E27FC236}">
                <a16:creationId xmlns:a16="http://schemas.microsoft.com/office/drawing/2014/main" id="{BC720EDB-C058-4A41-835C-F239CF7DE4C0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553C6B-08F0-4F19-BC33-B1696F96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不利于中央集权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客观上延续了唐朝的统治</a:t>
            </a:r>
          </a:p>
        </p:txBody>
      </p:sp>
    </p:spTree>
    <p:extLst>
      <p:ext uri="{BB962C8B-B14F-4D97-AF65-F5344CB8AC3E}">
        <p14:creationId xmlns:p14="http://schemas.microsoft.com/office/powerpoint/2010/main" val="390885466"/>
      </p:ext>
    </p:extLst>
  </p:cSld>
  <p:transition advClick="0"/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6EF6D-12A5-49C3-8C44-B0C05AF2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93">
            <a:extLst xmlns:a="http://schemas.openxmlformats.org/drawingml/2006/main">
              <a:ext uri="{FF2B5EF4-FFF2-40B4-BE49-F238E27FC236}">
                <a16:creationId xmlns:a16="http://schemas.microsoft.com/office/drawing/2014/main" id="{FA110672-03F3-44AE-9240-174FCD66665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94">
            <a:extLst xmlns:a="http://schemas.openxmlformats.org/drawingml/2006/main">
              <a:ext uri="{FF2B5EF4-FFF2-40B4-BE49-F238E27FC236}">
                <a16:creationId xmlns:a16="http://schemas.microsoft.com/office/drawing/2014/main" id="{46612E66-8416-4D6C-BEE9-515F011681EC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95">
            <a:extLst xmlns:a="http://schemas.openxmlformats.org/drawingml/2006/main">
              <a:ext uri="{FF2B5EF4-FFF2-40B4-BE49-F238E27FC236}">
                <a16:creationId xmlns:a16="http://schemas.microsoft.com/office/drawing/2014/main" id="{2D075A0F-8D57-473E-A11F-22B18466A821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EE313C-5610-47D6-B741-7B9624C8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D1310FF-81AF-4852-85D5-6BD16A00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C6207F1-C48B-4323-8470-1D88FC48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4F5212-84DA-467F-A61C-4901C4EA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2C1587D-29C2-4068-B89E-62596DDE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10" name="link-1096">
            <a:extLst xmlns:a="http://schemas.openxmlformats.org/drawingml/2006/main">
              <a:ext uri="{FF2B5EF4-FFF2-40B4-BE49-F238E27FC236}">
                <a16:creationId xmlns:a16="http://schemas.microsoft.com/office/drawing/2014/main" id="{F8B8ADCD-D2B0-481F-99B7-90D24C67B3D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97">
            <a:extLst xmlns:a="http://schemas.openxmlformats.org/drawingml/2006/main">
              <a:ext uri="{FF2B5EF4-FFF2-40B4-BE49-F238E27FC236}">
                <a16:creationId xmlns:a16="http://schemas.microsoft.com/office/drawing/2014/main" id="{87D43B76-7310-4232-9611-CA5AF5B78E2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安史之乱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073187174"/>
      </p:ext>
    </p:extLst>
  </p:cSld>
  <p:transition advClick="0"/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CE335-C4ED-4D27-9C7A-9A76651E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98">
            <a:extLst xmlns:a="http://schemas.openxmlformats.org/drawingml/2006/main">
              <a:ext uri="{FF2B5EF4-FFF2-40B4-BE49-F238E27FC236}">
                <a16:creationId xmlns:a16="http://schemas.microsoft.com/office/drawing/2014/main" id="{F0C305B0-362E-41DB-A067-E6C43C32FC38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99">
            <a:extLst xmlns:a="http://schemas.openxmlformats.org/drawingml/2006/main">
              <a:ext uri="{FF2B5EF4-FFF2-40B4-BE49-F238E27FC236}">
                <a16:creationId xmlns:a16="http://schemas.microsoft.com/office/drawing/2014/main" id="{8E377443-9E55-432C-97B1-D5CD798F2E3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00">
            <a:extLst xmlns:a="http://schemas.openxmlformats.org/drawingml/2006/main">
              <a:ext uri="{FF2B5EF4-FFF2-40B4-BE49-F238E27FC236}">
                <a16:creationId xmlns:a16="http://schemas.microsoft.com/office/drawing/2014/main" id="{989C4F26-09DC-4DF5-9973-FBDD627EC42C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FA5C56-D54E-48CC-BF83-B53B2EC9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6FA8AF-83D2-415C-B665-2C1F3996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E93F0C-B20E-45C8-BB4A-7A2AD9CA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CA0901-28C1-4C0E-A503-F381D471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101">
            <a:extLst xmlns:a="http://schemas.openxmlformats.org/drawingml/2006/main">
              <a:ext uri="{FF2B5EF4-FFF2-40B4-BE49-F238E27FC236}">
                <a16:creationId xmlns:a16="http://schemas.microsoft.com/office/drawing/2014/main" id="{6778661D-6971-4183-A720-EDD5FA2DCA7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02">
            <a:extLst xmlns:a="http://schemas.openxmlformats.org/drawingml/2006/main">
              <a:ext uri="{FF2B5EF4-FFF2-40B4-BE49-F238E27FC236}">
                <a16:creationId xmlns:a16="http://schemas.microsoft.com/office/drawing/2014/main" id="{B4DF19A2-D497-4AB5-9A97-65305D528FA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3C304C8-5D39-4F81-B5CE-97C497B8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中央集权削弱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边防空虚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唐朝由盛转衰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严重破坏北方经济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经济重心开始南移</a:t>
            </a:r>
          </a:p>
        </p:txBody>
      </p:sp>
    </p:spTree>
    <p:extLst>
      <p:ext uri="{BB962C8B-B14F-4D97-AF65-F5344CB8AC3E}">
        <p14:creationId xmlns:p14="http://schemas.microsoft.com/office/powerpoint/2010/main" val="636547730"/>
      </p:ext>
    </p:extLst>
  </p:cSld>
  <p:transition advClick="0"/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8BC58-1DDC-4F5D-83DB-FBD8607F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03">
            <a:extLst xmlns:a="http://schemas.openxmlformats.org/drawingml/2006/main">
              <a:ext uri="{FF2B5EF4-FFF2-40B4-BE49-F238E27FC236}">
                <a16:creationId xmlns:a16="http://schemas.microsoft.com/office/drawing/2014/main" id="{D9842F2C-EDB9-4E4E-99AA-85970CD477C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04">
            <a:extLst xmlns:a="http://schemas.openxmlformats.org/drawingml/2006/main">
              <a:ext uri="{FF2B5EF4-FFF2-40B4-BE49-F238E27FC236}">
                <a16:creationId xmlns:a16="http://schemas.microsoft.com/office/drawing/2014/main" id="{6B5D32F8-FAEE-475E-A203-1DA0AF9FF833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05">
            <a:extLst xmlns:a="http://schemas.openxmlformats.org/drawingml/2006/main">
              <a:ext uri="{FF2B5EF4-FFF2-40B4-BE49-F238E27FC236}">
                <a16:creationId xmlns:a16="http://schemas.microsoft.com/office/drawing/2014/main" id="{2B9C12DF-46E7-43F1-B3B9-F90E0C95065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512FFA-AEC6-45E9-AACA-416C083D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藩镇割据与唐朝统治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0E2644-F480-41A4-8FD9-4DFF894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C66825A-948C-4C05-8724-43A3D22D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996728A-9BBC-461B-9C72-5B3BD905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3641A6C-4ACF-4530-B093-08B61861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10" name="link-1106">
            <a:extLst xmlns:a="http://schemas.openxmlformats.org/drawingml/2006/main">
              <a:ext uri="{FF2B5EF4-FFF2-40B4-BE49-F238E27FC236}">
                <a16:creationId xmlns:a16="http://schemas.microsoft.com/office/drawing/2014/main" id="{83BE192D-303F-4B86-9CC1-B3F70087EFD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107">
            <a:extLst xmlns:a="http://schemas.openxmlformats.org/drawingml/2006/main">
              <a:ext uri="{FF2B5EF4-FFF2-40B4-BE49-F238E27FC236}">
                <a16:creationId xmlns:a16="http://schemas.microsoft.com/office/drawing/2014/main" id="{ACA24188-7449-4837-8070-737463E2865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藩镇割据的影响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683224557"/>
      </p:ext>
    </p:extLst>
  </p:cSld>
  <p:transition advClick="0"/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A3397-EF27-4964-A9D6-C9B05169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08">
            <a:extLst xmlns:a="http://schemas.openxmlformats.org/drawingml/2006/main">
              <a:ext uri="{FF2B5EF4-FFF2-40B4-BE49-F238E27FC236}">
                <a16:creationId xmlns:a16="http://schemas.microsoft.com/office/drawing/2014/main" id="{383BAD5F-1D85-4472-A2A6-00DE204B3943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09">
            <a:extLst xmlns:a="http://schemas.openxmlformats.org/drawingml/2006/main">
              <a:ext uri="{FF2B5EF4-FFF2-40B4-BE49-F238E27FC236}">
                <a16:creationId xmlns:a16="http://schemas.microsoft.com/office/drawing/2014/main" id="{6A7403CA-4509-477D-9143-C51ECFAC270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10">
            <a:extLst xmlns:a="http://schemas.openxmlformats.org/drawingml/2006/main">
              <a:ext uri="{FF2B5EF4-FFF2-40B4-BE49-F238E27FC236}">
                <a16:creationId xmlns:a16="http://schemas.microsoft.com/office/drawing/2014/main" id="{1E7B05B1-C299-4BA2-9B28-D67DFB164496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安史之乱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8FC950-74EA-4291-A642-7C766AAC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03683C0-2AFC-4A94-9125-1BDF0D39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8F3778-D463-4515-B8FE-2D2FF6C7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12A797-FF9F-479F-83B1-FA4C8420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111">
            <a:extLst xmlns:a="http://schemas.openxmlformats.org/drawingml/2006/main">
              <a:ext uri="{FF2B5EF4-FFF2-40B4-BE49-F238E27FC236}">
                <a16:creationId xmlns:a16="http://schemas.microsoft.com/office/drawing/2014/main" id="{83866E6D-BBD0-42D0-A34D-F2C51757841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12">
            <a:extLst xmlns:a="http://schemas.openxmlformats.org/drawingml/2006/main">
              <a:ext uri="{FF2B5EF4-FFF2-40B4-BE49-F238E27FC236}">
                <a16:creationId xmlns:a16="http://schemas.microsoft.com/office/drawing/2014/main" id="{617159F4-C148-4CC0-A54C-1BBF29D10A8D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藩镇割据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C78DD90-DAC9-4F58-970D-184BB4F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不利于中央集权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客观上延续了唐朝的统治</a:t>
            </a:r>
          </a:p>
        </p:txBody>
      </p:sp>
    </p:spTree>
    <p:extLst>
      <p:ext uri="{BB962C8B-B14F-4D97-AF65-F5344CB8AC3E}">
        <p14:creationId xmlns:p14="http://schemas.microsoft.com/office/powerpoint/2010/main" val="1634446551"/>
      </p:ext>
    </p:extLst>
  </p:cSld>
  <p:transition advClick="0"/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501E2-5F07-4F51-9964-29FE3617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13">
            <a:extLst xmlns:a="http://schemas.openxmlformats.org/drawingml/2006/main">
              <a:ext uri="{FF2B5EF4-FFF2-40B4-BE49-F238E27FC236}">
                <a16:creationId xmlns:a16="http://schemas.microsoft.com/office/drawing/2014/main" id="{0262BC5F-A23D-4187-A8C5-797EB4815717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14">
            <a:extLst xmlns:a="http://schemas.openxmlformats.org/drawingml/2006/main">
              <a:ext uri="{FF2B5EF4-FFF2-40B4-BE49-F238E27FC236}">
                <a16:creationId xmlns:a16="http://schemas.microsoft.com/office/drawing/2014/main" id="{51B75691-109D-48C3-BD9D-DAD1092A53C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15">
            <a:extLst xmlns:a="http://schemas.openxmlformats.org/drawingml/2006/main">
              <a:ext uri="{FF2B5EF4-FFF2-40B4-BE49-F238E27FC236}">
                <a16:creationId xmlns:a16="http://schemas.microsoft.com/office/drawing/2014/main" id="{CD3C56A8-93A5-4241-AB16-748099A7C94A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D506C7-F32C-4EFB-BB1C-0F0E42F7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五代十国与唐末藩镇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BB3228F-E657-45D9-9F85-048AEA20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AFBEAC5-0565-4E90-9FE8-4EDA8168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2F7767E-9652-4C08-8341-89F38EDF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8120D2E-C92B-4C5F-B5B0-8B101FFA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10" name="link-1116">
            <a:extLst xmlns:a="http://schemas.openxmlformats.org/drawingml/2006/main">
              <a:ext uri="{FF2B5EF4-FFF2-40B4-BE49-F238E27FC236}">
                <a16:creationId xmlns:a16="http://schemas.microsoft.com/office/drawing/2014/main" id="{E4602E2F-6AD3-4FCF-85F7-E7E1D86A240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117">
            <a:extLst xmlns:a="http://schemas.openxmlformats.org/drawingml/2006/main">
              <a:ext uri="{FF2B5EF4-FFF2-40B4-BE49-F238E27FC236}">
                <a16:creationId xmlns:a16="http://schemas.microsoft.com/office/drawing/2014/main" id="{FC671AA1-B013-48CB-A3B6-68A7DE056A46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842468679"/>
      </p:ext>
    </p:extLst>
  </p:cSld>
  <p:transition advClick="0"/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0383F-27CF-4753-B7F5-337A7628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18">
            <a:extLst xmlns:a="http://schemas.openxmlformats.org/drawingml/2006/main">
              <a:ext uri="{FF2B5EF4-FFF2-40B4-BE49-F238E27FC236}">
                <a16:creationId xmlns:a16="http://schemas.microsoft.com/office/drawing/2014/main" id="{BBB16AC3-09B9-4524-B688-E1CC9F58AAB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19">
            <a:extLst xmlns:a="http://schemas.openxmlformats.org/drawingml/2006/main">
              <a:ext uri="{FF2B5EF4-FFF2-40B4-BE49-F238E27FC236}">
                <a16:creationId xmlns:a16="http://schemas.microsoft.com/office/drawing/2014/main" id="{B1540CD6-AE35-43E4-80CD-341FD3C85A02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20">
            <a:extLst xmlns:a="http://schemas.openxmlformats.org/drawingml/2006/main">
              <a:ext uri="{FF2B5EF4-FFF2-40B4-BE49-F238E27FC236}">
                <a16:creationId xmlns:a16="http://schemas.microsoft.com/office/drawing/2014/main" id="{08E78AC3-9796-4385-8195-03F60B7E1D6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114657-E61E-4CA5-9F29-9913AFA7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9EF37B-906D-4CDB-A05B-E975D889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715C97C-5855-4901-ABA4-E2C5D5FB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218090-65F2-4F5E-84A5-8EE58E05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21">
            <a:extLst xmlns:a="http://schemas.openxmlformats.org/drawingml/2006/main">
              <a:ext uri="{FF2B5EF4-FFF2-40B4-BE49-F238E27FC236}">
                <a16:creationId xmlns:a16="http://schemas.microsoft.com/office/drawing/2014/main" id="{9458E60F-86D0-419F-A251-9927ACA3D2FE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22">
            <a:extLst xmlns:a="http://schemas.openxmlformats.org/drawingml/2006/main">
              <a:ext uri="{FF2B5EF4-FFF2-40B4-BE49-F238E27FC236}">
                <a16:creationId xmlns:a16="http://schemas.microsoft.com/office/drawing/2014/main" id="{746A1E1B-95DE-4089-969C-CC28635A287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4C973AE-0450-41BD-ACF7-589A9038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五代：黄河流域先后出现后梁、后唐、后晋、后汉、后周。后唐都洛阳，其余四代都开封。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十国：南方先后九个割据政权，加五代末期在山西建立的北汉。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</p:txBody>
      </p:sp>
    </p:spTree>
    <p:extLst>
      <p:ext uri="{BB962C8B-B14F-4D97-AF65-F5344CB8AC3E}">
        <p14:creationId xmlns:p14="http://schemas.microsoft.com/office/powerpoint/2010/main" val="283424056"/>
      </p:ext>
    </p:extLst>
  </p:cSld>
  <p:transition advClick="0"/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40ED2-8946-4D38-946A-AA071A90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23">
            <a:extLst xmlns:a="http://schemas.openxmlformats.org/drawingml/2006/main">
              <a:ext uri="{FF2B5EF4-FFF2-40B4-BE49-F238E27FC236}">
                <a16:creationId xmlns:a16="http://schemas.microsoft.com/office/drawing/2014/main" id="{EB1492AA-6806-4114-BD9A-F1DD1486964A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24">
            <a:extLst xmlns:a="http://schemas.openxmlformats.org/drawingml/2006/main">
              <a:ext uri="{FF2B5EF4-FFF2-40B4-BE49-F238E27FC236}">
                <a16:creationId xmlns:a16="http://schemas.microsoft.com/office/drawing/2014/main" id="{F173F679-2015-4DA6-AC09-F05F9C6AF29A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25">
            <a:extLst xmlns:a="http://schemas.openxmlformats.org/drawingml/2006/main">
              <a:ext uri="{FF2B5EF4-FFF2-40B4-BE49-F238E27FC236}">
                <a16:creationId xmlns:a16="http://schemas.microsoft.com/office/drawing/2014/main" id="{0E5EDCB2-5118-4B7F-8DB6-E2CF48CC851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42460AC-5EDD-418D-AD3C-12E877AE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5AD8168-07BF-40B2-B2FA-6D13C4D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8A26D0F-BDB0-4504-96C2-98306183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53D9D6-BC23-48C7-8784-4A791286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26">
            <a:extLst xmlns:a="http://schemas.openxmlformats.org/drawingml/2006/main">
              <a:ext uri="{FF2B5EF4-FFF2-40B4-BE49-F238E27FC236}">
                <a16:creationId xmlns:a16="http://schemas.microsoft.com/office/drawing/2014/main" id="{25D48B9C-3885-4B9A-B584-CBAEA597ED8C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27">
            <a:extLst xmlns:a="http://schemas.openxmlformats.org/drawingml/2006/main">
              <a:ext uri="{FF2B5EF4-FFF2-40B4-BE49-F238E27FC236}">
                <a16:creationId xmlns:a16="http://schemas.microsoft.com/office/drawing/2014/main" id="{D20A952B-05DC-4081-A3F8-A796A416877B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E5CD0AC-7421-4650-AC03-1873611B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</p:txBody>
      </p:sp>
    </p:spTree>
    <p:extLst>
      <p:ext uri="{BB962C8B-B14F-4D97-AF65-F5344CB8AC3E}">
        <p14:creationId xmlns:p14="http://schemas.microsoft.com/office/powerpoint/2010/main" val="755592096"/>
      </p:ext>
    </p:extLst>
  </p:cSld>
  <p:transition advClick="0"/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EEFD-AC02-4773-A4EF-2EA4D178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28">
            <a:extLst xmlns:a="http://schemas.openxmlformats.org/drawingml/2006/main">
              <a:ext uri="{FF2B5EF4-FFF2-40B4-BE49-F238E27FC236}">
                <a16:creationId xmlns:a16="http://schemas.microsoft.com/office/drawing/2014/main" id="{B6BFC8BF-74F0-45E8-91DF-D2D1C7F481F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29">
            <a:extLst xmlns:a="http://schemas.openxmlformats.org/drawingml/2006/main">
              <a:ext uri="{FF2B5EF4-FFF2-40B4-BE49-F238E27FC236}">
                <a16:creationId xmlns:a16="http://schemas.microsoft.com/office/drawing/2014/main" id="{EB2B2216-748D-4A66-B974-BC13A7CF733D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30">
            <a:extLst xmlns:a="http://schemas.openxmlformats.org/drawingml/2006/main">
              <a:ext uri="{FF2B5EF4-FFF2-40B4-BE49-F238E27FC236}">
                <a16:creationId xmlns:a16="http://schemas.microsoft.com/office/drawing/2014/main" id="{35AE5078-41AE-43D8-8F31-A1A16E520695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7CCFAEE-7A70-456C-8258-00F8AC6D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F1A513-C260-4DF6-ACEC-B10DB3A3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1F883C-E2A1-4549-A040-8547B1EC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9B3822-2CA6-445E-BF78-3A21BA7B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31">
            <a:extLst xmlns:a="http://schemas.openxmlformats.org/drawingml/2006/main">
              <a:ext uri="{FF2B5EF4-FFF2-40B4-BE49-F238E27FC236}">
                <a16:creationId xmlns:a16="http://schemas.microsoft.com/office/drawing/2014/main" id="{FBB9A5C9-C3BF-4003-B124-D65771051E7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32">
            <a:extLst xmlns:a="http://schemas.openxmlformats.org/drawingml/2006/main">
              <a:ext uri="{FF2B5EF4-FFF2-40B4-BE49-F238E27FC236}">
                <a16:creationId xmlns:a16="http://schemas.microsoft.com/office/drawing/2014/main" id="{C70F1375-5C7D-4841-B2A5-D13B3EE527CF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与十国的定义（含衔接上文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354E288-0A35-468D-8DC1-1241AE21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课堂历史归纳：五代十国分裂局面承续并演变了唐末藩镇割据格局，不是毫无变化的等号。后周世宗柴荣清除弊政、增强实力，为北宋结束分裂奠定基础。</a:t>
            </a:r>
          </a:p>
        </p:txBody>
      </p:sp>
    </p:spTree>
    <p:extLst>
      <p:ext uri="{BB962C8B-B14F-4D97-AF65-F5344CB8AC3E}">
        <p14:creationId xmlns:p14="http://schemas.microsoft.com/office/powerpoint/2010/main" val="1239141351"/>
      </p:ext>
    </p:extLst>
  </p:cSld>
  <p:transition advClick="0"/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AC98B-8C2D-49DD-8BBA-2766C095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33">
            <a:extLst xmlns:a="http://schemas.openxmlformats.org/drawingml/2006/main">
              <a:ext uri="{FF2B5EF4-FFF2-40B4-BE49-F238E27FC236}">
                <a16:creationId xmlns:a16="http://schemas.microsoft.com/office/drawing/2014/main" id="{2F261794-E6B8-418A-94CE-381F00A26F4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34">
            <a:extLst xmlns:a="http://schemas.openxmlformats.org/drawingml/2006/main">
              <a:ext uri="{FF2B5EF4-FFF2-40B4-BE49-F238E27FC236}">
                <a16:creationId xmlns:a16="http://schemas.microsoft.com/office/drawing/2014/main" id="{15AEAD4A-79AF-4C78-997A-FB60161E857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35">
            <a:extLst xmlns:a="http://schemas.openxmlformats.org/drawingml/2006/main">
              <a:ext uri="{FF2B5EF4-FFF2-40B4-BE49-F238E27FC236}">
                <a16:creationId xmlns:a16="http://schemas.microsoft.com/office/drawing/2014/main" id="{A041A18A-F921-43B1-88E8-0CA781CB810D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E17B6B-5B4E-4036-874A-0086B4D4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五代十国与唐末藩镇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95047ED-D1BB-418B-B1E3-88ABA67C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FF080E-813F-46C0-A09D-553090DA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1DCFF8-BC9D-4833-BA63-2C2D7327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43D4EF-C4EA-4BB3-9EF5-02821BFF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10" name="link-1136">
            <a:extLst xmlns:a="http://schemas.openxmlformats.org/drawingml/2006/main">
              <a:ext uri="{FF2B5EF4-FFF2-40B4-BE49-F238E27FC236}">
                <a16:creationId xmlns:a16="http://schemas.microsoft.com/office/drawing/2014/main" id="{D0EA1F12-5E9B-4B89-9DE8-43AD9A22DEAB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137">
            <a:extLst xmlns:a="http://schemas.openxmlformats.org/drawingml/2006/main">
              <a:ext uri="{FF2B5EF4-FFF2-40B4-BE49-F238E27FC236}">
                <a16:creationId xmlns:a16="http://schemas.microsoft.com/office/drawing/2014/main" id="{06B37007-BFAF-4737-8874-B8A89AAF8CAA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193032519"/>
      </p:ext>
    </p:extLst>
  </p:cSld>
  <p:transition advClick="0"/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C2B32-8A60-4D4E-BF86-0B08D9D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38">
            <a:extLst xmlns:a="http://schemas.openxmlformats.org/drawingml/2006/main">
              <a:ext uri="{FF2B5EF4-FFF2-40B4-BE49-F238E27FC236}">
                <a16:creationId xmlns:a16="http://schemas.microsoft.com/office/drawing/2014/main" id="{BFC333DE-68BD-467B-BA9A-50A0AAF995FE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39">
            <a:extLst xmlns:a="http://schemas.openxmlformats.org/drawingml/2006/main">
              <a:ext uri="{FF2B5EF4-FFF2-40B4-BE49-F238E27FC236}">
                <a16:creationId xmlns:a16="http://schemas.microsoft.com/office/drawing/2014/main" id="{3FAB0739-D9AB-421A-978E-3F1E9E43D329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40">
            <a:extLst xmlns:a="http://schemas.openxmlformats.org/drawingml/2006/main">
              <a:ext uri="{FF2B5EF4-FFF2-40B4-BE49-F238E27FC236}">
                <a16:creationId xmlns:a16="http://schemas.microsoft.com/office/drawing/2014/main" id="{BE725A26-C945-4326-8CCF-257F7865D5CF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81E784-D618-46B1-B330-4BD2B515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3C2547-1DE0-41A5-97C9-DFDA136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A8B3BF9-A949-432C-A673-D17B88B1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ABC6E8-0E20-43A0-8A97-09D40DDB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41">
            <a:extLst xmlns:a="http://schemas.openxmlformats.org/drawingml/2006/main">
              <a:ext uri="{FF2B5EF4-FFF2-40B4-BE49-F238E27FC236}">
                <a16:creationId xmlns:a16="http://schemas.microsoft.com/office/drawing/2014/main" id="{2CBB447F-4C75-47C8-A96D-8F42287AAAE1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42">
            <a:extLst xmlns:a="http://schemas.openxmlformats.org/drawingml/2006/main">
              <a:ext uri="{FF2B5EF4-FFF2-40B4-BE49-F238E27FC236}">
                <a16:creationId xmlns:a16="http://schemas.microsoft.com/office/drawing/2014/main" id="{85B1B94B-76AB-4E0D-A973-E888A08C52D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90CDE38-2EB4-45DD-892E-156EB228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五代：黄河流域先后出现后梁、后唐、后晋、后汉、后周。后唐都洛阳，其余四代都开封。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十国：南方先后九个割据政权，加五代末期在山西建立的北汉。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</p:txBody>
      </p:sp>
    </p:spTree>
    <p:extLst>
      <p:ext uri="{BB962C8B-B14F-4D97-AF65-F5344CB8AC3E}">
        <p14:creationId xmlns:p14="http://schemas.microsoft.com/office/powerpoint/2010/main" val="288548159"/>
      </p:ext>
    </p:extLst>
  </p:cSld>
  <p:transition advClick="0"/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D6C3C-BD6D-4714-9B9C-7F341262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43">
            <a:extLst xmlns:a="http://schemas.openxmlformats.org/drawingml/2006/main">
              <a:ext uri="{FF2B5EF4-FFF2-40B4-BE49-F238E27FC236}">
                <a16:creationId xmlns:a16="http://schemas.microsoft.com/office/drawing/2014/main" id="{85155982-997C-4590-B191-86960CD0DBCB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44">
            <a:extLst xmlns:a="http://schemas.openxmlformats.org/drawingml/2006/main">
              <a:ext uri="{FF2B5EF4-FFF2-40B4-BE49-F238E27FC236}">
                <a16:creationId xmlns:a16="http://schemas.microsoft.com/office/drawing/2014/main" id="{AC839C7A-B8B1-4D86-A201-44BD1956BA1F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45">
            <a:extLst xmlns:a="http://schemas.openxmlformats.org/drawingml/2006/main">
              <a:ext uri="{FF2B5EF4-FFF2-40B4-BE49-F238E27FC236}">
                <a16:creationId xmlns:a16="http://schemas.microsoft.com/office/drawing/2014/main" id="{37072ED3-9BE2-477B-8AF3-10BACC363F10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BF8066-7EA1-4BB3-99C1-981EC5BA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33345D-A104-4078-9A63-676EA9AC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E0DC7A4-FE1A-4D42-9DBF-93CFDBA1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A2A8414-2D6A-425B-94DF-9463C76E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46">
            <a:extLst xmlns:a="http://schemas.openxmlformats.org/drawingml/2006/main">
              <a:ext uri="{FF2B5EF4-FFF2-40B4-BE49-F238E27FC236}">
                <a16:creationId xmlns:a16="http://schemas.microsoft.com/office/drawing/2014/main" id="{0A4EA723-6FD1-487B-AA91-67B2C6FCBD34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47">
            <a:extLst xmlns:a="http://schemas.openxmlformats.org/drawingml/2006/main">
              <a:ext uri="{FF2B5EF4-FFF2-40B4-BE49-F238E27FC236}">
                <a16:creationId xmlns:a16="http://schemas.microsoft.com/office/drawing/2014/main" id="{FA4D2408-8616-4158-A9CF-CA2BCB23A9E7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什么是五代十国？它与唐末藩镇割据有何联系？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F33A902-13E4-4CAB-A67C-5D132C93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</p:txBody>
      </p:sp>
    </p:spTree>
    <p:extLst>
      <p:ext uri="{BB962C8B-B14F-4D97-AF65-F5344CB8AC3E}">
        <p14:creationId xmlns:p14="http://schemas.microsoft.com/office/powerpoint/2010/main" val="320284810"/>
      </p:ext>
    </p:extLst>
  </p:cSld>
  <p:transition advClick="0"/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24E90-D5BD-4B42-88AA-6010D7BD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48">
            <a:extLst xmlns:a="http://schemas.openxmlformats.org/drawingml/2006/main">
              <a:ext uri="{FF2B5EF4-FFF2-40B4-BE49-F238E27FC236}">
                <a16:creationId xmlns:a16="http://schemas.microsoft.com/office/drawing/2014/main" id="{3258349E-255E-4654-8A06-619A34906311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49">
            <a:extLst xmlns:a="http://schemas.openxmlformats.org/drawingml/2006/main">
              <a:ext uri="{FF2B5EF4-FFF2-40B4-BE49-F238E27FC236}">
                <a16:creationId xmlns:a16="http://schemas.microsoft.com/office/drawing/2014/main" id="{A38B013C-8936-488A-B760-8C49D0271A10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50">
            <a:extLst xmlns:a="http://schemas.openxmlformats.org/drawingml/2006/main">
              <a:ext uri="{FF2B5EF4-FFF2-40B4-BE49-F238E27FC236}">
                <a16:creationId xmlns:a16="http://schemas.microsoft.com/office/drawing/2014/main" id="{B98C8650-61A5-413D-A9C8-CF5C39DE81DB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的灭亡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6D9E98-22F3-4961-8328-8C1B730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9993319-CB2A-4907-805C-CE805A6F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705927-4DB8-41A0-B986-4F15204B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0984BE6-89C4-4D59-849D-EA1023CE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51">
            <a:extLst xmlns:a="http://schemas.openxmlformats.org/drawingml/2006/main">
              <a:ext uri="{FF2B5EF4-FFF2-40B4-BE49-F238E27FC236}">
                <a16:creationId xmlns:a16="http://schemas.microsoft.com/office/drawing/2014/main" id="{5058B22B-40F6-4919-8954-98803E106CBF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52">
            <a:extLst xmlns:a="http://schemas.openxmlformats.org/drawingml/2006/main">
              <a:ext uri="{FF2B5EF4-FFF2-40B4-BE49-F238E27FC236}">
                <a16:creationId xmlns:a16="http://schemas.microsoft.com/office/drawing/2014/main" id="{A6C8DA2D-403C-49D9-89F8-FE23C6F21A8C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五代十国形势图（后周时期）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CFEDB7C-3383-4F8E-BD73-AC2D2794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课堂历史归纳：五代十国分裂局面承续并演变了唐末藩镇割据格局，不是毫无变化的等号。后周世宗柴荣清除弊政、增强实力，为北宋结束分裂奠定基础。</a:t>
            </a:r>
          </a:p>
        </p:txBody>
      </p:sp>
    </p:spTree>
    <p:extLst>
      <p:ext uri="{BB962C8B-B14F-4D97-AF65-F5344CB8AC3E}">
        <p14:creationId xmlns:p14="http://schemas.microsoft.com/office/powerpoint/2010/main" val="764800607"/>
      </p:ext>
    </p:extLst>
  </p:cSld>
  <p:transition advClick="0"/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187EE-0DF4-4550-BE35-8A7A67E8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53">
            <a:extLst xmlns:a="http://schemas.openxmlformats.org/drawingml/2006/main">
              <a:ext uri="{FF2B5EF4-FFF2-40B4-BE49-F238E27FC236}">
                <a16:creationId xmlns:a16="http://schemas.microsoft.com/office/drawing/2014/main" id="{6CBAA734-C419-4879-A759-A41B0EF03F95}"/>
              </a:ext>
            </a:extLst>
            <ns0:hlinkClick xmlns:ns0="http://schemas.openxmlformats.org/drawingml/2006/main" xmlns:ns1="http://schemas.openxmlformats.org/officeDocument/2006/relationships" ns1:id="rIdNav0" action="ppaction://hlinksldjump" tooltip="首页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54">
            <a:extLst xmlns:a="http://schemas.openxmlformats.org/drawingml/2006/main">
              <a:ext uri="{FF2B5EF4-FFF2-40B4-BE49-F238E27FC236}">
                <a16:creationId xmlns:a16="http://schemas.microsoft.com/office/drawing/2014/main" id="{C2E1F0CC-A860-45CB-BE35-AAD7C1B23076}"/>
              </a:ext>
            </a:extLst>
            <ns2:hlinkClick xmlns:ns2="http://schemas.openxmlformats.org/drawingml/2006/main" xmlns:ns3="http://schemas.openxmlformats.org/officeDocument/2006/relationships" ns3:id="rIdNav1" action="ppaction://hlinksldjump" tooltip="课堂脉络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55">
            <a:extLst xmlns:a="http://schemas.openxmlformats.org/drawingml/2006/main">
              <a:ext uri="{FF2B5EF4-FFF2-40B4-BE49-F238E27FC236}">
                <a16:creationId xmlns:a16="http://schemas.microsoft.com/office/drawing/2014/main" id="{AB37F391-9507-4605-8E21-484E6A1B13D8}"/>
              </a:ext>
            </a:extLst>
            <ns4:hlinkClick xmlns:ns4="http://schemas.openxmlformats.org/drawingml/2006/main" xmlns:ns5="http://schemas.openxmlformats.org/officeDocument/2006/relationships" ns5:id="rIdNav2" action="ppaction://hlinksldjump" tooltip="唐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FFE559-40BF-4124-A17B-B83CCA63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D36C3E-63D7-4FC8-9F45-73B42789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地图阅读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CEFFBC6-EA13-4173-91DC-4151AB0A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B2CC93-F429-4055-97AD-DDF4D72E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535E5C9-3852-4734-A166-48B1DA13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先选择对象，再向下读图。朱砂框只定位文字，不代表疆域。可使用白板放大、移动；图题、图例与全部年代注记均保留。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 PDF 4/6｜印刷第37页669年图；交往事实见教材 PDF 3/6｜印刷第36页—教材 PDF 4/6｜印刷第37页 · 定位示意，非政治边界</a:t>
            </a:r>
          </a:p>
        </p:txBody>
      </p:sp>
      <p:sp>
        <p:nvSpPr>
          <p:cNvPr id="10" name="link-1156">
            <a:extLst xmlns:a="http://schemas.openxmlformats.org/drawingml/2006/main">
              <a:ext uri="{FF2B5EF4-FFF2-40B4-BE49-F238E27FC236}">
                <a16:creationId xmlns:a16="http://schemas.microsoft.com/office/drawing/2014/main" id="{A31DE370-06FA-4D16-9F07-3AE2198C86F0}"/>
              </a:ext>
            </a:extLst>
            <ns6:hlinkClick xmlns:ns6="http://schemas.openxmlformats.org/drawingml/2006/main" xmlns:ns7="http://schemas.openxmlformats.org/officeDocument/2006/relationships" ns7:id="rIdNav3" action="ppaction://hlinksldjump" tooltip="唐朝前期形势和边疆各族分布图（669年）及古今地名表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返回教材</a:t>
            </a:r>
          </a:p>
        </p:txBody>
      </p:sp>
      <p:sp>
        <p:nvSpPr>
          <p:cNvPr id="11" name="link-1157">
            <a:extLst xmlns:a="http://schemas.openxmlformats.org/drawingml/2006/main">
              <a:ext uri="{FF2B5EF4-FFF2-40B4-BE49-F238E27FC236}">
                <a16:creationId xmlns:a16="http://schemas.microsoft.com/office/drawing/2014/main" id="{ED5697E5-5B4D-4421-A34F-1CA6C64E1EFE}"/>
              </a:ext>
            </a:extLst>
            <ns8:hlinkClick xmlns:ns8="http://schemas.openxmlformats.org/drawingml/2006/main" xmlns:ns9="http://schemas.openxmlformats.org/officeDocument/2006/relationships" ns9:id="rIdNav4" action="ppaction://hlinksldjump" tooltip="民族关系的处理方式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</a:t>
            </a:r>
          </a:p>
        </p:txBody>
      </p:sp>
    </p:spTree>
    <p:extLst>
      <p:ext uri="{BB962C8B-B14F-4D97-AF65-F5344CB8AC3E}">
        <p14:creationId xmlns:p14="http://schemas.microsoft.com/office/powerpoint/2010/main" val="2034564238"/>
      </p:ext>
    </p:extLst>
  </p:cSld>
  <p:transition advClick="0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2026-10-24T14:27:18.6750000Z</dcterms:created>
  <dcterms:modified xsi:type="dcterms:W3CDTF">2026-10-24T14:27:18.6750000Z</dcterms:modified>
</coreProperties>
</file>