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notesSlides/notesSlide1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114.xml" ContentType="application/vnd.openxmlformats-officedocument.presentationml.slide+xml"/>
  <Override PartName="/ppt/notesSlides/notesSlide114.xml" ContentType="application/vnd.openxmlformats-officedocument.presentationml.notesSlide+xml"/>
  <Override PartName="/ppt/slides/slide115.xml" ContentType="application/vnd.openxmlformats-officedocument.presentationml.slide+xml"/>
  <Override PartName="/ppt/notesSlides/notesSlide115.xml" ContentType="application/vnd.openxmlformats-officedocument.presentationml.notesSlide+xml"/>
  <Override PartName="/ppt/slides/slide116.xml" ContentType="application/vnd.openxmlformats-officedocument.presentationml.slide+xml"/>
  <Override PartName="/ppt/notesSlides/notesSlide116.xml" ContentType="application/vnd.openxmlformats-officedocument.presentationml.notesSlide+xml"/>
  <Override PartName="/ppt/slides/slide117.xml" ContentType="application/vnd.openxmlformats-officedocument.presentationml.slide+xml"/>
  <Override PartName="/ppt/notesSlides/notesSlide117.xml" ContentType="application/vnd.openxmlformats-officedocument.presentationml.notesSlide+xml"/>
  <Override PartName="/ppt/slides/slide118.xml" ContentType="application/vnd.openxmlformats-officedocument.presentationml.slide+xml"/>
  <Override PartName="/ppt/notesSlides/notesSlide118.xml" ContentType="application/vnd.openxmlformats-officedocument.presentationml.notesSlide+xml"/>
  <Override PartName="/ppt/slides/slide119.xml" ContentType="application/vnd.openxmlformats-officedocument.presentationml.slide+xml"/>
  <Override PartName="/ppt/notesSlides/notesSlide119.xml" ContentType="application/vnd.openxmlformats-officedocument.presentationml.notesSlide+xml"/>
  <Override PartName="/ppt/slides/slide120.xml" ContentType="application/vnd.openxmlformats-officedocument.presentationml.slide+xml"/>
  <Override PartName="/ppt/notesSlides/notesSlide120.xml" ContentType="application/vnd.openxmlformats-officedocument.presentationml.notesSlide+xml"/>
  <Override PartName="/ppt/slides/slide121.xml" ContentType="application/vnd.openxmlformats-officedocument.presentationml.slide+xml"/>
  <Override PartName="/ppt/notesSlides/notesSlide121.xml" ContentType="application/vnd.openxmlformats-officedocument.presentationml.notesSlide+xml"/>
  <Override PartName="/ppt/slides/slide122.xml" ContentType="application/vnd.openxmlformats-officedocument.presentationml.slide+xml"/>
  <Override PartName="/ppt/notesSlides/notesSlide122.xml" ContentType="application/vnd.openxmlformats-officedocument.presentationml.notesSlide+xml"/>
  <Override PartName="/ppt/slides/slide123.xml" ContentType="application/vnd.openxmlformats-officedocument.presentationml.slide+xml"/>
  <Override PartName="/ppt/notesSlides/notesSlide123.xml" ContentType="application/vnd.openxmlformats-officedocument.presentationml.notesSlide+xml"/>
  <Override PartName="/ppt/slides/slide124.xml" ContentType="application/vnd.openxmlformats-officedocument.presentationml.slide+xml"/>
  <Override PartName="/ppt/notesSlides/notesSlide124.xml" ContentType="application/vnd.openxmlformats-officedocument.presentationml.notesSlide+xml"/>
  <Override PartName="/ppt/slides/slide125.xml" ContentType="application/vnd.openxmlformats-officedocument.presentationml.slide+xml"/>
  <Override PartName="/ppt/notesSlides/notesSlide125.xml" ContentType="application/vnd.openxmlformats-officedocument.presentationml.notesSlide+xml"/>
  <Override PartName="/ppt/slides/slide126.xml" ContentType="application/vnd.openxmlformats-officedocument.presentationml.slide+xml"/>
  <Override PartName="/ppt/notesSlides/notesSlide126.xml" ContentType="application/vnd.openxmlformats-officedocument.presentationml.notesSlide+xml"/>
  <Override PartName="/ppt/slides/slide127.xml" ContentType="application/vnd.openxmlformats-officedocument.presentationml.slide+xml"/>
  <Override PartName="/ppt/notesSlides/notesSlide127.xml" ContentType="application/vnd.openxmlformats-officedocument.presentationml.notesSlide+xml"/>
  <Override PartName="/ppt/slides/slide128.xml" ContentType="application/vnd.openxmlformats-officedocument.presentationml.slide+xml"/>
  <Override PartName="/ppt/notesSlides/notesSlide128.xml" ContentType="application/vnd.openxmlformats-officedocument.presentationml.notesSlide+xml"/>
  <Override PartName="/ppt/slides/slide129.xml" ContentType="application/vnd.openxmlformats-officedocument.presentationml.slide+xml"/>
  <Override PartName="/ppt/notesSlides/notesSlide129.xml" ContentType="application/vnd.openxmlformats-officedocument.presentationml.notesSlide+xml"/>
  <Override PartName="/ppt/slides/slide130.xml" ContentType="application/vnd.openxmlformats-officedocument.presentationml.slide+xml"/>
  <Override PartName="/ppt/notesSlides/notesSlide130.xml" ContentType="application/vnd.openxmlformats-officedocument.presentationml.notesSlide+xml"/>
  <Override PartName="/ppt/slides/slide131.xml" ContentType="application/vnd.openxmlformats-officedocument.presentationml.slide+xml"/>
  <Override PartName="/ppt/notesSlides/notesSlide131.xml" ContentType="application/vnd.openxmlformats-officedocument.presentationml.notesSlide+xml"/>
  <Override PartName="/ppt/slides/slide132.xml" ContentType="application/vnd.openxmlformats-officedocument.presentationml.slide+xml"/>
  <Override PartName="/ppt/notesSlides/notesSlide132.xml" ContentType="application/vnd.openxmlformats-officedocument.presentationml.notesSlide+xml"/>
  <Override PartName="/ppt/slides/slide133.xml" ContentType="application/vnd.openxmlformats-officedocument.presentationml.slide+xml"/>
  <Override PartName="/ppt/notesSlides/notesSlide133.xml" ContentType="application/vnd.openxmlformats-officedocument.presentationml.notesSlide+xml"/>
  <Override PartName="/ppt/slides/slide134.xml" ContentType="application/vnd.openxmlformats-officedocument.presentationml.slide+xml"/>
  <Override PartName="/ppt/notesSlides/notesSlide134.xml" ContentType="application/vnd.openxmlformats-officedocument.presentationml.notesSlide+xml"/>
  <Override PartName="/ppt/slides/slide135.xml" ContentType="application/vnd.openxmlformats-officedocument.presentationml.slide+xml"/>
  <Override PartName="/ppt/notesSlides/notesSlide135.xml" ContentType="application/vnd.openxmlformats-officedocument.presentationml.notesSlide+xml"/>
  <Override PartName="/ppt/slides/slide136.xml" ContentType="application/vnd.openxmlformats-officedocument.presentationml.slide+xml"/>
  <Override PartName="/ppt/notesSlides/notesSlide136.xml" ContentType="application/vnd.openxmlformats-officedocument.presentationml.notesSlide+xml"/>
  <Override PartName="/ppt/slides/slide137.xml" ContentType="application/vnd.openxmlformats-officedocument.presentationml.slide+xml"/>
  <Override PartName="/ppt/notesSlides/notesSlide137.xml" ContentType="application/vnd.openxmlformats-officedocument.presentationml.notesSlide+xml"/>
  <Override PartName="/ppt/slides/slide138.xml" ContentType="application/vnd.openxmlformats-officedocument.presentationml.slide+xml"/>
  <Override PartName="/ppt/notesSlides/notesSlide138.xml" ContentType="application/vnd.openxmlformats-officedocument.presentationml.notesSlide+xml"/>
  <Override PartName="/ppt/slides/slide139.xml" ContentType="application/vnd.openxmlformats-officedocument.presentationml.slide+xml"/>
  <Override PartName="/ppt/notesSlides/notesSlide139.xml" ContentType="application/vnd.openxmlformats-officedocument.presentationml.notesSlide+xml"/>
  <Override PartName="/ppt/slides/slide140.xml" ContentType="application/vnd.openxmlformats-officedocument.presentationml.slide+xml"/>
  <Override PartName="/ppt/notesSlides/notesSlide140.xml" ContentType="application/vnd.openxmlformats-officedocument.presentationml.notesSlide+xml"/>
  <Override PartName="/ppt/slides/slide141.xml" ContentType="application/vnd.openxmlformats-officedocument.presentationml.slide+xml"/>
  <Override PartName="/ppt/notesSlides/notesSlide141.xml" ContentType="application/vnd.openxmlformats-officedocument.presentationml.notesSlide+xml"/>
  <Override PartName="/ppt/slides/slide142.xml" ContentType="application/vnd.openxmlformats-officedocument.presentationml.slide+xml"/>
  <Override PartName="/ppt/notesSlides/notesSlide142.xml" ContentType="application/vnd.openxmlformats-officedocument.presentationml.notesSlide+xml"/>
  <Override PartName="/ppt/slides/slide143.xml" ContentType="application/vnd.openxmlformats-officedocument.presentationml.slide+xml"/>
  <Override PartName="/ppt/notesSlides/notesSlide143.xml" ContentType="application/vnd.openxmlformats-officedocument.presentationml.notesSlide+xml"/>
  <Override PartName="/ppt/slides/slide144.xml" ContentType="application/vnd.openxmlformats-officedocument.presentationml.slide+xml"/>
  <Override PartName="/ppt/notesSlides/notesSlide144.xml" ContentType="application/vnd.openxmlformats-officedocument.presentationml.notesSlide+xml"/>
  <Override PartName="/ppt/slides/slide145.xml" ContentType="application/vnd.openxmlformats-officedocument.presentationml.slide+xml"/>
  <Override PartName="/ppt/notesSlides/notesSlide145.xml" ContentType="application/vnd.openxmlformats-officedocument.presentationml.notesSlide+xml"/>
  <Override PartName="/ppt/slides/slide146.xml" ContentType="application/vnd.openxmlformats-officedocument.presentationml.slide+xml"/>
  <Override PartName="/ppt/notesSlides/notesSlide146.xml" ContentType="application/vnd.openxmlformats-officedocument.presentationml.notesSlide+xml"/>
  <Override PartName="/ppt/slides/slide147.xml" ContentType="application/vnd.openxmlformats-officedocument.presentationml.slide+xml"/>
  <Override PartName="/ppt/notesSlides/notesSlide147.xml" ContentType="application/vnd.openxmlformats-officedocument.presentationml.notesSlide+xml"/>
  <Override PartName="/ppt/slides/slide148.xml" ContentType="application/vnd.openxmlformats-officedocument.presentationml.slide+xml"/>
  <Override PartName="/ppt/notesSlides/notesSlide148.xml" ContentType="application/vnd.openxmlformats-officedocument.presentationml.notesSlide+xml"/>
  <Override PartName="/ppt/slides/slide149.xml" ContentType="application/vnd.openxmlformats-officedocument.presentationml.slide+xml"/>
  <Override PartName="/ppt/notesSlides/notesSlide149.xml" ContentType="application/vnd.openxmlformats-officedocument.presentationml.notesSlide+xml"/>
  <Override PartName="/ppt/slides/slide150.xml" ContentType="application/vnd.openxmlformats-officedocument.presentationml.slide+xml"/>
  <Override PartName="/ppt/notesSlides/notesSlide150.xml" ContentType="application/vnd.openxmlformats-officedocument.presentationml.notesSlide+xml"/>
  <Override PartName="/ppt/slides/slide151.xml" ContentType="application/vnd.openxmlformats-officedocument.presentationml.slide+xml"/>
  <Override PartName="/ppt/notesSlides/notesSlide151.xml" ContentType="application/vnd.openxmlformats-officedocument.presentationml.notesSlide+xml"/>
  <Override PartName="/ppt/slides/slide152.xml" ContentType="application/vnd.openxmlformats-officedocument.presentationml.slide+xml"/>
  <Override PartName="/ppt/notesSlides/notesSlide152.xml" ContentType="application/vnd.openxmlformats-officedocument.presentationml.notesSlide+xml"/>
  <Override PartName="/ppt/slides/slide153.xml" ContentType="application/vnd.openxmlformats-officedocument.presentationml.slide+xml"/>
  <Override PartName="/ppt/notesSlides/notesSlide153.xml" ContentType="application/vnd.openxmlformats-officedocument.presentationml.notesSlide+xml"/>
  <Override PartName="/ppt/slides/slide154.xml" ContentType="application/vnd.openxmlformats-officedocument.presentationml.slide+xml"/>
  <Override PartName="/ppt/notesSlides/notesSlide154.xml" ContentType="application/vnd.openxmlformats-officedocument.presentationml.notesSlide+xml"/>
  <Override PartName="/ppt/slides/slide155.xml" ContentType="application/vnd.openxmlformats-officedocument.presentationml.slide+xml"/>
  <Override PartName="/ppt/notesSlides/notesSlide155.xml" ContentType="application/vnd.openxmlformats-officedocument.presentationml.notesSlide+xml"/>
  <Override PartName="/ppt/slides/slide156.xml" ContentType="application/vnd.openxmlformats-officedocument.presentationml.slide+xml"/>
  <Override PartName="/ppt/notesSlides/notesSlide156.xml" ContentType="application/vnd.openxmlformats-officedocument.presentationml.notesSlide+xml"/>
  <Override PartName="/ppt/slides/slide157.xml" ContentType="application/vnd.openxmlformats-officedocument.presentationml.slide+xml"/>
  <Override PartName="/ppt/notesSlides/notesSlide157.xml" ContentType="application/vnd.openxmlformats-officedocument.presentationml.notesSlide+xml"/>
  <Override PartName="/ppt/slides/slide158.xml" ContentType="application/vnd.openxmlformats-officedocument.presentationml.slide+xml"/>
  <Override PartName="/ppt/notesSlides/notesSlide158.xml" ContentType="application/vnd.openxmlformats-officedocument.presentationml.notesSlide+xml"/>
  <Override PartName="/ppt/slides/slide159.xml" ContentType="application/vnd.openxmlformats-officedocument.presentationml.slide+xml"/>
  <Override PartName="/ppt/notesSlides/notesSlide159.xml" ContentType="application/vnd.openxmlformats-officedocument.presentationml.notesSlide+xml"/>
  <Override PartName="/ppt/slides/slide160.xml" ContentType="application/vnd.openxmlformats-officedocument.presentationml.slide+xml"/>
  <Override PartName="/ppt/notesSlides/notesSlide16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e66f03829647a2" /><Relationship Type="http://schemas.openxmlformats.org/officeDocument/2006/relationships/extended-properties" Target="/docProps/app.xml" Id="R38becb78311a4337" /><Relationship Type="http://schemas.openxmlformats.org/officeDocument/2006/relationships/officeDocument" Target="/ppt/presentation.xml" Id="R22140adae38d46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bdcbc225ea42cf"/>
  </p:sldMasterIdLst>
  <p:notesMasterIdLst>
    <p:notesMasterId xmlns:r="http://schemas.openxmlformats.org/officeDocument/2006/relationships" r:id="R8dd21ae8d6954f3d"/>
  </p:notesMasterIdLst>
  <p:sldIdLst>
    <p:sldId xmlns:r="http://schemas.openxmlformats.org/officeDocument/2006/relationships" id="256" r:id="R7a4628b19e4c4421"/>
    <p:sldId xmlns:r="http://schemas.openxmlformats.org/officeDocument/2006/relationships" id="257" r:id="Rf7df4e03c0124b5e"/>
    <p:sldId xmlns:r="http://schemas.openxmlformats.org/officeDocument/2006/relationships" id="258" r:id="R86457ee1392047d4"/>
    <p:sldId xmlns:r="http://schemas.openxmlformats.org/officeDocument/2006/relationships" id="259" r:id="R6adc2e09299d4b47"/>
    <p:sldId xmlns:r="http://schemas.openxmlformats.org/officeDocument/2006/relationships" id="260" r:id="Rfe43966ff1ee4a3f"/>
    <p:sldId xmlns:r="http://schemas.openxmlformats.org/officeDocument/2006/relationships" id="261" r:id="R386c1913610b490f"/>
    <p:sldId xmlns:r="http://schemas.openxmlformats.org/officeDocument/2006/relationships" id="262" r:id="R486124b1b3b24228"/>
    <p:sldId xmlns:r="http://schemas.openxmlformats.org/officeDocument/2006/relationships" id="263" r:id="R30375f198b374073"/>
    <p:sldId xmlns:r="http://schemas.openxmlformats.org/officeDocument/2006/relationships" id="264" r:id="R933461f0bf4146a0"/>
    <p:sldId xmlns:r="http://schemas.openxmlformats.org/officeDocument/2006/relationships" id="265" r:id="R5c1a4b39a48d4ca5"/>
    <p:sldId xmlns:r="http://schemas.openxmlformats.org/officeDocument/2006/relationships" id="266" r:id="R4fa5beb280264227"/>
    <p:sldId xmlns:r="http://schemas.openxmlformats.org/officeDocument/2006/relationships" id="267" r:id="Re6dc024f0e5c48b3"/>
    <p:sldId xmlns:r="http://schemas.openxmlformats.org/officeDocument/2006/relationships" id="268" r:id="R17536564c2994296"/>
    <p:sldId xmlns:r="http://schemas.openxmlformats.org/officeDocument/2006/relationships" id="269" r:id="R375fae80f06d4683"/>
    <p:sldId xmlns:r="http://schemas.openxmlformats.org/officeDocument/2006/relationships" id="270" r:id="Rb836a01744e747ac"/>
    <p:sldId xmlns:r="http://schemas.openxmlformats.org/officeDocument/2006/relationships" id="271" r:id="R1d16e641561b4ef1"/>
    <p:sldId xmlns:r="http://schemas.openxmlformats.org/officeDocument/2006/relationships" id="272" r:id="R6f45de62dffe4377"/>
    <p:sldId xmlns:r="http://schemas.openxmlformats.org/officeDocument/2006/relationships" id="273" r:id="Rc0cac31301da4d15"/>
    <p:sldId xmlns:r="http://schemas.openxmlformats.org/officeDocument/2006/relationships" id="274" r:id="R07bf2b34d42f4de1"/>
    <p:sldId xmlns:r="http://schemas.openxmlformats.org/officeDocument/2006/relationships" id="275" r:id="R9e2273fe5e2f44c1"/>
    <p:sldId xmlns:r="http://schemas.openxmlformats.org/officeDocument/2006/relationships" id="276" r:id="R62f0f7fd591c47e0"/>
    <p:sldId xmlns:r="http://schemas.openxmlformats.org/officeDocument/2006/relationships" id="277" r:id="R5e964d90c5c94817"/>
    <p:sldId xmlns:r="http://schemas.openxmlformats.org/officeDocument/2006/relationships" id="278" r:id="R4454837a027a4de4"/>
    <p:sldId xmlns:r="http://schemas.openxmlformats.org/officeDocument/2006/relationships" id="279" r:id="Rbfe996164cbb4a82"/>
    <p:sldId xmlns:r="http://schemas.openxmlformats.org/officeDocument/2006/relationships" id="280" r:id="R2a1c785f5e864083"/>
    <p:sldId xmlns:r="http://schemas.openxmlformats.org/officeDocument/2006/relationships" id="281" r:id="R418dbb06ee9945c9"/>
    <p:sldId xmlns:r="http://schemas.openxmlformats.org/officeDocument/2006/relationships" id="282" r:id="Rb197714073214960"/>
    <p:sldId xmlns:r="http://schemas.openxmlformats.org/officeDocument/2006/relationships" id="283" r:id="R5a58bf2c9be44a62"/>
    <p:sldId xmlns:r="http://schemas.openxmlformats.org/officeDocument/2006/relationships" id="284" r:id="R379bd5c9af534930"/>
    <p:sldId xmlns:r="http://schemas.openxmlformats.org/officeDocument/2006/relationships" id="285" r:id="R3ae752546a24435e"/>
    <p:sldId xmlns:r="http://schemas.openxmlformats.org/officeDocument/2006/relationships" id="286" r:id="Raeb602d344d24405"/>
    <p:sldId xmlns:r="http://schemas.openxmlformats.org/officeDocument/2006/relationships" id="287" r:id="R33b166faec1b4281"/>
    <p:sldId xmlns:r="http://schemas.openxmlformats.org/officeDocument/2006/relationships" id="288" r:id="R883e4cbd1e874a33"/>
    <p:sldId xmlns:r="http://schemas.openxmlformats.org/officeDocument/2006/relationships" id="289" r:id="Rb21a851a3d074ae6"/>
    <p:sldId xmlns:r="http://schemas.openxmlformats.org/officeDocument/2006/relationships" id="290" r:id="R147f050444d74190"/>
    <p:sldId xmlns:r="http://schemas.openxmlformats.org/officeDocument/2006/relationships" id="291" r:id="R51f55215f77e4bd6"/>
    <p:sldId xmlns:r="http://schemas.openxmlformats.org/officeDocument/2006/relationships" id="292" r:id="Reb6ea5f0a33a4adf"/>
    <p:sldId xmlns:r="http://schemas.openxmlformats.org/officeDocument/2006/relationships" id="293" r:id="Ra756da2a2ab446d5"/>
    <p:sldId xmlns:r="http://schemas.openxmlformats.org/officeDocument/2006/relationships" id="294" r:id="R3e0bbf05e3ed4c93"/>
    <p:sldId xmlns:r="http://schemas.openxmlformats.org/officeDocument/2006/relationships" id="295" r:id="R15d6ec0b9f6a464b"/>
    <p:sldId xmlns:r="http://schemas.openxmlformats.org/officeDocument/2006/relationships" id="296" r:id="R3669e668100547ad"/>
    <p:sldId xmlns:r="http://schemas.openxmlformats.org/officeDocument/2006/relationships" id="297" r:id="R7adb96d925fa4997"/>
    <p:sldId xmlns:r="http://schemas.openxmlformats.org/officeDocument/2006/relationships" id="298" r:id="R0c5762d36fbb490e"/>
    <p:sldId xmlns:r="http://schemas.openxmlformats.org/officeDocument/2006/relationships" id="299" r:id="Rcedc4d07b53b4105"/>
    <p:sldId xmlns:r="http://schemas.openxmlformats.org/officeDocument/2006/relationships" id="300" r:id="R077ff25c34844f3a"/>
    <p:sldId xmlns:r="http://schemas.openxmlformats.org/officeDocument/2006/relationships" id="301" r:id="Rf5b293b4c70f4011"/>
    <p:sldId xmlns:r="http://schemas.openxmlformats.org/officeDocument/2006/relationships" id="302" r:id="R049e14d4db614b02"/>
    <p:sldId xmlns:r="http://schemas.openxmlformats.org/officeDocument/2006/relationships" id="303" r:id="R4ba75ce0cad54a41"/>
    <p:sldId xmlns:r="http://schemas.openxmlformats.org/officeDocument/2006/relationships" id="304" r:id="R4f7e2773e4494ce6"/>
    <p:sldId xmlns:r="http://schemas.openxmlformats.org/officeDocument/2006/relationships" id="305" r:id="Rc686247fb6394f51"/>
    <p:sldId xmlns:r="http://schemas.openxmlformats.org/officeDocument/2006/relationships" id="306" r:id="Rf7e15001662d47ee"/>
    <p:sldId xmlns:r="http://schemas.openxmlformats.org/officeDocument/2006/relationships" id="307" r:id="R1e37a4c5ae8d44c1"/>
    <p:sldId xmlns:r="http://schemas.openxmlformats.org/officeDocument/2006/relationships" id="308" r:id="R83b6dccfbb154471"/>
    <p:sldId xmlns:r="http://schemas.openxmlformats.org/officeDocument/2006/relationships" id="309" r:id="Rd28a31dcb402419a"/>
    <p:sldId xmlns:r="http://schemas.openxmlformats.org/officeDocument/2006/relationships" id="310" r:id="Re50ba18755184946"/>
    <p:sldId xmlns:r="http://schemas.openxmlformats.org/officeDocument/2006/relationships" id="311" r:id="Rfddbeef32b384002"/>
    <p:sldId xmlns:r="http://schemas.openxmlformats.org/officeDocument/2006/relationships" id="312" r:id="R48dc9cb0c56a40cc"/>
    <p:sldId xmlns:r="http://schemas.openxmlformats.org/officeDocument/2006/relationships" id="313" r:id="R0367b76d0e854745"/>
    <p:sldId xmlns:r="http://schemas.openxmlformats.org/officeDocument/2006/relationships" id="314" r:id="R5a55b944a96d4c3b"/>
    <p:sldId xmlns:r="http://schemas.openxmlformats.org/officeDocument/2006/relationships" id="315" r:id="R79eeda19133242fc"/>
    <p:sldId xmlns:r="http://schemas.openxmlformats.org/officeDocument/2006/relationships" id="316" r:id="R98b845888ac744fb"/>
    <p:sldId xmlns:r="http://schemas.openxmlformats.org/officeDocument/2006/relationships" id="317" r:id="Rb5987b68abb54d9e"/>
    <p:sldId xmlns:r="http://schemas.openxmlformats.org/officeDocument/2006/relationships" id="318" r:id="R3b3146cc62ed4c94"/>
    <p:sldId xmlns:r="http://schemas.openxmlformats.org/officeDocument/2006/relationships" id="319" r:id="Rc61f6036acbf4fd7"/>
    <p:sldId xmlns:r="http://schemas.openxmlformats.org/officeDocument/2006/relationships" id="320" r:id="Rfee41a1371174f28"/>
    <p:sldId xmlns:r="http://schemas.openxmlformats.org/officeDocument/2006/relationships" id="321" r:id="R3e8d2242c22e4a4c"/>
    <p:sldId xmlns:r="http://schemas.openxmlformats.org/officeDocument/2006/relationships" id="322" r:id="R07cbf0eb372541db"/>
    <p:sldId xmlns:r="http://schemas.openxmlformats.org/officeDocument/2006/relationships" id="323" r:id="R3a5baef89f1a4349"/>
    <p:sldId xmlns:r="http://schemas.openxmlformats.org/officeDocument/2006/relationships" id="324" r:id="R41ba9da944f94f39"/>
    <p:sldId xmlns:r="http://schemas.openxmlformats.org/officeDocument/2006/relationships" id="325" r:id="Rfda1266a2a5a4209"/>
    <p:sldId xmlns:r="http://schemas.openxmlformats.org/officeDocument/2006/relationships" id="326" r:id="Rb8dd48ef8f114bf2"/>
    <p:sldId xmlns:r="http://schemas.openxmlformats.org/officeDocument/2006/relationships" id="327" r:id="R7175e85601944bb9"/>
    <p:sldId xmlns:r="http://schemas.openxmlformats.org/officeDocument/2006/relationships" id="328" r:id="Rdabc221d54344440"/>
    <p:sldId xmlns:r="http://schemas.openxmlformats.org/officeDocument/2006/relationships" id="329" r:id="R3d7dff6c52834c65"/>
    <p:sldId xmlns:r="http://schemas.openxmlformats.org/officeDocument/2006/relationships" id="330" r:id="R0dc01d9dd6264d09"/>
    <p:sldId xmlns:r="http://schemas.openxmlformats.org/officeDocument/2006/relationships" id="331" r:id="R66d73c0c64a1418d"/>
    <p:sldId xmlns:r="http://schemas.openxmlformats.org/officeDocument/2006/relationships" id="332" r:id="R02b652a7427740cf"/>
    <p:sldId xmlns:r="http://schemas.openxmlformats.org/officeDocument/2006/relationships" id="333" r:id="R9ed5b577b7e84f64"/>
    <p:sldId xmlns:r="http://schemas.openxmlformats.org/officeDocument/2006/relationships" id="334" r:id="R7e8aea94b0a94021"/>
    <p:sldId xmlns:r="http://schemas.openxmlformats.org/officeDocument/2006/relationships" id="335" r:id="Rd7deb6dd1cdb46e4"/>
    <p:sldId xmlns:r="http://schemas.openxmlformats.org/officeDocument/2006/relationships" id="336" r:id="Rfca02d0c32894946"/>
    <p:sldId xmlns:r="http://schemas.openxmlformats.org/officeDocument/2006/relationships" id="337" r:id="Re34339504f564bc4"/>
    <p:sldId xmlns:r="http://schemas.openxmlformats.org/officeDocument/2006/relationships" id="338" r:id="R53e72a0c3ff64a3d"/>
    <p:sldId xmlns:r="http://schemas.openxmlformats.org/officeDocument/2006/relationships" id="339" r:id="R00ff03debadd4982"/>
    <p:sldId xmlns:r="http://schemas.openxmlformats.org/officeDocument/2006/relationships" id="340" r:id="R7f7c72e183704f42"/>
    <p:sldId xmlns:r="http://schemas.openxmlformats.org/officeDocument/2006/relationships" id="341" r:id="R35842e3abb1646c3"/>
    <p:sldId xmlns:r="http://schemas.openxmlformats.org/officeDocument/2006/relationships" id="342" r:id="R45b1ecc322fa452e"/>
    <p:sldId xmlns:r="http://schemas.openxmlformats.org/officeDocument/2006/relationships" id="343" r:id="Rc902aec74b504d85"/>
    <p:sldId xmlns:r="http://schemas.openxmlformats.org/officeDocument/2006/relationships" id="344" r:id="R2ac4ac3d32e748da"/>
    <p:sldId xmlns:r="http://schemas.openxmlformats.org/officeDocument/2006/relationships" id="345" r:id="Rbf13cf80d28f454b"/>
    <p:sldId xmlns:r="http://schemas.openxmlformats.org/officeDocument/2006/relationships" id="346" r:id="R029f85c147c549b3"/>
    <p:sldId xmlns:r="http://schemas.openxmlformats.org/officeDocument/2006/relationships" id="347" r:id="Rdc9e40f5913648c4"/>
    <p:sldId xmlns:r="http://schemas.openxmlformats.org/officeDocument/2006/relationships" id="348" r:id="Rf74cbf24ae7542b1"/>
    <p:sldId xmlns:r="http://schemas.openxmlformats.org/officeDocument/2006/relationships" id="349" r:id="Rb0bf8e89e9084322"/>
    <p:sldId xmlns:r="http://schemas.openxmlformats.org/officeDocument/2006/relationships" id="350" r:id="Raec0163f17fe407d"/>
    <p:sldId xmlns:r="http://schemas.openxmlformats.org/officeDocument/2006/relationships" id="351" r:id="R1cd2a69edb52402d"/>
    <p:sldId xmlns:r="http://schemas.openxmlformats.org/officeDocument/2006/relationships" id="352" r:id="R9e4e0a5d082b470a"/>
    <p:sldId xmlns:r="http://schemas.openxmlformats.org/officeDocument/2006/relationships" id="353" r:id="R366b13b418a1465d"/>
    <p:sldId xmlns:r="http://schemas.openxmlformats.org/officeDocument/2006/relationships" id="354" r:id="Ra1fc8372454b45df"/>
    <p:sldId xmlns:r="http://schemas.openxmlformats.org/officeDocument/2006/relationships" id="355" r:id="R66837d6c858649ec"/>
    <p:sldId xmlns:r="http://schemas.openxmlformats.org/officeDocument/2006/relationships" id="356" r:id="Ra5849475075140af"/>
    <p:sldId xmlns:r="http://schemas.openxmlformats.org/officeDocument/2006/relationships" id="357" r:id="R2bb71889bd974be4"/>
    <p:sldId xmlns:r="http://schemas.openxmlformats.org/officeDocument/2006/relationships" id="358" r:id="Ra9e532dd03084eae"/>
    <p:sldId xmlns:r="http://schemas.openxmlformats.org/officeDocument/2006/relationships" id="359" r:id="R8fbd2fce21e0468a"/>
    <p:sldId xmlns:r="http://schemas.openxmlformats.org/officeDocument/2006/relationships" id="360" r:id="R43032ba1f9ae4669"/>
    <p:sldId xmlns:r="http://schemas.openxmlformats.org/officeDocument/2006/relationships" id="361" r:id="R00f37c752ab540b7"/>
    <p:sldId xmlns:r="http://schemas.openxmlformats.org/officeDocument/2006/relationships" id="362" r:id="R726a8cfd93fd4896"/>
    <p:sldId xmlns:r="http://schemas.openxmlformats.org/officeDocument/2006/relationships" id="363" r:id="Rf2052d7d586b4e31"/>
    <p:sldId xmlns:r="http://schemas.openxmlformats.org/officeDocument/2006/relationships" id="364" r:id="Rc4a5bc3150514b5f"/>
    <p:sldId xmlns:r="http://schemas.openxmlformats.org/officeDocument/2006/relationships" id="365" r:id="R93e84a4d2984467f"/>
    <p:sldId xmlns:r="http://schemas.openxmlformats.org/officeDocument/2006/relationships" id="366" r:id="R28534c207b0e4f1b"/>
    <p:sldId xmlns:r="http://schemas.openxmlformats.org/officeDocument/2006/relationships" id="367" r:id="Rcf994430e63e43c0"/>
    <p:sldId xmlns:r="http://schemas.openxmlformats.org/officeDocument/2006/relationships" id="368" r:id="R567fa272e3a04070"/>
    <p:sldId xmlns:r="http://schemas.openxmlformats.org/officeDocument/2006/relationships" id="369" r:id="Re9aa1a60e80148dc"/>
    <p:sldId xmlns:r="http://schemas.openxmlformats.org/officeDocument/2006/relationships" id="370" r:id="Rf68bd22f1c204088"/>
    <p:sldId xmlns:r="http://schemas.openxmlformats.org/officeDocument/2006/relationships" id="371" r:id="Rdff0d2cc87e54326"/>
    <p:sldId xmlns:r="http://schemas.openxmlformats.org/officeDocument/2006/relationships" id="372" r:id="R211ef328d5a540cc"/>
    <p:sldId xmlns:r="http://schemas.openxmlformats.org/officeDocument/2006/relationships" id="373" r:id="R7718dafdc1d842e2"/>
    <p:sldId xmlns:r="http://schemas.openxmlformats.org/officeDocument/2006/relationships" id="374" r:id="R43cc810ec18b4610"/>
    <p:sldId xmlns:r="http://schemas.openxmlformats.org/officeDocument/2006/relationships" id="375" r:id="R9921777b63a6423e"/>
    <p:sldId xmlns:r="http://schemas.openxmlformats.org/officeDocument/2006/relationships" id="376" r:id="Re746574c1b3f4ffe"/>
    <p:sldId xmlns:r="http://schemas.openxmlformats.org/officeDocument/2006/relationships" id="377" r:id="R593d9f0fbe624f66"/>
    <p:sldId xmlns:r="http://schemas.openxmlformats.org/officeDocument/2006/relationships" id="378" r:id="R29ccb84356da4f2e"/>
    <p:sldId xmlns:r="http://schemas.openxmlformats.org/officeDocument/2006/relationships" id="379" r:id="Rc972848102734515"/>
    <p:sldId xmlns:r="http://schemas.openxmlformats.org/officeDocument/2006/relationships" id="380" r:id="Rb5e508775b39434a"/>
    <p:sldId xmlns:r="http://schemas.openxmlformats.org/officeDocument/2006/relationships" id="381" r:id="Rf86a555a5c2c4640"/>
    <p:sldId xmlns:r="http://schemas.openxmlformats.org/officeDocument/2006/relationships" id="382" r:id="R5e3e6160eba04ab0"/>
    <p:sldId xmlns:r="http://schemas.openxmlformats.org/officeDocument/2006/relationships" id="383" r:id="Rb773feecccbd4645"/>
    <p:sldId xmlns:r="http://schemas.openxmlformats.org/officeDocument/2006/relationships" id="384" r:id="Rcb236b55d29c4388"/>
    <p:sldId xmlns:r="http://schemas.openxmlformats.org/officeDocument/2006/relationships" id="385" r:id="Rf718ba88f9ca4697"/>
    <p:sldId xmlns:r="http://schemas.openxmlformats.org/officeDocument/2006/relationships" id="386" r:id="Re9a725caa2684c3f"/>
    <p:sldId xmlns:r="http://schemas.openxmlformats.org/officeDocument/2006/relationships" id="387" r:id="Rfd08f34cbf8a4dd8"/>
    <p:sldId xmlns:r="http://schemas.openxmlformats.org/officeDocument/2006/relationships" id="388" r:id="Ra360394111be4c0a"/>
    <p:sldId xmlns:r="http://schemas.openxmlformats.org/officeDocument/2006/relationships" id="389" r:id="Rafdafeb54cfe4a27"/>
    <p:sldId xmlns:r="http://schemas.openxmlformats.org/officeDocument/2006/relationships" id="390" r:id="R75165b79aeff4c09"/>
    <p:sldId xmlns:r="http://schemas.openxmlformats.org/officeDocument/2006/relationships" id="391" r:id="Rcca4d0c88c9e44c8"/>
    <p:sldId xmlns:r="http://schemas.openxmlformats.org/officeDocument/2006/relationships" id="392" r:id="Re8cde25015174305"/>
    <p:sldId xmlns:r="http://schemas.openxmlformats.org/officeDocument/2006/relationships" id="393" r:id="R0f39819252384100"/>
    <p:sldId xmlns:r="http://schemas.openxmlformats.org/officeDocument/2006/relationships" id="394" r:id="R0dffbc96842b4716"/>
    <p:sldId xmlns:r="http://schemas.openxmlformats.org/officeDocument/2006/relationships" id="395" r:id="R4512ac4513d04151"/>
    <p:sldId xmlns:r="http://schemas.openxmlformats.org/officeDocument/2006/relationships" id="396" r:id="R8e677f12bd1143c0"/>
    <p:sldId xmlns:r="http://schemas.openxmlformats.org/officeDocument/2006/relationships" id="397" r:id="R89475c1a1826499b"/>
    <p:sldId xmlns:r="http://schemas.openxmlformats.org/officeDocument/2006/relationships" id="398" r:id="R46390745572e4025"/>
    <p:sldId xmlns:r="http://schemas.openxmlformats.org/officeDocument/2006/relationships" id="399" r:id="R50885db66dbd4c88"/>
    <p:sldId xmlns:r="http://schemas.openxmlformats.org/officeDocument/2006/relationships" id="400" r:id="Rbb04aa07bd134a03"/>
    <p:sldId xmlns:r="http://schemas.openxmlformats.org/officeDocument/2006/relationships" id="401" r:id="R0ba322a629f94bbd"/>
    <p:sldId xmlns:r="http://schemas.openxmlformats.org/officeDocument/2006/relationships" id="402" r:id="R0013583eb4084c20"/>
    <p:sldId xmlns:r="http://schemas.openxmlformats.org/officeDocument/2006/relationships" id="403" r:id="R589e773f8f9d49e6"/>
    <p:sldId xmlns:r="http://schemas.openxmlformats.org/officeDocument/2006/relationships" id="404" r:id="R958a4447e8a646c4"/>
    <p:sldId xmlns:r="http://schemas.openxmlformats.org/officeDocument/2006/relationships" id="405" r:id="R50f2d7aa657e473f"/>
    <p:sldId xmlns:r="http://schemas.openxmlformats.org/officeDocument/2006/relationships" id="406" r:id="R7d995db5993e4393"/>
    <p:sldId xmlns:r="http://schemas.openxmlformats.org/officeDocument/2006/relationships" id="407" r:id="R8b47d31ecc34489e"/>
    <p:sldId xmlns:r="http://schemas.openxmlformats.org/officeDocument/2006/relationships" id="408" r:id="Rfbd23facbb614507"/>
    <p:sldId xmlns:r="http://schemas.openxmlformats.org/officeDocument/2006/relationships" id="409" r:id="Rcadfb791058549f1"/>
    <p:sldId xmlns:r="http://schemas.openxmlformats.org/officeDocument/2006/relationships" id="410" r:id="Ra688e7e23ae7455b"/>
    <p:sldId xmlns:r="http://schemas.openxmlformats.org/officeDocument/2006/relationships" id="411" r:id="R5b4de0febb614566"/>
    <p:sldId xmlns:r="http://schemas.openxmlformats.org/officeDocument/2006/relationships" id="412" r:id="R2153bbe831254ca4"/>
    <p:sldId xmlns:r="http://schemas.openxmlformats.org/officeDocument/2006/relationships" id="413" r:id="R7a2c8b27d1cc48df"/>
    <p:sldId xmlns:r="http://schemas.openxmlformats.org/officeDocument/2006/relationships" id="414" r:id="R30c154c364d04f7b"/>
    <p:sldId xmlns:r="http://schemas.openxmlformats.org/officeDocument/2006/relationships" id="415" r:id="R249b36b2ce1645d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a3c8ba7b244fc8" /><Relationship Type="http://schemas.openxmlformats.org/officeDocument/2006/relationships/slideMaster" Target="/ppt/slideMasters/slideMaster1.xml" Id="Rfcbdcbc225ea42cf" /><Relationship Type="http://schemas.openxmlformats.org/officeDocument/2006/relationships/notesMaster" Target="/ppt/notesMasters/notesMaster1.xml" Id="R8dd21ae8d6954f3d" /><Relationship Type="http://schemas.openxmlformats.org/officeDocument/2006/relationships/presProps" Target="/ppt/presProps.xml" Id="R9842b80fc86b4005" /><Relationship Type="http://schemas.openxmlformats.org/officeDocument/2006/relationships/tableStyles" Target="/ppt/tableStyles.xml" Id="R05927bbefbd34320" /><Relationship Type="http://schemas.openxmlformats.org/officeDocument/2006/relationships/slide" Target="/ppt/slides/slide1.xml" Id="R7a4628b19e4c4421" /><Relationship Type="http://schemas.openxmlformats.org/officeDocument/2006/relationships/slide" Target="/ppt/slides/slide2.xml" Id="Rf7df4e03c0124b5e" /><Relationship Type="http://schemas.openxmlformats.org/officeDocument/2006/relationships/slide" Target="/ppt/slides/slide3.xml" Id="R86457ee1392047d4" /><Relationship Type="http://schemas.openxmlformats.org/officeDocument/2006/relationships/slide" Target="/ppt/slides/slide4.xml" Id="R6adc2e09299d4b47" /><Relationship Type="http://schemas.openxmlformats.org/officeDocument/2006/relationships/slide" Target="/ppt/slides/slide5.xml" Id="Rfe43966ff1ee4a3f" /><Relationship Type="http://schemas.openxmlformats.org/officeDocument/2006/relationships/slide" Target="/ppt/slides/slide6.xml" Id="R386c1913610b490f" /><Relationship Type="http://schemas.openxmlformats.org/officeDocument/2006/relationships/slide" Target="/ppt/slides/slide7.xml" Id="R486124b1b3b24228" /><Relationship Type="http://schemas.openxmlformats.org/officeDocument/2006/relationships/slide" Target="/ppt/slides/slide8.xml" Id="R30375f198b374073" /><Relationship Type="http://schemas.openxmlformats.org/officeDocument/2006/relationships/slide" Target="/ppt/slides/slide9.xml" Id="R933461f0bf4146a0" /><Relationship Type="http://schemas.openxmlformats.org/officeDocument/2006/relationships/slide" Target="/ppt/slides/slide10.xml" Id="R5c1a4b39a48d4ca5" /><Relationship Type="http://schemas.openxmlformats.org/officeDocument/2006/relationships/slide" Target="/ppt/slides/slide11.xml" Id="R4fa5beb280264227" /><Relationship Type="http://schemas.openxmlformats.org/officeDocument/2006/relationships/slide" Target="/ppt/slides/slide12.xml" Id="Re6dc024f0e5c48b3" /><Relationship Type="http://schemas.openxmlformats.org/officeDocument/2006/relationships/slide" Target="/ppt/slides/slide13.xml" Id="R17536564c2994296" /><Relationship Type="http://schemas.openxmlformats.org/officeDocument/2006/relationships/slide" Target="/ppt/slides/slide14.xml" Id="R375fae80f06d4683" /><Relationship Type="http://schemas.openxmlformats.org/officeDocument/2006/relationships/slide" Target="/ppt/slides/slide15.xml" Id="Rb836a01744e747ac" /><Relationship Type="http://schemas.openxmlformats.org/officeDocument/2006/relationships/slide" Target="/ppt/slides/slide16.xml" Id="R1d16e641561b4ef1" /><Relationship Type="http://schemas.openxmlformats.org/officeDocument/2006/relationships/slide" Target="/ppt/slides/slide17.xml" Id="R6f45de62dffe4377" /><Relationship Type="http://schemas.openxmlformats.org/officeDocument/2006/relationships/slide" Target="/ppt/slides/slide18.xml" Id="Rc0cac31301da4d15" /><Relationship Type="http://schemas.openxmlformats.org/officeDocument/2006/relationships/slide" Target="/ppt/slides/slide19.xml" Id="R07bf2b34d42f4de1" /><Relationship Type="http://schemas.openxmlformats.org/officeDocument/2006/relationships/slide" Target="/ppt/slides/slide20.xml" Id="R9e2273fe5e2f44c1" /><Relationship Type="http://schemas.openxmlformats.org/officeDocument/2006/relationships/slide" Target="/ppt/slides/slide21.xml" Id="R62f0f7fd591c47e0" /><Relationship Type="http://schemas.openxmlformats.org/officeDocument/2006/relationships/slide" Target="/ppt/slides/slide22.xml" Id="R5e964d90c5c94817" /><Relationship Type="http://schemas.openxmlformats.org/officeDocument/2006/relationships/slide" Target="/ppt/slides/slide23.xml" Id="R4454837a027a4de4" /><Relationship Type="http://schemas.openxmlformats.org/officeDocument/2006/relationships/slide" Target="/ppt/slides/slide24.xml" Id="Rbfe996164cbb4a82" /><Relationship Type="http://schemas.openxmlformats.org/officeDocument/2006/relationships/slide" Target="/ppt/slides/slide25.xml" Id="R2a1c785f5e864083" /><Relationship Type="http://schemas.openxmlformats.org/officeDocument/2006/relationships/slide" Target="/ppt/slides/slide26.xml" Id="R418dbb06ee9945c9" /><Relationship Type="http://schemas.openxmlformats.org/officeDocument/2006/relationships/slide" Target="/ppt/slides/slide27.xml" Id="Rb197714073214960" /><Relationship Type="http://schemas.openxmlformats.org/officeDocument/2006/relationships/slide" Target="/ppt/slides/slide28.xml" Id="R5a58bf2c9be44a62" /><Relationship Type="http://schemas.openxmlformats.org/officeDocument/2006/relationships/slide" Target="/ppt/slides/slide29.xml" Id="R379bd5c9af534930" /><Relationship Type="http://schemas.openxmlformats.org/officeDocument/2006/relationships/slide" Target="/ppt/slides/slide30.xml" Id="R3ae752546a24435e" /><Relationship Type="http://schemas.openxmlformats.org/officeDocument/2006/relationships/slide" Target="/ppt/slides/slide31.xml" Id="Raeb602d344d24405" /><Relationship Type="http://schemas.openxmlformats.org/officeDocument/2006/relationships/slide" Target="/ppt/slides/slide32.xml" Id="R33b166faec1b4281" /><Relationship Type="http://schemas.openxmlformats.org/officeDocument/2006/relationships/slide" Target="/ppt/slides/slide33.xml" Id="R883e4cbd1e874a33" /><Relationship Type="http://schemas.openxmlformats.org/officeDocument/2006/relationships/slide" Target="/ppt/slides/slide34.xml" Id="Rb21a851a3d074ae6" /><Relationship Type="http://schemas.openxmlformats.org/officeDocument/2006/relationships/slide" Target="/ppt/slides/slide35.xml" Id="R147f050444d74190" /><Relationship Type="http://schemas.openxmlformats.org/officeDocument/2006/relationships/slide" Target="/ppt/slides/slide36.xml" Id="R51f55215f77e4bd6" /><Relationship Type="http://schemas.openxmlformats.org/officeDocument/2006/relationships/slide" Target="/ppt/slides/slide37.xml" Id="Reb6ea5f0a33a4adf" /><Relationship Type="http://schemas.openxmlformats.org/officeDocument/2006/relationships/slide" Target="/ppt/slides/slide38.xml" Id="Ra756da2a2ab446d5" /><Relationship Type="http://schemas.openxmlformats.org/officeDocument/2006/relationships/slide" Target="/ppt/slides/slide39.xml" Id="R3e0bbf05e3ed4c93" /><Relationship Type="http://schemas.openxmlformats.org/officeDocument/2006/relationships/slide" Target="/ppt/slides/slide40.xml" Id="R15d6ec0b9f6a464b" /><Relationship Type="http://schemas.openxmlformats.org/officeDocument/2006/relationships/slide" Target="/ppt/slides/slide41.xml" Id="R3669e668100547ad" /><Relationship Type="http://schemas.openxmlformats.org/officeDocument/2006/relationships/slide" Target="/ppt/slides/slide42.xml" Id="R7adb96d925fa4997" /><Relationship Type="http://schemas.openxmlformats.org/officeDocument/2006/relationships/slide" Target="/ppt/slides/slide43.xml" Id="R0c5762d36fbb490e" /><Relationship Type="http://schemas.openxmlformats.org/officeDocument/2006/relationships/slide" Target="/ppt/slides/slide44.xml" Id="Rcedc4d07b53b4105" /><Relationship Type="http://schemas.openxmlformats.org/officeDocument/2006/relationships/slide" Target="/ppt/slides/slide45.xml" Id="R077ff25c34844f3a" /><Relationship Type="http://schemas.openxmlformats.org/officeDocument/2006/relationships/slide" Target="/ppt/slides/slide46.xml" Id="Rf5b293b4c70f4011" /><Relationship Type="http://schemas.openxmlformats.org/officeDocument/2006/relationships/slide" Target="/ppt/slides/slide47.xml" Id="R049e14d4db614b02" /><Relationship Type="http://schemas.openxmlformats.org/officeDocument/2006/relationships/slide" Target="/ppt/slides/slide48.xml" Id="R4ba75ce0cad54a41" /><Relationship Type="http://schemas.openxmlformats.org/officeDocument/2006/relationships/slide" Target="/ppt/slides/slide49.xml" Id="R4f7e2773e4494ce6" /><Relationship Type="http://schemas.openxmlformats.org/officeDocument/2006/relationships/slide" Target="/ppt/slides/slide50.xml" Id="Rc686247fb6394f51" /><Relationship Type="http://schemas.openxmlformats.org/officeDocument/2006/relationships/slide" Target="/ppt/slides/slide51.xml" Id="Rf7e15001662d47ee" /><Relationship Type="http://schemas.openxmlformats.org/officeDocument/2006/relationships/slide" Target="/ppt/slides/slide52.xml" Id="R1e37a4c5ae8d44c1" /><Relationship Type="http://schemas.openxmlformats.org/officeDocument/2006/relationships/slide" Target="/ppt/slides/slide53.xml" Id="R83b6dccfbb154471" /><Relationship Type="http://schemas.openxmlformats.org/officeDocument/2006/relationships/slide" Target="/ppt/slides/slide54.xml" Id="Rd28a31dcb402419a" /><Relationship Type="http://schemas.openxmlformats.org/officeDocument/2006/relationships/slide" Target="/ppt/slides/slide55.xml" Id="Re50ba18755184946" /><Relationship Type="http://schemas.openxmlformats.org/officeDocument/2006/relationships/slide" Target="/ppt/slides/slide56.xml" Id="Rfddbeef32b384002" /><Relationship Type="http://schemas.openxmlformats.org/officeDocument/2006/relationships/slide" Target="/ppt/slides/slide57.xml" Id="R48dc9cb0c56a40cc" /><Relationship Type="http://schemas.openxmlformats.org/officeDocument/2006/relationships/slide" Target="/ppt/slides/slide58.xml" Id="R0367b76d0e854745" /><Relationship Type="http://schemas.openxmlformats.org/officeDocument/2006/relationships/slide" Target="/ppt/slides/slide59.xml" Id="R5a55b944a96d4c3b" /><Relationship Type="http://schemas.openxmlformats.org/officeDocument/2006/relationships/slide" Target="/ppt/slides/slide60.xml" Id="R79eeda19133242fc" /><Relationship Type="http://schemas.openxmlformats.org/officeDocument/2006/relationships/slide" Target="/ppt/slides/slide61.xml" Id="R98b845888ac744fb" /><Relationship Type="http://schemas.openxmlformats.org/officeDocument/2006/relationships/slide" Target="/ppt/slides/slide62.xml" Id="Rb5987b68abb54d9e" /><Relationship Type="http://schemas.openxmlformats.org/officeDocument/2006/relationships/slide" Target="/ppt/slides/slide63.xml" Id="R3b3146cc62ed4c94" /><Relationship Type="http://schemas.openxmlformats.org/officeDocument/2006/relationships/slide" Target="/ppt/slides/slide64.xml" Id="Rc61f6036acbf4fd7" /><Relationship Type="http://schemas.openxmlformats.org/officeDocument/2006/relationships/slide" Target="/ppt/slides/slide65.xml" Id="Rfee41a1371174f28" /><Relationship Type="http://schemas.openxmlformats.org/officeDocument/2006/relationships/slide" Target="/ppt/slides/slide66.xml" Id="R3e8d2242c22e4a4c" /><Relationship Type="http://schemas.openxmlformats.org/officeDocument/2006/relationships/slide" Target="/ppt/slides/slide67.xml" Id="R07cbf0eb372541db" /><Relationship Type="http://schemas.openxmlformats.org/officeDocument/2006/relationships/slide" Target="/ppt/slides/slide68.xml" Id="R3a5baef89f1a4349" /><Relationship Type="http://schemas.openxmlformats.org/officeDocument/2006/relationships/slide" Target="/ppt/slides/slide69.xml" Id="R41ba9da944f94f39" /><Relationship Type="http://schemas.openxmlformats.org/officeDocument/2006/relationships/slide" Target="/ppt/slides/slide70.xml" Id="Rfda1266a2a5a4209" /><Relationship Type="http://schemas.openxmlformats.org/officeDocument/2006/relationships/slide" Target="/ppt/slides/slide71.xml" Id="Rb8dd48ef8f114bf2" /><Relationship Type="http://schemas.openxmlformats.org/officeDocument/2006/relationships/slide" Target="/ppt/slides/slide72.xml" Id="R7175e85601944bb9" /><Relationship Type="http://schemas.openxmlformats.org/officeDocument/2006/relationships/slide" Target="/ppt/slides/slide73.xml" Id="Rdabc221d54344440" /><Relationship Type="http://schemas.openxmlformats.org/officeDocument/2006/relationships/slide" Target="/ppt/slides/slide74.xml" Id="R3d7dff6c52834c65" /><Relationship Type="http://schemas.openxmlformats.org/officeDocument/2006/relationships/slide" Target="/ppt/slides/slide75.xml" Id="R0dc01d9dd6264d09" /><Relationship Type="http://schemas.openxmlformats.org/officeDocument/2006/relationships/slide" Target="/ppt/slides/slide76.xml" Id="R66d73c0c64a1418d" /><Relationship Type="http://schemas.openxmlformats.org/officeDocument/2006/relationships/slide" Target="/ppt/slides/slide77.xml" Id="R02b652a7427740cf" /><Relationship Type="http://schemas.openxmlformats.org/officeDocument/2006/relationships/slide" Target="/ppt/slides/slide78.xml" Id="R9ed5b577b7e84f64" /><Relationship Type="http://schemas.openxmlformats.org/officeDocument/2006/relationships/slide" Target="/ppt/slides/slide79.xml" Id="R7e8aea94b0a94021" /><Relationship Type="http://schemas.openxmlformats.org/officeDocument/2006/relationships/slide" Target="/ppt/slides/slide80.xml" Id="Rd7deb6dd1cdb46e4" /><Relationship Type="http://schemas.openxmlformats.org/officeDocument/2006/relationships/slide" Target="/ppt/slides/slide81.xml" Id="Rfca02d0c32894946" /><Relationship Type="http://schemas.openxmlformats.org/officeDocument/2006/relationships/slide" Target="/ppt/slides/slide82.xml" Id="Re34339504f564bc4" /><Relationship Type="http://schemas.openxmlformats.org/officeDocument/2006/relationships/slide" Target="/ppt/slides/slide83.xml" Id="R53e72a0c3ff64a3d" /><Relationship Type="http://schemas.openxmlformats.org/officeDocument/2006/relationships/slide" Target="/ppt/slides/slide84.xml" Id="R00ff03debadd4982" /><Relationship Type="http://schemas.openxmlformats.org/officeDocument/2006/relationships/slide" Target="/ppt/slides/slide85.xml" Id="R7f7c72e183704f42" /><Relationship Type="http://schemas.openxmlformats.org/officeDocument/2006/relationships/slide" Target="/ppt/slides/slide86.xml" Id="R35842e3abb1646c3" /><Relationship Type="http://schemas.openxmlformats.org/officeDocument/2006/relationships/slide" Target="/ppt/slides/slide87.xml" Id="R45b1ecc322fa452e" /><Relationship Type="http://schemas.openxmlformats.org/officeDocument/2006/relationships/slide" Target="/ppt/slides/slide88.xml" Id="Rc902aec74b504d85" /><Relationship Type="http://schemas.openxmlformats.org/officeDocument/2006/relationships/slide" Target="/ppt/slides/slide89.xml" Id="R2ac4ac3d32e748da" /><Relationship Type="http://schemas.openxmlformats.org/officeDocument/2006/relationships/slide" Target="/ppt/slides/slide90.xml" Id="Rbf13cf80d28f454b" /><Relationship Type="http://schemas.openxmlformats.org/officeDocument/2006/relationships/slide" Target="/ppt/slides/slide91.xml" Id="R029f85c147c549b3" /><Relationship Type="http://schemas.openxmlformats.org/officeDocument/2006/relationships/slide" Target="/ppt/slides/slide92.xml" Id="Rdc9e40f5913648c4" /><Relationship Type="http://schemas.openxmlformats.org/officeDocument/2006/relationships/slide" Target="/ppt/slides/slide93.xml" Id="Rf74cbf24ae7542b1" /><Relationship Type="http://schemas.openxmlformats.org/officeDocument/2006/relationships/slide" Target="/ppt/slides/slide94.xml" Id="Rb0bf8e89e9084322" /><Relationship Type="http://schemas.openxmlformats.org/officeDocument/2006/relationships/slide" Target="/ppt/slides/slide95.xml" Id="Raec0163f17fe407d" /><Relationship Type="http://schemas.openxmlformats.org/officeDocument/2006/relationships/slide" Target="/ppt/slides/slide96.xml" Id="R1cd2a69edb52402d" /><Relationship Type="http://schemas.openxmlformats.org/officeDocument/2006/relationships/slide" Target="/ppt/slides/slide97.xml" Id="R9e4e0a5d082b470a" /><Relationship Type="http://schemas.openxmlformats.org/officeDocument/2006/relationships/slide" Target="/ppt/slides/slide98.xml" Id="R366b13b418a1465d" /><Relationship Type="http://schemas.openxmlformats.org/officeDocument/2006/relationships/slide" Target="/ppt/slides/slide99.xml" Id="Ra1fc8372454b45df" /><Relationship Type="http://schemas.openxmlformats.org/officeDocument/2006/relationships/slide" Target="/ppt/slides/slide100.xml" Id="R66837d6c858649ec" /><Relationship Type="http://schemas.openxmlformats.org/officeDocument/2006/relationships/slide" Target="/ppt/slides/slide101.xml" Id="Ra5849475075140af" /><Relationship Type="http://schemas.openxmlformats.org/officeDocument/2006/relationships/slide" Target="/ppt/slides/slide102.xml" Id="R2bb71889bd974be4" /><Relationship Type="http://schemas.openxmlformats.org/officeDocument/2006/relationships/slide" Target="/ppt/slides/slide103.xml" Id="Ra9e532dd03084eae" /><Relationship Type="http://schemas.openxmlformats.org/officeDocument/2006/relationships/slide" Target="/ppt/slides/slide104.xml" Id="R8fbd2fce21e0468a" /><Relationship Type="http://schemas.openxmlformats.org/officeDocument/2006/relationships/slide" Target="/ppt/slides/slide105.xml" Id="R43032ba1f9ae4669" /><Relationship Type="http://schemas.openxmlformats.org/officeDocument/2006/relationships/slide" Target="/ppt/slides/slide106.xml" Id="R00f37c752ab540b7" /><Relationship Type="http://schemas.openxmlformats.org/officeDocument/2006/relationships/slide" Target="/ppt/slides/slide107.xml" Id="R726a8cfd93fd4896" /><Relationship Type="http://schemas.openxmlformats.org/officeDocument/2006/relationships/slide" Target="/ppt/slides/slide108.xml" Id="Rf2052d7d586b4e31" /><Relationship Type="http://schemas.openxmlformats.org/officeDocument/2006/relationships/slide" Target="/ppt/slides/slide109.xml" Id="Rc4a5bc3150514b5f" /><Relationship Type="http://schemas.openxmlformats.org/officeDocument/2006/relationships/slide" Target="/ppt/slides/slide110.xml" Id="R93e84a4d2984467f" /><Relationship Type="http://schemas.openxmlformats.org/officeDocument/2006/relationships/slide" Target="/ppt/slides/slide111.xml" Id="R28534c207b0e4f1b" /><Relationship Type="http://schemas.openxmlformats.org/officeDocument/2006/relationships/slide" Target="/ppt/slides/slide112.xml" Id="Rcf994430e63e43c0" /><Relationship Type="http://schemas.openxmlformats.org/officeDocument/2006/relationships/slide" Target="/ppt/slides/slide113.xml" Id="R567fa272e3a04070" /><Relationship Type="http://schemas.openxmlformats.org/officeDocument/2006/relationships/slide" Target="/ppt/slides/slide114.xml" Id="Re9aa1a60e80148dc" /><Relationship Type="http://schemas.openxmlformats.org/officeDocument/2006/relationships/slide" Target="/ppt/slides/slide115.xml" Id="Rf68bd22f1c204088" /><Relationship Type="http://schemas.openxmlformats.org/officeDocument/2006/relationships/slide" Target="/ppt/slides/slide116.xml" Id="Rdff0d2cc87e54326" /><Relationship Type="http://schemas.openxmlformats.org/officeDocument/2006/relationships/slide" Target="/ppt/slides/slide117.xml" Id="R211ef328d5a540cc" /><Relationship Type="http://schemas.openxmlformats.org/officeDocument/2006/relationships/slide" Target="/ppt/slides/slide118.xml" Id="R7718dafdc1d842e2" /><Relationship Type="http://schemas.openxmlformats.org/officeDocument/2006/relationships/slide" Target="/ppt/slides/slide119.xml" Id="R43cc810ec18b4610" /><Relationship Type="http://schemas.openxmlformats.org/officeDocument/2006/relationships/slide" Target="/ppt/slides/slide120.xml" Id="R9921777b63a6423e" /><Relationship Type="http://schemas.openxmlformats.org/officeDocument/2006/relationships/slide" Target="/ppt/slides/slide121.xml" Id="Re746574c1b3f4ffe" /><Relationship Type="http://schemas.openxmlformats.org/officeDocument/2006/relationships/slide" Target="/ppt/slides/slide122.xml" Id="R593d9f0fbe624f66" /><Relationship Type="http://schemas.openxmlformats.org/officeDocument/2006/relationships/slide" Target="/ppt/slides/slide123.xml" Id="R29ccb84356da4f2e" /><Relationship Type="http://schemas.openxmlformats.org/officeDocument/2006/relationships/slide" Target="/ppt/slides/slide124.xml" Id="Rc972848102734515" /><Relationship Type="http://schemas.openxmlformats.org/officeDocument/2006/relationships/slide" Target="/ppt/slides/slide125.xml" Id="Rb5e508775b39434a" /><Relationship Type="http://schemas.openxmlformats.org/officeDocument/2006/relationships/slide" Target="/ppt/slides/slide126.xml" Id="Rf86a555a5c2c4640" /><Relationship Type="http://schemas.openxmlformats.org/officeDocument/2006/relationships/slide" Target="/ppt/slides/slide127.xml" Id="R5e3e6160eba04ab0" /><Relationship Type="http://schemas.openxmlformats.org/officeDocument/2006/relationships/slide" Target="/ppt/slides/slide128.xml" Id="Rb773feecccbd4645" /><Relationship Type="http://schemas.openxmlformats.org/officeDocument/2006/relationships/slide" Target="/ppt/slides/slide129.xml" Id="Rcb236b55d29c4388" /><Relationship Type="http://schemas.openxmlformats.org/officeDocument/2006/relationships/slide" Target="/ppt/slides/slide130.xml" Id="Rf718ba88f9ca4697" /><Relationship Type="http://schemas.openxmlformats.org/officeDocument/2006/relationships/slide" Target="/ppt/slides/slide131.xml" Id="Re9a725caa2684c3f" /><Relationship Type="http://schemas.openxmlformats.org/officeDocument/2006/relationships/slide" Target="/ppt/slides/slide132.xml" Id="Rfd08f34cbf8a4dd8" /><Relationship Type="http://schemas.openxmlformats.org/officeDocument/2006/relationships/slide" Target="/ppt/slides/slide133.xml" Id="Ra360394111be4c0a" /><Relationship Type="http://schemas.openxmlformats.org/officeDocument/2006/relationships/slide" Target="/ppt/slides/slide134.xml" Id="Rafdafeb54cfe4a27" /><Relationship Type="http://schemas.openxmlformats.org/officeDocument/2006/relationships/slide" Target="/ppt/slides/slide135.xml" Id="R75165b79aeff4c09" /><Relationship Type="http://schemas.openxmlformats.org/officeDocument/2006/relationships/slide" Target="/ppt/slides/slide136.xml" Id="Rcca4d0c88c9e44c8" /><Relationship Type="http://schemas.openxmlformats.org/officeDocument/2006/relationships/slide" Target="/ppt/slides/slide137.xml" Id="Re8cde25015174305" /><Relationship Type="http://schemas.openxmlformats.org/officeDocument/2006/relationships/slide" Target="/ppt/slides/slide138.xml" Id="R0f39819252384100" /><Relationship Type="http://schemas.openxmlformats.org/officeDocument/2006/relationships/slide" Target="/ppt/slides/slide139.xml" Id="R0dffbc96842b4716" /><Relationship Type="http://schemas.openxmlformats.org/officeDocument/2006/relationships/slide" Target="/ppt/slides/slide140.xml" Id="R4512ac4513d04151" /><Relationship Type="http://schemas.openxmlformats.org/officeDocument/2006/relationships/slide" Target="/ppt/slides/slide141.xml" Id="R8e677f12bd1143c0" /><Relationship Type="http://schemas.openxmlformats.org/officeDocument/2006/relationships/slide" Target="/ppt/slides/slide142.xml" Id="R89475c1a1826499b" /><Relationship Type="http://schemas.openxmlformats.org/officeDocument/2006/relationships/slide" Target="/ppt/slides/slide143.xml" Id="R46390745572e4025" /><Relationship Type="http://schemas.openxmlformats.org/officeDocument/2006/relationships/slide" Target="/ppt/slides/slide144.xml" Id="R50885db66dbd4c88" /><Relationship Type="http://schemas.openxmlformats.org/officeDocument/2006/relationships/slide" Target="/ppt/slides/slide145.xml" Id="Rbb04aa07bd134a03" /><Relationship Type="http://schemas.openxmlformats.org/officeDocument/2006/relationships/slide" Target="/ppt/slides/slide146.xml" Id="R0ba322a629f94bbd" /><Relationship Type="http://schemas.openxmlformats.org/officeDocument/2006/relationships/slide" Target="/ppt/slides/slide147.xml" Id="R0013583eb4084c20" /><Relationship Type="http://schemas.openxmlformats.org/officeDocument/2006/relationships/slide" Target="/ppt/slides/slide148.xml" Id="R589e773f8f9d49e6" /><Relationship Type="http://schemas.openxmlformats.org/officeDocument/2006/relationships/slide" Target="/ppt/slides/slide149.xml" Id="R958a4447e8a646c4" /><Relationship Type="http://schemas.openxmlformats.org/officeDocument/2006/relationships/slide" Target="/ppt/slides/slide150.xml" Id="R50f2d7aa657e473f" /><Relationship Type="http://schemas.openxmlformats.org/officeDocument/2006/relationships/slide" Target="/ppt/slides/slide151.xml" Id="R7d995db5993e4393" /><Relationship Type="http://schemas.openxmlformats.org/officeDocument/2006/relationships/slide" Target="/ppt/slides/slide152.xml" Id="R8b47d31ecc34489e" /><Relationship Type="http://schemas.openxmlformats.org/officeDocument/2006/relationships/slide" Target="/ppt/slides/slide153.xml" Id="Rfbd23facbb614507" /><Relationship Type="http://schemas.openxmlformats.org/officeDocument/2006/relationships/slide" Target="/ppt/slides/slide154.xml" Id="Rcadfb791058549f1" /><Relationship Type="http://schemas.openxmlformats.org/officeDocument/2006/relationships/slide" Target="/ppt/slides/slide155.xml" Id="Ra688e7e23ae7455b" /><Relationship Type="http://schemas.openxmlformats.org/officeDocument/2006/relationships/slide" Target="/ppt/slides/slide156.xml" Id="R5b4de0febb614566" /><Relationship Type="http://schemas.openxmlformats.org/officeDocument/2006/relationships/slide" Target="/ppt/slides/slide157.xml" Id="R2153bbe831254ca4" /><Relationship Type="http://schemas.openxmlformats.org/officeDocument/2006/relationships/slide" Target="/ppt/slides/slide158.xml" Id="R7a2c8b27d1cc48df" /><Relationship Type="http://schemas.openxmlformats.org/officeDocument/2006/relationships/slide" Target="/ppt/slides/slide159.xml" Id="R30c154c364d04f7b" /><Relationship Type="http://schemas.openxmlformats.org/officeDocument/2006/relationships/slide" Target="/ppt/slides/slide160.xml" Id="R249b36b2ce1645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356a1b327642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df4431b76049f5" /><Relationship Type="http://schemas.openxmlformats.org/officeDocument/2006/relationships/notesMaster" Target="/ppt/notesMasters/notesMaster1.xml" Id="R6bc6de0d8a2b44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a8c3bfa55c49fb" /><Relationship Type="http://schemas.openxmlformats.org/officeDocument/2006/relationships/notesMaster" Target="/ppt/notesMasters/notesMaster1.xml" Id="R149c06d4823e48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3a1abbabcf649fd" /><Relationship Type="http://schemas.openxmlformats.org/officeDocument/2006/relationships/notesMaster" Target="/ppt/notesMasters/notesMaster1.xml" Id="Rc4c6d57152d940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2c3df9d5bc4e64" /><Relationship Type="http://schemas.openxmlformats.org/officeDocument/2006/relationships/notesMaster" Target="/ppt/notesMasters/notesMaster1.xml" Id="Raf05f6c6cb7f46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bb10646ac64d26" /><Relationship Type="http://schemas.openxmlformats.org/officeDocument/2006/relationships/notesMaster" Target="/ppt/notesMasters/notesMaster1.xml" Id="Red7a21cf19d34e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472f6a8968e4f17" /><Relationship Type="http://schemas.openxmlformats.org/officeDocument/2006/relationships/notesMaster" Target="/ppt/notesMasters/notesMaster1.xml" Id="Rd924473a2c2f4ac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f8d1e68173e4599" /><Relationship Type="http://schemas.openxmlformats.org/officeDocument/2006/relationships/notesMaster" Target="/ppt/notesMasters/notesMaster1.xml" Id="R0a95c29fe3b34f9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034e7f1a17e4893" /><Relationship Type="http://schemas.openxmlformats.org/officeDocument/2006/relationships/notesMaster" Target="/ppt/notesMasters/notesMaster1.xml" Id="R2ae9b4a97b3943e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59e9aeac9e94be8" /><Relationship Type="http://schemas.openxmlformats.org/officeDocument/2006/relationships/notesMaster" Target="/ppt/notesMasters/notesMaster1.xml" Id="R3c8e9670989842c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4c70f9e741a48e8" /><Relationship Type="http://schemas.openxmlformats.org/officeDocument/2006/relationships/notesMaster" Target="/ppt/notesMasters/notesMaster1.xml" Id="R535353b052e643a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5a653eec06b4ae8" /><Relationship Type="http://schemas.openxmlformats.org/officeDocument/2006/relationships/notesMaster" Target="/ppt/notesMasters/notesMaster1.xml" Id="R0a2c26bec140420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4f67d2612dd401c" /><Relationship Type="http://schemas.openxmlformats.org/officeDocument/2006/relationships/notesMaster" Target="/ppt/notesMasters/notesMaster1.xml" Id="R457bd119d15240d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7d6f58d61a64918" /><Relationship Type="http://schemas.openxmlformats.org/officeDocument/2006/relationships/notesMaster" Target="/ppt/notesMasters/notesMaster1.xml" Id="R86a64228e2304ed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7722d4d512b4948" /><Relationship Type="http://schemas.openxmlformats.org/officeDocument/2006/relationships/notesMaster" Target="/ppt/notesMasters/notesMaster1.xml" Id="R08a879526a7945c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e18bf9c4f764eed" /><Relationship Type="http://schemas.openxmlformats.org/officeDocument/2006/relationships/notesMaster" Target="/ppt/notesMasters/notesMaster1.xml" Id="Reab6103232c0425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dc3b95146464b6d" /><Relationship Type="http://schemas.openxmlformats.org/officeDocument/2006/relationships/notesMaster" Target="/ppt/notesMasters/notesMaster1.xml" Id="R328ea2a0ba79465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d92f8fe2c2c4bc1" /><Relationship Type="http://schemas.openxmlformats.org/officeDocument/2006/relationships/notesMaster" Target="/ppt/notesMasters/notesMaster1.xml" Id="R341fb25d6a654cb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8b899d080074391" /><Relationship Type="http://schemas.openxmlformats.org/officeDocument/2006/relationships/notesMaster" Target="/ppt/notesMasters/notesMaster1.xml" Id="Ra521e266c0a3456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1e7cb602cb44fb7" /><Relationship Type="http://schemas.openxmlformats.org/officeDocument/2006/relationships/notesMaster" Target="/ppt/notesMasters/notesMaster1.xml" Id="R14d28b93c510430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54867f18d544766" /><Relationship Type="http://schemas.openxmlformats.org/officeDocument/2006/relationships/notesMaster" Target="/ppt/notesMasters/notesMaster1.xml" Id="Rf3d1b5cbe210436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3daf8788cd442a2" /><Relationship Type="http://schemas.openxmlformats.org/officeDocument/2006/relationships/notesMaster" Target="/ppt/notesMasters/notesMaster1.xml" Id="R53a220c2d93f48d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1d15ae0d8c34256" /><Relationship Type="http://schemas.openxmlformats.org/officeDocument/2006/relationships/notesMaster" Target="/ppt/notesMasters/notesMaster1.xml" Id="Rf7fc5e252398468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1935233c1734b23" /><Relationship Type="http://schemas.openxmlformats.org/officeDocument/2006/relationships/notesMaster" Target="/ppt/notesMasters/notesMaster1.xml" Id="R3a08e321170b415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e2e203dfe1745fb" /><Relationship Type="http://schemas.openxmlformats.org/officeDocument/2006/relationships/notesMaster" Target="/ppt/notesMasters/notesMaster1.xml" Id="R82153a4018b4400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cc1d2e3fb3e41ef" /><Relationship Type="http://schemas.openxmlformats.org/officeDocument/2006/relationships/notesMaster" Target="/ppt/notesMasters/notesMaster1.xml" Id="R4c55c63f966c43a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b3dc88ce2db450e" /><Relationship Type="http://schemas.openxmlformats.org/officeDocument/2006/relationships/notesMaster" Target="/ppt/notesMasters/notesMaster1.xml" Id="R29ba5f08b6ed4ca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10239ad376748e0" /><Relationship Type="http://schemas.openxmlformats.org/officeDocument/2006/relationships/notesMaster" Target="/ppt/notesMasters/notesMaster1.xml" Id="Rced2e92d22dc4f3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ab51913a6cf46ca" /><Relationship Type="http://schemas.openxmlformats.org/officeDocument/2006/relationships/notesMaster" Target="/ppt/notesMasters/notesMaster1.xml" Id="R7f15de417b1e451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18b3822dc7d4c26" /><Relationship Type="http://schemas.openxmlformats.org/officeDocument/2006/relationships/notesMaster" Target="/ppt/notesMasters/notesMaster1.xml" Id="R7334efd1a64548d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47a585fe88d4ab5" /><Relationship Type="http://schemas.openxmlformats.org/officeDocument/2006/relationships/notesMaster" Target="/ppt/notesMasters/notesMaster1.xml" Id="R19b1a49b903c43d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08ce5676273491a" /><Relationship Type="http://schemas.openxmlformats.org/officeDocument/2006/relationships/notesMaster" Target="/ppt/notesMasters/notesMaster1.xml" Id="R5854a343bdf7478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e3575ca39e74aa1" /><Relationship Type="http://schemas.openxmlformats.org/officeDocument/2006/relationships/notesMaster" Target="/ppt/notesMasters/notesMaster1.xml" Id="Ra3195ceec9054cc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bfe812fb15b464f" /><Relationship Type="http://schemas.openxmlformats.org/officeDocument/2006/relationships/notesMaster" Target="/ppt/notesMasters/notesMaster1.xml" Id="R268e577ffa564caf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fba34957ebe54ceb" /><Relationship Type="http://schemas.openxmlformats.org/officeDocument/2006/relationships/notesMaster" Target="/ppt/notesMasters/notesMaster1.xml" Id="R2aff6615761b4b7c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303f43b318c044c9" /><Relationship Type="http://schemas.openxmlformats.org/officeDocument/2006/relationships/notesMaster" Target="/ppt/notesMasters/notesMaster1.xml" Id="Rb0a4b0f6f9d24370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1d56c0cbc89f4067" /><Relationship Type="http://schemas.openxmlformats.org/officeDocument/2006/relationships/notesMaster" Target="/ppt/notesMasters/notesMaster1.xml" Id="R8dffda98c2474147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fb98e800c2254fe6" /><Relationship Type="http://schemas.openxmlformats.org/officeDocument/2006/relationships/notesMaster" Target="/ppt/notesMasters/notesMaster1.xml" Id="R99e237ddb5ad4097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7aa1ec6e84e444ea" /><Relationship Type="http://schemas.openxmlformats.org/officeDocument/2006/relationships/notesMaster" Target="/ppt/notesMasters/notesMaster1.xml" Id="R0cf94ce0ec8a4d13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1b285f1459b140ab" /><Relationship Type="http://schemas.openxmlformats.org/officeDocument/2006/relationships/notesMaster" Target="/ppt/notesMasters/notesMaster1.xml" Id="R241fc8d09b7c4b2f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f4789af004ce4ca4" /><Relationship Type="http://schemas.openxmlformats.org/officeDocument/2006/relationships/notesMaster" Target="/ppt/notesMasters/notesMaster1.xml" Id="R6778349151e24f9b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6e7d40c467e44fd9" /><Relationship Type="http://schemas.openxmlformats.org/officeDocument/2006/relationships/notesMaster" Target="/ppt/notesMasters/notesMaster1.xml" Id="R1217437e94d54517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95dbabecf68a45a7" /><Relationship Type="http://schemas.openxmlformats.org/officeDocument/2006/relationships/notesMaster" Target="/ppt/notesMasters/notesMaster1.xml" Id="Rc75b46daa7be417e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7bd211d5ff33461e" /><Relationship Type="http://schemas.openxmlformats.org/officeDocument/2006/relationships/notesMaster" Target="/ppt/notesMasters/notesMaster1.xml" Id="R9fd6881029394995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3ceeef4a1f6e42ea" /><Relationship Type="http://schemas.openxmlformats.org/officeDocument/2006/relationships/notesMaster" Target="/ppt/notesMasters/notesMaster1.xml" Id="R250310f0c5104d7f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6185867e90cd4a91" /><Relationship Type="http://schemas.openxmlformats.org/officeDocument/2006/relationships/notesMaster" Target="/ppt/notesMasters/notesMaster1.xml" Id="R33195194a0d24dac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c4edd58988464615" /><Relationship Type="http://schemas.openxmlformats.org/officeDocument/2006/relationships/notesMaster" Target="/ppt/notesMasters/notesMaster1.xml" Id="Rf6190574868c44e1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2468367f86234c4b" /><Relationship Type="http://schemas.openxmlformats.org/officeDocument/2006/relationships/notesMaster" Target="/ppt/notesMasters/notesMaster1.xml" Id="Rabccd2676531442b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05938b3a0a384238" /><Relationship Type="http://schemas.openxmlformats.org/officeDocument/2006/relationships/notesMaster" Target="/ppt/notesMasters/notesMaster1.xml" Id="R675aa23fa36c42de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2e289c723a4c4d08" /><Relationship Type="http://schemas.openxmlformats.org/officeDocument/2006/relationships/notesMaster" Target="/ppt/notesMasters/notesMaster1.xml" Id="R4477fc7533ac4716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1436f5c418284fc2" /><Relationship Type="http://schemas.openxmlformats.org/officeDocument/2006/relationships/notesMaster" Target="/ppt/notesMasters/notesMaster1.xml" Id="Rec8a05edd71f4983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72960113dcc84076" /><Relationship Type="http://schemas.openxmlformats.org/officeDocument/2006/relationships/notesMaster" Target="/ppt/notesMasters/notesMaster1.xml" Id="Rb9f513ad5ce140aa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73b8cd3e7ffa42d4" /><Relationship Type="http://schemas.openxmlformats.org/officeDocument/2006/relationships/notesMaster" Target="/ppt/notesMasters/notesMaster1.xml" Id="R18ecab6ee994404b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7b55b35d899e492b" /><Relationship Type="http://schemas.openxmlformats.org/officeDocument/2006/relationships/notesMaster" Target="/ppt/notesMasters/notesMaster1.xml" Id="Rc2b8c425a2ff43bb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1bfb0038b4884ffd" /><Relationship Type="http://schemas.openxmlformats.org/officeDocument/2006/relationships/notesMaster" Target="/ppt/notesMasters/notesMaster1.xml" Id="R4a8b3ec48c5840b6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aa7b24040a7d4e3d" /><Relationship Type="http://schemas.openxmlformats.org/officeDocument/2006/relationships/notesMaster" Target="/ppt/notesMasters/notesMaster1.xml" Id="R4f0bea0905124cb9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07d4abea93884be2" /><Relationship Type="http://schemas.openxmlformats.org/officeDocument/2006/relationships/notesMaster" Target="/ppt/notesMasters/notesMaster1.xml" Id="Ra09f400668404664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fc6557e1c5bf4519" /><Relationship Type="http://schemas.openxmlformats.org/officeDocument/2006/relationships/notesMaster" Target="/ppt/notesMasters/notesMaster1.xml" Id="Rac74f857617c40e2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77ac2507fbaf470e" /><Relationship Type="http://schemas.openxmlformats.org/officeDocument/2006/relationships/notesMaster" Target="/ppt/notesMasters/notesMaster1.xml" Id="R4082d4f545f04170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90628397a48043e0" /><Relationship Type="http://schemas.openxmlformats.org/officeDocument/2006/relationships/notesMaster" Target="/ppt/notesMasters/notesMaster1.xml" Id="R14f83349caff4999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7d5233f208154842" /><Relationship Type="http://schemas.openxmlformats.org/officeDocument/2006/relationships/notesMaster" Target="/ppt/notesMasters/notesMaster1.xml" Id="R5d63735b69894fe2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79d3c7f6ffa840ae" /><Relationship Type="http://schemas.openxmlformats.org/officeDocument/2006/relationships/notesMaster" Target="/ppt/notesMasters/notesMaster1.xml" Id="R9ddac2e962fa4178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36c0b270ce494a10" /><Relationship Type="http://schemas.openxmlformats.org/officeDocument/2006/relationships/notesMaster" Target="/ppt/notesMasters/notesMaster1.xml" Id="Rde4cf1a2ee164df9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abb46ef0682a4967" /><Relationship Type="http://schemas.openxmlformats.org/officeDocument/2006/relationships/notesMaster" Target="/ppt/notesMasters/notesMaster1.xml" Id="Rfea20f8c87384246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7a98263efb0c456c" /><Relationship Type="http://schemas.openxmlformats.org/officeDocument/2006/relationships/notesMaster" Target="/ppt/notesMasters/notesMaster1.xml" Id="Rc6e13ec4f3324b91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556c101c8c8d461f" /><Relationship Type="http://schemas.openxmlformats.org/officeDocument/2006/relationships/notesMaster" Target="/ppt/notesMasters/notesMaster1.xml" Id="Rfa77d4a9fdd749fe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b6b0e0a5bf68452e" /><Relationship Type="http://schemas.openxmlformats.org/officeDocument/2006/relationships/notesMaster" Target="/ppt/notesMasters/notesMaster1.xml" Id="Ra8f2ac3fdcee4481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f9286a432b17485a" /><Relationship Type="http://schemas.openxmlformats.org/officeDocument/2006/relationships/notesMaster" Target="/ppt/notesMasters/notesMaster1.xml" Id="R7fd85b7a889c44f3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985c26d4c40f401b" /><Relationship Type="http://schemas.openxmlformats.org/officeDocument/2006/relationships/notesMaster" Target="/ppt/notesMasters/notesMaster1.xml" Id="R03e293ad712e4f0e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3fef158040d8448b" /><Relationship Type="http://schemas.openxmlformats.org/officeDocument/2006/relationships/notesMaster" Target="/ppt/notesMasters/notesMaster1.xml" Id="R30fd0e32b05345d3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a11809c4af724272" /><Relationship Type="http://schemas.openxmlformats.org/officeDocument/2006/relationships/notesMaster" Target="/ppt/notesMasters/notesMaster1.xml" Id="R9e39264cdd314182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c4d624375bb04d15" /><Relationship Type="http://schemas.openxmlformats.org/officeDocument/2006/relationships/notesMaster" Target="/ppt/notesMasters/notesMaster1.xml" Id="R12d32be7215e469d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a696efb122b94aae" /><Relationship Type="http://schemas.openxmlformats.org/officeDocument/2006/relationships/notesMaster" Target="/ppt/notesMasters/notesMaster1.xml" Id="Rf8b1da6340e3452a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9bdca2e01fa1449f" /><Relationship Type="http://schemas.openxmlformats.org/officeDocument/2006/relationships/notesMaster" Target="/ppt/notesMasters/notesMaster1.xml" Id="R70833f9b2a444f24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e6e88f21c8dd49ad" /><Relationship Type="http://schemas.openxmlformats.org/officeDocument/2006/relationships/notesMaster" Target="/ppt/notesMasters/notesMaster1.xml" Id="R246e5fcee87547f9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6d38731257bb4cca" /><Relationship Type="http://schemas.openxmlformats.org/officeDocument/2006/relationships/notesMaster" Target="/ppt/notesMasters/notesMaster1.xml" Id="Ra4c6e82b62df4e61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1017054c27474b98" /><Relationship Type="http://schemas.openxmlformats.org/officeDocument/2006/relationships/notesMaster" Target="/ppt/notesMasters/notesMaster1.xml" Id="Rf4b8d000ddbc4dda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5f9c0e7df67e4baa" /><Relationship Type="http://schemas.openxmlformats.org/officeDocument/2006/relationships/notesMaster" Target="/ppt/notesMasters/notesMaster1.xml" Id="R2ca4db42b52d440d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c00664d2680843c0" /><Relationship Type="http://schemas.openxmlformats.org/officeDocument/2006/relationships/notesMaster" Target="/ppt/notesMasters/notesMaster1.xml" Id="R78094cabab3f4e5c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ddd477c9f2694082" /><Relationship Type="http://schemas.openxmlformats.org/officeDocument/2006/relationships/notesMaster" Target="/ppt/notesMasters/notesMaster1.xml" Id="Rd25405d5655c4a62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abd4559b1e0f468f" /><Relationship Type="http://schemas.openxmlformats.org/officeDocument/2006/relationships/notesMaster" Target="/ppt/notesMasters/notesMaster1.xml" Id="R499afb2eb4c841ff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239c0b3110354233" /><Relationship Type="http://schemas.openxmlformats.org/officeDocument/2006/relationships/notesMaster" Target="/ppt/notesMasters/notesMaster1.xml" Id="R27c3e2e3762641c5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4a63656ee8ef461b" /><Relationship Type="http://schemas.openxmlformats.org/officeDocument/2006/relationships/notesMaster" Target="/ppt/notesMasters/notesMaster1.xml" Id="R0427fba923d34d75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d76e78a981514627" /><Relationship Type="http://schemas.openxmlformats.org/officeDocument/2006/relationships/notesMaster" Target="/ppt/notesMasters/notesMaster1.xml" Id="R15f4ed203c674774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583d05a382574048" /><Relationship Type="http://schemas.openxmlformats.org/officeDocument/2006/relationships/notesMaster" Target="/ppt/notesMasters/notesMaster1.xml" Id="R1a8f4b4f6c144cc9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20596c46676c422c" /><Relationship Type="http://schemas.openxmlformats.org/officeDocument/2006/relationships/notesMaster" Target="/ppt/notesMasters/notesMaster1.xml" Id="R6a62a3a0c56f48e6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5b397e790148446e" /><Relationship Type="http://schemas.openxmlformats.org/officeDocument/2006/relationships/notesMaster" Target="/ppt/notesMasters/notesMaster1.xml" Id="R84f1b15be9164dde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a6c4bd3c866e4156" /><Relationship Type="http://schemas.openxmlformats.org/officeDocument/2006/relationships/notesMaster" Target="/ppt/notesMasters/notesMaster1.xml" Id="Rad6061a78d3d44e7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3866948d267a4faf" /><Relationship Type="http://schemas.openxmlformats.org/officeDocument/2006/relationships/notesMaster" Target="/ppt/notesMasters/notesMaster1.xml" Id="Rb8edbe5e73ee4eb7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351b38fe28dd4f27" /><Relationship Type="http://schemas.openxmlformats.org/officeDocument/2006/relationships/notesMaster" Target="/ppt/notesMasters/notesMaster1.xml" Id="R9eb879aefeeb4e6d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8c9c4a32b12a489b" /><Relationship Type="http://schemas.openxmlformats.org/officeDocument/2006/relationships/notesMaster" Target="/ppt/notesMasters/notesMaster1.xml" Id="R057b3ac374514b1d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9b045d16ccb64f1e" /><Relationship Type="http://schemas.openxmlformats.org/officeDocument/2006/relationships/notesMaster" Target="/ppt/notesMasters/notesMaster1.xml" Id="Rbc0dfb00fde14f57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0b144b5f277549dd" /><Relationship Type="http://schemas.openxmlformats.org/officeDocument/2006/relationships/notesMaster" Target="/ppt/notesMasters/notesMaster1.xml" Id="Re0d8d039c7b541e0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4252caf4bf0846dc" /><Relationship Type="http://schemas.openxmlformats.org/officeDocument/2006/relationships/notesMaster" Target="/ppt/notesMasters/notesMaster1.xml" Id="R7e974d8e5edd42b4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127d590f91134829" /><Relationship Type="http://schemas.openxmlformats.org/officeDocument/2006/relationships/notesMaster" Target="/ppt/notesMasters/notesMaster1.xml" Id="Re5778f285b384b3a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d4da3d2f838a4176" /><Relationship Type="http://schemas.openxmlformats.org/officeDocument/2006/relationships/notesMaster" Target="/ppt/notesMasters/notesMaster1.xml" Id="R986d34939c4c4549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36d01b4b2eb74622" /><Relationship Type="http://schemas.openxmlformats.org/officeDocument/2006/relationships/notesMaster" Target="/ppt/notesMasters/notesMaster1.xml" Id="Rb2075958a15640d7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eece93f3d1ef4e7a" /><Relationship Type="http://schemas.openxmlformats.org/officeDocument/2006/relationships/notesMaster" Target="/ppt/notesMasters/notesMaster1.xml" Id="R2001a722ac784c79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da2739e92bf9444a" /><Relationship Type="http://schemas.openxmlformats.org/officeDocument/2006/relationships/notesMaster" Target="/ppt/notesMasters/notesMaster1.xml" Id="Ra26738ef10874bed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96d8b4ddb6844897" /><Relationship Type="http://schemas.openxmlformats.org/officeDocument/2006/relationships/notesMaster" Target="/ppt/notesMasters/notesMaster1.xml" Id="R6ceaf00324654aff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56f48720945c4504" /><Relationship Type="http://schemas.openxmlformats.org/officeDocument/2006/relationships/notesMaster" Target="/ppt/notesMasters/notesMaster1.xml" Id="Rb7163c4f6d474e74" /></Relationships>
</file>

<file path=ppt/notesSlides/_rels/notesSlide101.xml.rels>&#65279;<?xml version="1.0" encoding="utf-8"?><Relationships xmlns="http://schemas.openxmlformats.org/package/2006/relationships"><Relationship Type="http://schemas.openxmlformats.org/officeDocument/2006/relationships/slide" Target="/ppt/slides/slide101.xml" Id="Rb8e1f310efe54194" /><Relationship Type="http://schemas.openxmlformats.org/officeDocument/2006/relationships/notesMaster" Target="/ppt/notesMasters/notesMaster1.xml" Id="R72847a7117eb49dd" /></Relationships>
</file>

<file path=ppt/notesSlides/_rels/notesSlide102.xml.rels>&#65279;<?xml version="1.0" encoding="utf-8"?><Relationships xmlns="http://schemas.openxmlformats.org/package/2006/relationships"><Relationship Type="http://schemas.openxmlformats.org/officeDocument/2006/relationships/slide" Target="/ppt/slides/slide102.xml" Id="R8ed8728eaae64f9d" /><Relationship Type="http://schemas.openxmlformats.org/officeDocument/2006/relationships/notesMaster" Target="/ppt/notesMasters/notesMaster1.xml" Id="Rc4957bec291e495d" /></Relationships>
</file>

<file path=ppt/notesSlides/_rels/notesSlide103.xml.rels>&#65279;<?xml version="1.0" encoding="utf-8"?><Relationships xmlns="http://schemas.openxmlformats.org/package/2006/relationships"><Relationship Type="http://schemas.openxmlformats.org/officeDocument/2006/relationships/slide" Target="/ppt/slides/slide103.xml" Id="Rd941ddb230a54169" /><Relationship Type="http://schemas.openxmlformats.org/officeDocument/2006/relationships/notesMaster" Target="/ppt/notesMasters/notesMaster1.xml" Id="R033d43a86219411f" /></Relationships>
</file>

<file path=ppt/notesSlides/_rels/notesSlide104.xml.rels>&#65279;<?xml version="1.0" encoding="utf-8"?><Relationships xmlns="http://schemas.openxmlformats.org/package/2006/relationships"><Relationship Type="http://schemas.openxmlformats.org/officeDocument/2006/relationships/slide" Target="/ppt/slides/slide104.xml" Id="R87deed9cc14f4043" /><Relationship Type="http://schemas.openxmlformats.org/officeDocument/2006/relationships/notesMaster" Target="/ppt/notesMasters/notesMaster1.xml" Id="R8d61610dd22b4f2e" /></Relationships>
</file>

<file path=ppt/notesSlides/_rels/notesSlide105.xml.rels>&#65279;<?xml version="1.0" encoding="utf-8"?><Relationships xmlns="http://schemas.openxmlformats.org/package/2006/relationships"><Relationship Type="http://schemas.openxmlformats.org/officeDocument/2006/relationships/slide" Target="/ppt/slides/slide105.xml" Id="Rf58f181c274e4f8a" /><Relationship Type="http://schemas.openxmlformats.org/officeDocument/2006/relationships/notesMaster" Target="/ppt/notesMasters/notesMaster1.xml" Id="Re340f3a7052e426b" /></Relationships>
</file>

<file path=ppt/notesSlides/_rels/notesSlide106.xml.rels>&#65279;<?xml version="1.0" encoding="utf-8"?><Relationships xmlns="http://schemas.openxmlformats.org/package/2006/relationships"><Relationship Type="http://schemas.openxmlformats.org/officeDocument/2006/relationships/slide" Target="/ppt/slides/slide106.xml" Id="R68c9cd934b034f8b" /><Relationship Type="http://schemas.openxmlformats.org/officeDocument/2006/relationships/notesMaster" Target="/ppt/notesMasters/notesMaster1.xml" Id="R783a4b7ad7714640" /></Relationships>
</file>

<file path=ppt/notesSlides/_rels/notesSlide107.xml.rels>&#65279;<?xml version="1.0" encoding="utf-8"?><Relationships xmlns="http://schemas.openxmlformats.org/package/2006/relationships"><Relationship Type="http://schemas.openxmlformats.org/officeDocument/2006/relationships/slide" Target="/ppt/slides/slide107.xml" Id="R8d3436dbb9784e2d" /><Relationship Type="http://schemas.openxmlformats.org/officeDocument/2006/relationships/notesMaster" Target="/ppt/notesMasters/notesMaster1.xml" Id="R43a4a6b4de9447e2" /></Relationships>
</file>

<file path=ppt/notesSlides/_rels/notesSlide108.xml.rels>&#65279;<?xml version="1.0" encoding="utf-8"?><Relationships xmlns="http://schemas.openxmlformats.org/package/2006/relationships"><Relationship Type="http://schemas.openxmlformats.org/officeDocument/2006/relationships/slide" Target="/ppt/slides/slide108.xml" Id="R199049273de84bc2" /><Relationship Type="http://schemas.openxmlformats.org/officeDocument/2006/relationships/notesMaster" Target="/ppt/notesMasters/notesMaster1.xml" Id="Re18021fe7a084440" /></Relationships>
</file>

<file path=ppt/notesSlides/_rels/notesSlide109.xml.rels>&#65279;<?xml version="1.0" encoding="utf-8"?><Relationships xmlns="http://schemas.openxmlformats.org/package/2006/relationships"><Relationship Type="http://schemas.openxmlformats.org/officeDocument/2006/relationships/slide" Target="/ppt/slides/slide109.xml" Id="R0f5e58de76fe41a9" /><Relationship Type="http://schemas.openxmlformats.org/officeDocument/2006/relationships/notesMaster" Target="/ppt/notesMasters/notesMaster1.xml" Id="Rd88a108aa4c146aa" /></Relationships>
</file>

<file path=ppt/notesSlides/_rels/notesSlide110.xml.rels>&#65279;<?xml version="1.0" encoding="utf-8"?><Relationships xmlns="http://schemas.openxmlformats.org/package/2006/relationships"><Relationship Type="http://schemas.openxmlformats.org/officeDocument/2006/relationships/slide" Target="/ppt/slides/slide110.xml" Id="Rabb3e973d9c143f2" /><Relationship Type="http://schemas.openxmlformats.org/officeDocument/2006/relationships/notesMaster" Target="/ppt/notesMasters/notesMaster1.xml" Id="R00aaa772b84143d1" /></Relationships>
</file>

<file path=ppt/notesSlides/_rels/notesSlide111.xml.rels>&#65279;<?xml version="1.0" encoding="utf-8"?><Relationships xmlns="http://schemas.openxmlformats.org/package/2006/relationships"><Relationship Type="http://schemas.openxmlformats.org/officeDocument/2006/relationships/slide" Target="/ppt/slides/slide111.xml" Id="R18dd3a9f86fd47b3" /><Relationship Type="http://schemas.openxmlformats.org/officeDocument/2006/relationships/notesMaster" Target="/ppt/notesMasters/notesMaster1.xml" Id="R982ffc394c274968" /></Relationships>
</file>

<file path=ppt/notesSlides/_rels/notesSlide112.xml.rels>&#65279;<?xml version="1.0" encoding="utf-8"?><Relationships xmlns="http://schemas.openxmlformats.org/package/2006/relationships"><Relationship Type="http://schemas.openxmlformats.org/officeDocument/2006/relationships/slide" Target="/ppt/slides/slide112.xml" Id="R3d338ba6c7de43ac" /><Relationship Type="http://schemas.openxmlformats.org/officeDocument/2006/relationships/notesMaster" Target="/ppt/notesMasters/notesMaster1.xml" Id="R926060eba3734afc" /></Relationships>
</file>

<file path=ppt/notesSlides/_rels/notesSlide113.xml.rels>&#65279;<?xml version="1.0" encoding="utf-8"?><Relationships xmlns="http://schemas.openxmlformats.org/package/2006/relationships"><Relationship Type="http://schemas.openxmlformats.org/officeDocument/2006/relationships/slide" Target="/ppt/slides/slide113.xml" Id="Redcb2feee2014b7a" /><Relationship Type="http://schemas.openxmlformats.org/officeDocument/2006/relationships/notesMaster" Target="/ppt/notesMasters/notesMaster1.xml" Id="Rcdd4eb484b2b4abc" /></Relationships>
</file>

<file path=ppt/notesSlides/_rels/notesSlide114.xml.rels>&#65279;<?xml version="1.0" encoding="utf-8"?><Relationships xmlns="http://schemas.openxmlformats.org/package/2006/relationships"><Relationship Type="http://schemas.openxmlformats.org/officeDocument/2006/relationships/slide" Target="/ppt/slides/slide114.xml" Id="R8d9223f7ce154fbc" /><Relationship Type="http://schemas.openxmlformats.org/officeDocument/2006/relationships/notesMaster" Target="/ppt/notesMasters/notesMaster1.xml" Id="R48ed5b6a8f7449ed" /></Relationships>
</file>

<file path=ppt/notesSlides/_rels/notesSlide115.xml.rels>&#65279;<?xml version="1.0" encoding="utf-8"?><Relationships xmlns="http://schemas.openxmlformats.org/package/2006/relationships"><Relationship Type="http://schemas.openxmlformats.org/officeDocument/2006/relationships/slide" Target="/ppt/slides/slide115.xml" Id="R4758908755cf4e29" /><Relationship Type="http://schemas.openxmlformats.org/officeDocument/2006/relationships/notesMaster" Target="/ppt/notesMasters/notesMaster1.xml" Id="R412aff979cfe4212" /></Relationships>
</file>

<file path=ppt/notesSlides/_rels/notesSlide116.xml.rels>&#65279;<?xml version="1.0" encoding="utf-8"?><Relationships xmlns="http://schemas.openxmlformats.org/package/2006/relationships"><Relationship Type="http://schemas.openxmlformats.org/officeDocument/2006/relationships/slide" Target="/ppt/slides/slide116.xml" Id="R48166096f18d43cd" /><Relationship Type="http://schemas.openxmlformats.org/officeDocument/2006/relationships/notesMaster" Target="/ppt/notesMasters/notesMaster1.xml" Id="Rd45f4a749694416c" /></Relationships>
</file>

<file path=ppt/notesSlides/_rels/notesSlide117.xml.rels>&#65279;<?xml version="1.0" encoding="utf-8"?><Relationships xmlns="http://schemas.openxmlformats.org/package/2006/relationships"><Relationship Type="http://schemas.openxmlformats.org/officeDocument/2006/relationships/slide" Target="/ppt/slides/slide117.xml" Id="R7830449ce39348f2" /><Relationship Type="http://schemas.openxmlformats.org/officeDocument/2006/relationships/notesMaster" Target="/ppt/notesMasters/notesMaster1.xml" Id="R8e834ae6946a4c90" /></Relationships>
</file>

<file path=ppt/notesSlides/_rels/notesSlide118.xml.rels>&#65279;<?xml version="1.0" encoding="utf-8"?><Relationships xmlns="http://schemas.openxmlformats.org/package/2006/relationships"><Relationship Type="http://schemas.openxmlformats.org/officeDocument/2006/relationships/slide" Target="/ppt/slides/slide118.xml" Id="Rf07c631d19454704" /><Relationship Type="http://schemas.openxmlformats.org/officeDocument/2006/relationships/notesMaster" Target="/ppt/notesMasters/notesMaster1.xml" Id="Rdbb126a67bf14665" /></Relationships>
</file>

<file path=ppt/notesSlides/_rels/notesSlide119.xml.rels>&#65279;<?xml version="1.0" encoding="utf-8"?><Relationships xmlns="http://schemas.openxmlformats.org/package/2006/relationships"><Relationship Type="http://schemas.openxmlformats.org/officeDocument/2006/relationships/slide" Target="/ppt/slides/slide119.xml" Id="Ree03eb047f0f4829" /><Relationship Type="http://schemas.openxmlformats.org/officeDocument/2006/relationships/notesMaster" Target="/ppt/notesMasters/notesMaster1.xml" Id="R35c16c319fb24f36" /></Relationships>
</file>

<file path=ppt/notesSlides/_rels/notesSlide120.xml.rels>&#65279;<?xml version="1.0" encoding="utf-8"?><Relationships xmlns="http://schemas.openxmlformats.org/package/2006/relationships"><Relationship Type="http://schemas.openxmlformats.org/officeDocument/2006/relationships/slide" Target="/ppt/slides/slide120.xml" Id="R22379954b3b04b9e" /><Relationship Type="http://schemas.openxmlformats.org/officeDocument/2006/relationships/notesMaster" Target="/ppt/notesMasters/notesMaster1.xml" Id="R3a2dac0f61884aa8" /></Relationships>
</file>

<file path=ppt/notesSlides/_rels/notesSlide121.xml.rels>&#65279;<?xml version="1.0" encoding="utf-8"?><Relationships xmlns="http://schemas.openxmlformats.org/package/2006/relationships"><Relationship Type="http://schemas.openxmlformats.org/officeDocument/2006/relationships/slide" Target="/ppt/slides/slide121.xml" Id="R87b399bf6e444d83" /><Relationship Type="http://schemas.openxmlformats.org/officeDocument/2006/relationships/notesMaster" Target="/ppt/notesMasters/notesMaster1.xml" Id="Re25f6a298dbf4a9b" /></Relationships>
</file>

<file path=ppt/notesSlides/_rels/notesSlide122.xml.rels>&#65279;<?xml version="1.0" encoding="utf-8"?><Relationships xmlns="http://schemas.openxmlformats.org/package/2006/relationships"><Relationship Type="http://schemas.openxmlformats.org/officeDocument/2006/relationships/slide" Target="/ppt/slides/slide122.xml" Id="Rdbd2c05967174f20" /><Relationship Type="http://schemas.openxmlformats.org/officeDocument/2006/relationships/notesMaster" Target="/ppt/notesMasters/notesMaster1.xml" Id="R9f8d8410326b4880" /></Relationships>
</file>

<file path=ppt/notesSlides/_rels/notesSlide123.xml.rels>&#65279;<?xml version="1.0" encoding="utf-8"?><Relationships xmlns="http://schemas.openxmlformats.org/package/2006/relationships"><Relationship Type="http://schemas.openxmlformats.org/officeDocument/2006/relationships/slide" Target="/ppt/slides/slide123.xml" Id="R1539600c6a5e4e84" /><Relationship Type="http://schemas.openxmlformats.org/officeDocument/2006/relationships/notesMaster" Target="/ppt/notesMasters/notesMaster1.xml" Id="R52ed51d6dbf54333" /></Relationships>
</file>

<file path=ppt/notesSlides/_rels/notesSlide124.xml.rels>&#65279;<?xml version="1.0" encoding="utf-8"?><Relationships xmlns="http://schemas.openxmlformats.org/package/2006/relationships"><Relationship Type="http://schemas.openxmlformats.org/officeDocument/2006/relationships/slide" Target="/ppt/slides/slide124.xml" Id="R9d3a957b8b404a84" /><Relationship Type="http://schemas.openxmlformats.org/officeDocument/2006/relationships/notesMaster" Target="/ppt/notesMasters/notesMaster1.xml" Id="R2c78cdf5f9bf4bde" /></Relationships>
</file>

<file path=ppt/notesSlides/_rels/notesSlide125.xml.rels>&#65279;<?xml version="1.0" encoding="utf-8"?><Relationships xmlns="http://schemas.openxmlformats.org/package/2006/relationships"><Relationship Type="http://schemas.openxmlformats.org/officeDocument/2006/relationships/slide" Target="/ppt/slides/slide125.xml" Id="Re4518fb6d3e140d2" /><Relationship Type="http://schemas.openxmlformats.org/officeDocument/2006/relationships/notesMaster" Target="/ppt/notesMasters/notesMaster1.xml" Id="R1cf8ac182c6c4c1f" /></Relationships>
</file>

<file path=ppt/notesSlides/_rels/notesSlide126.xml.rels>&#65279;<?xml version="1.0" encoding="utf-8"?><Relationships xmlns="http://schemas.openxmlformats.org/package/2006/relationships"><Relationship Type="http://schemas.openxmlformats.org/officeDocument/2006/relationships/slide" Target="/ppt/slides/slide126.xml" Id="Ra96966e8be3e49fd" /><Relationship Type="http://schemas.openxmlformats.org/officeDocument/2006/relationships/notesMaster" Target="/ppt/notesMasters/notesMaster1.xml" Id="Rce18f2137e5e492a" /></Relationships>
</file>

<file path=ppt/notesSlides/_rels/notesSlide127.xml.rels>&#65279;<?xml version="1.0" encoding="utf-8"?><Relationships xmlns="http://schemas.openxmlformats.org/package/2006/relationships"><Relationship Type="http://schemas.openxmlformats.org/officeDocument/2006/relationships/slide" Target="/ppt/slides/slide127.xml" Id="Rf8b2f5a19a5442a6" /><Relationship Type="http://schemas.openxmlformats.org/officeDocument/2006/relationships/notesMaster" Target="/ppt/notesMasters/notesMaster1.xml" Id="Rf556f167ae144d55" /></Relationships>
</file>

<file path=ppt/notesSlides/_rels/notesSlide128.xml.rels>&#65279;<?xml version="1.0" encoding="utf-8"?><Relationships xmlns="http://schemas.openxmlformats.org/package/2006/relationships"><Relationship Type="http://schemas.openxmlformats.org/officeDocument/2006/relationships/slide" Target="/ppt/slides/slide128.xml" Id="R5a43321cc177450f" /><Relationship Type="http://schemas.openxmlformats.org/officeDocument/2006/relationships/notesMaster" Target="/ppt/notesMasters/notesMaster1.xml" Id="Rde6cf2b25fbe4593" /></Relationships>
</file>

<file path=ppt/notesSlides/_rels/notesSlide129.xml.rels>&#65279;<?xml version="1.0" encoding="utf-8"?><Relationships xmlns="http://schemas.openxmlformats.org/package/2006/relationships"><Relationship Type="http://schemas.openxmlformats.org/officeDocument/2006/relationships/slide" Target="/ppt/slides/slide129.xml" Id="Ra09be27cd9804e98" /><Relationship Type="http://schemas.openxmlformats.org/officeDocument/2006/relationships/notesMaster" Target="/ppt/notesMasters/notesMaster1.xml" Id="R63696c9757f04b09" /></Relationships>
</file>

<file path=ppt/notesSlides/_rels/notesSlide130.xml.rels>&#65279;<?xml version="1.0" encoding="utf-8"?><Relationships xmlns="http://schemas.openxmlformats.org/package/2006/relationships"><Relationship Type="http://schemas.openxmlformats.org/officeDocument/2006/relationships/slide" Target="/ppt/slides/slide130.xml" Id="Ra2f1fbf2e6624779" /><Relationship Type="http://schemas.openxmlformats.org/officeDocument/2006/relationships/notesMaster" Target="/ppt/notesMasters/notesMaster1.xml" Id="R3d2fc1ffeac54fbe" /></Relationships>
</file>

<file path=ppt/notesSlides/_rels/notesSlide131.xml.rels>&#65279;<?xml version="1.0" encoding="utf-8"?><Relationships xmlns="http://schemas.openxmlformats.org/package/2006/relationships"><Relationship Type="http://schemas.openxmlformats.org/officeDocument/2006/relationships/slide" Target="/ppt/slides/slide131.xml" Id="R5d0222cc1b764a26" /><Relationship Type="http://schemas.openxmlformats.org/officeDocument/2006/relationships/notesMaster" Target="/ppt/notesMasters/notesMaster1.xml" Id="R398e6f2dc6b54e88" /></Relationships>
</file>

<file path=ppt/notesSlides/_rels/notesSlide132.xml.rels>&#65279;<?xml version="1.0" encoding="utf-8"?><Relationships xmlns="http://schemas.openxmlformats.org/package/2006/relationships"><Relationship Type="http://schemas.openxmlformats.org/officeDocument/2006/relationships/slide" Target="/ppt/slides/slide132.xml" Id="R2969a9127faa46bb" /><Relationship Type="http://schemas.openxmlformats.org/officeDocument/2006/relationships/notesMaster" Target="/ppt/notesMasters/notesMaster1.xml" Id="Rd4f53c0edbc74f91" /></Relationships>
</file>

<file path=ppt/notesSlides/_rels/notesSlide133.xml.rels>&#65279;<?xml version="1.0" encoding="utf-8"?><Relationships xmlns="http://schemas.openxmlformats.org/package/2006/relationships"><Relationship Type="http://schemas.openxmlformats.org/officeDocument/2006/relationships/slide" Target="/ppt/slides/slide133.xml" Id="R114ce6b2bf994911" /><Relationship Type="http://schemas.openxmlformats.org/officeDocument/2006/relationships/notesMaster" Target="/ppt/notesMasters/notesMaster1.xml" Id="R6907c9db368e491f" /></Relationships>
</file>

<file path=ppt/notesSlides/_rels/notesSlide134.xml.rels>&#65279;<?xml version="1.0" encoding="utf-8"?><Relationships xmlns="http://schemas.openxmlformats.org/package/2006/relationships"><Relationship Type="http://schemas.openxmlformats.org/officeDocument/2006/relationships/slide" Target="/ppt/slides/slide134.xml" Id="R25f2f56bf71745d8" /><Relationship Type="http://schemas.openxmlformats.org/officeDocument/2006/relationships/notesMaster" Target="/ppt/notesMasters/notesMaster1.xml" Id="R2343d7045eb94edd" /></Relationships>
</file>

<file path=ppt/notesSlides/_rels/notesSlide135.xml.rels>&#65279;<?xml version="1.0" encoding="utf-8"?><Relationships xmlns="http://schemas.openxmlformats.org/package/2006/relationships"><Relationship Type="http://schemas.openxmlformats.org/officeDocument/2006/relationships/slide" Target="/ppt/slides/slide135.xml" Id="Reb94aadae71e41ca" /><Relationship Type="http://schemas.openxmlformats.org/officeDocument/2006/relationships/notesMaster" Target="/ppt/notesMasters/notesMaster1.xml" Id="Rd59fbbe3fd474262" /></Relationships>
</file>

<file path=ppt/notesSlides/_rels/notesSlide136.xml.rels>&#65279;<?xml version="1.0" encoding="utf-8"?><Relationships xmlns="http://schemas.openxmlformats.org/package/2006/relationships"><Relationship Type="http://schemas.openxmlformats.org/officeDocument/2006/relationships/slide" Target="/ppt/slides/slide136.xml" Id="R6d7ed1b6d649406e" /><Relationship Type="http://schemas.openxmlformats.org/officeDocument/2006/relationships/notesMaster" Target="/ppt/notesMasters/notesMaster1.xml" Id="R294e170f1af74111" /></Relationships>
</file>

<file path=ppt/notesSlides/_rels/notesSlide137.xml.rels>&#65279;<?xml version="1.0" encoding="utf-8"?><Relationships xmlns="http://schemas.openxmlformats.org/package/2006/relationships"><Relationship Type="http://schemas.openxmlformats.org/officeDocument/2006/relationships/slide" Target="/ppt/slides/slide137.xml" Id="Rcee96828516a4cf0" /><Relationship Type="http://schemas.openxmlformats.org/officeDocument/2006/relationships/notesMaster" Target="/ppt/notesMasters/notesMaster1.xml" Id="R56d517b887674847" /></Relationships>
</file>

<file path=ppt/notesSlides/_rels/notesSlide138.xml.rels>&#65279;<?xml version="1.0" encoding="utf-8"?><Relationships xmlns="http://schemas.openxmlformats.org/package/2006/relationships"><Relationship Type="http://schemas.openxmlformats.org/officeDocument/2006/relationships/slide" Target="/ppt/slides/slide138.xml" Id="R0536149611474152" /><Relationship Type="http://schemas.openxmlformats.org/officeDocument/2006/relationships/notesMaster" Target="/ppt/notesMasters/notesMaster1.xml" Id="R5de65c2840744453" /></Relationships>
</file>

<file path=ppt/notesSlides/_rels/notesSlide139.xml.rels>&#65279;<?xml version="1.0" encoding="utf-8"?><Relationships xmlns="http://schemas.openxmlformats.org/package/2006/relationships"><Relationship Type="http://schemas.openxmlformats.org/officeDocument/2006/relationships/slide" Target="/ppt/slides/slide139.xml" Id="Rd48f9e0a35a340bc" /><Relationship Type="http://schemas.openxmlformats.org/officeDocument/2006/relationships/notesMaster" Target="/ppt/notesMasters/notesMaster1.xml" Id="R827e69797e154e0c" /></Relationships>
</file>

<file path=ppt/notesSlides/_rels/notesSlide140.xml.rels>&#65279;<?xml version="1.0" encoding="utf-8"?><Relationships xmlns="http://schemas.openxmlformats.org/package/2006/relationships"><Relationship Type="http://schemas.openxmlformats.org/officeDocument/2006/relationships/slide" Target="/ppt/slides/slide140.xml" Id="Rc524d816f68d4c86" /><Relationship Type="http://schemas.openxmlformats.org/officeDocument/2006/relationships/notesMaster" Target="/ppt/notesMasters/notesMaster1.xml" Id="R0cfc8931d748424a" /></Relationships>
</file>

<file path=ppt/notesSlides/_rels/notesSlide141.xml.rels>&#65279;<?xml version="1.0" encoding="utf-8"?><Relationships xmlns="http://schemas.openxmlformats.org/package/2006/relationships"><Relationship Type="http://schemas.openxmlformats.org/officeDocument/2006/relationships/slide" Target="/ppt/slides/slide141.xml" Id="Re9d4dd7e07c94bde" /><Relationship Type="http://schemas.openxmlformats.org/officeDocument/2006/relationships/notesMaster" Target="/ppt/notesMasters/notesMaster1.xml" Id="R8bc44f75782a4743" /></Relationships>
</file>

<file path=ppt/notesSlides/_rels/notesSlide142.xml.rels>&#65279;<?xml version="1.0" encoding="utf-8"?><Relationships xmlns="http://schemas.openxmlformats.org/package/2006/relationships"><Relationship Type="http://schemas.openxmlformats.org/officeDocument/2006/relationships/slide" Target="/ppt/slides/slide142.xml" Id="Rfe414cb05dee4b06" /><Relationship Type="http://schemas.openxmlformats.org/officeDocument/2006/relationships/notesMaster" Target="/ppt/notesMasters/notesMaster1.xml" Id="R075d12e2d4dd4fc0" /></Relationships>
</file>

<file path=ppt/notesSlides/_rels/notesSlide143.xml.rels>&#65279;<?xml version="1.0" encoding="utf-8"?><Relationships xmlns="http://schemas.openxmlformats.org/package/2006/relationships"><Relationship Type="http://schemas.openxmlformats.org/officeDocument/2006/relationships/slide" Target="/ppt/slides/slide143.xml" Id="Rebece13a111d4a7d" /><Relationship Type="http://schemas.openxmlformats.org/officeDocument/2006/relationships/notesMaster" Target="/ppt/notesMasters/notesMaster1.xml" Id="R1cb7dcd8f39c4c82" /></Relationships>
</file>

<file path=ppt/notesSlides/_rels/notesSlide144.xml.rels>&#65279;<?xml version="1.0" encoding="utf-8"?><Relationships xmlns="http://schemas.openxmlformats.org/package/2006/relationships"><Relationship Type="http://schemas.openxmlformats.org/officeDocument/2006/relationships/slide" Target="/ppt/slides/slide144.xml" Id="R0967ded832f34123" /><Relationship Type="http://schemas.openxmlformats.org/officeDocument/2006/relationships/notesMaster" Target="/ppt/notesMasters/notesMaster1.xml" Id="R1635a04a94d4482f" /></Relationships>
</file>

<file path=ppt/notesSlides/_rels/notesSlide145.xml.rels>&#65279;<?xml version="1.0" encoding="utf-8"?><Relationships xmlns="http://schemas.openxmlformats.org/package/2006/relationships"><Relationship Type="http://schemas.openxmlformats.org/officeDocument/2006/relationships/slide" Target="/ppt/slides/slide145.xml" Id="Raa785ce42da64576" /><Relationship Type="http://schemas.openxmlformats.org/officeDocument/2006/relationships/notesMaster" Target="/ppt/notesMasters/notesMaster1.xml" Id="Rb39403d6aec943ca" /></Relationships>
</file>

<file path=ppt/notesSlides/_rels/notesSlide146.xml.rels>&#65279;<?xml version="1.0" encoding="utf-8"?><Relationships xmlns="http://schemas.openxmlformats.org/package/2006/relationships"><Relationship Type="http://schemas.openxmlformats.org/officeDocument/2006/relationships/slide" Target="/ppt/slides/slide146.xml" Id="Ra85ba7298da7400b" /><Relationship Type="http://schemas.openxmlformats.org/officeDocument/2006/relationships/notesMaster" Target="/ppt/notesMasters/notesMaster1.xml" Id="R431a26012f104be3" /></Relationships>
</file>

<file path=ppt/notesSlides/_rels/notesSlide147.xml.rels>&#65279;<?xml version="1.0" encoding="utf-8"?><Relationships xmlns="http://schemas.openxmlformats.org/package/2006/relationships"><Relationship Type="http://schemas.openxmlformats.org/officeDocument/2006/relationships/slide" Target="/ppt/slides/slide147.xml" Id="Re93268ffaca94ce0" /><Relationship Type="http://schemas.openxmlformats.org/officeDocument/2006/relationships/notesMaster" Target="/ppt/notesMasters/notesMaster1.xml" Id="Re3fb18ec42f44286" /></Relationships>
</file>

<file path=ppt/notesSlides/_rels/notesSlide148.xml.rels>&#65279;<?xml version="1.0" encoding="utf-8"?><Relationships xmlns="http://schemas.openxmlformats.org/package/2006/relationships"><Relationship Type="http://schemas.openxmlformats.org/officeDocument/2006/relationships/slide" Target="/ppt/slides/slide148.xml" Id="Rca8669d20c1541ab" /><Relationship Type="http://schemas.openxmlformats.org/officeDocument/2006/relationships/notesMaster" Target="/ppt/notesMasters/notesMaster1.xml" Id="Raa6911be6d8640da" /></Relationships>
</file>

<file path=ppt/notesSlides/_rels/notesSlide149.xml.rels>&#65279;<?xml version="1.0" encoding="utf-8"?><Relationships xmlns="http://schemas.openxmlformats.org/package/2006/relationships"><Relationship Type="http://schemas.openxmlformats.org/officeDocument/2006/relationships/slide" Target="/ppt/slides/slide149.xml" Id="R5b1a192e4fe9410a" /><Relationship Type="http://schemas.openxmlformats.org/officeDocument/2006/relationships/notesMaster" Target="/ppt/notesMasters/notesMaster1.xml" Id="R9c56bef31738423f" /></Relationships>
</file>

<file path=ppt/notesSlides/_rels/notesSlide150.xml.rels>&#65279;<?xml version="1.0" encoding="utf-8"?><Relationships xmlns="http://schemas.openxmlformats.org/package/2006/relationships"><Relationship Type="http://schemas.openxmlformats.org/officeDocument/2006/relationships/slide" Target="/ppt/slides/slide150.xml" Id="Rdde3a0ffefa64923" /><Relationship Type="http://schemas.openxmlformats.org/officeDocument/2006/relationships/notesMaster" Target="/ppt/notesMasters/notesMaster1.xml" Id="R9a278aa6a1ed4ed4" /></Relationships>
</file>

<file path=ppt/notesSlides/_rels/notesSlide151.xml.rels>&#65279;<?xml version="1.0" encoding="utf-8"?><Relationships xmlns="http://schemas.openxmlformats.org/package/2006/relationships"><Relationship Type="http://schemas.openxmlformats.org/officeDocument/2006/relationships/slide" Target="/ppt/slides/slide151.xml" Id="R98c1e3de3cb7453e" /><Relationship Type="http://schemas.openxmlformats.org/officeDocument/2006/relationships/notesMaster" Target="/ppt/notesMasters/notesMaster1.xml" Id="R2ae98776fe2c4cf2" /></Relationships>
</file>

<file path=ppt/notesSlides/_rels/notesSlide152.xml.rels>&#65279;<?xml version="1.0" encoding="utf-8"?><Relationships xmlns="http://schemas.openxmlformats.org/package/2006/relationships"><Relationship Type="http://schemas.openxmlformats.org/officeDocument/2006/relationships/slide" Target="/ppt/slides/slide152.xml" Id="R3f81c55ffa514c1a" /><Relationship Type="http://schemas.openxmlformats.org/officeDocument/2006/relationships/notesMaster" Target="/ppt/notesMasters/notesMaster1.xml" Id="Rf06f2e4513cd46f7" /></Relationships>
</file>

<file path=ppt/notesSlides/_rels/notesSlide153.xml.rels>&#65279;<?xml version="1.0" encoding="utf-8"?><Relationships xmlns="http://schemas.openxmlformats.org/package/2006/relationships"><Relationship Type="http://schemas.openxmlformats.org/officeDocument/2006/relationships/slide" Target="/ppt/slides/slide153.xml" Id="R6181c42b061e411a" /><Relationship Type="http://schemas.openxmlformats.org/officeDocument/2006/relationships/notesMaster" Target="/ppt/notesMasters/notesMaster1.xml" Id="R8c17e2c164c2426d" /></Relationships>
</file>

<file path=ppt/notesSlides/_rels/notesSlide154.xml.rels>&#65279;<?xml version="1.0" encoding="utf-8"?><Relationships xmlns="http://schemas.openxmlformats.org/package/2006/relationships"><Relationship Type="http://schemas.openxmlformats.org/officeDocument/2006/relationships/slide" Target="/ppt/slides/slide154.xml" Id="Rb82b378b390a4f1d" /><Relationship Type="http://schemas.openxmlformats.org/officeDocument/2006/relationships/notesMaster" Target="/ppt/notesMasters/notesMaster1.xml" Id="R967c3fb388be4bfe" /></Relationships>
</file>

<file path=ppt/notesSlides/_rels/notesSlide155.xml.rels>&#65279;<?xml version="1.0" encoding="utf-8"?><Relationships xmlns="http://schemas.openxmlformats.org/package/2006/relationships"><Relationship Type="http://schemas.openxmlformats.org/officeDocument/2006/relationships/slide" Target="/ppt/slides/slide155.xml" Id="R2fbee918964d4578" /><Relationship Type="http://schemas.openxmlformats.org/officeDocument/2006/relationships/notesMaster" Target="/ppt/notesMasters/notesMaster1.xml" Id="R924d2d9392c142f8" /></Relationships>
</file>

<file path=ppt/notesSlides/_rels/notesSlide156.xml.rels>&#65279;<?xml version="1.0" encoding="utf-8"?><Relationships xmlns="http://schemas.openxmlformats.org/package/2006/relationships"><Relationship Type="http://schemas.openxmlformats.org/officeDocument/2006/relationships/slide" Target="/ppt/slides/slide156.xml" Id="R17d3437ea2054bb5" /><Relationship Type="http://schemas.openxmlformats.org/officeDocument/2006/relationships/notesMaster" Target="/ppt/notesMasters/notesMaster1.xml" Id="R3247917798ae417a" /></Relationships>
</file>

<file path=ppt/notesSlides/_rels/notesSlide157.xml.rels>&#65279;<?xml version="1.0" encoding="utf-8"?><Relationships xmlns="http://schemas.openxmlformats.org/package/2006/relationships"><Relationship Type="http://schemas.openxmlformats.org/officeDocument/2006/relationships/slide" Target="/ppt/slides/slide157.xml" Id="R76c8d49538964385" /><Relationship Type="http://schemas.openxmlformats.org/officeDocument/2006/relationships/notesMaster" Target="/ppt/notesMasters/notesMaster1.xml" Id="Rcae317ee39504f2d" /></Relationships>
</file>

<file path=ppt/notesSlides/_rels/notesSlide158.xml.rels>&#65279;<?xml version="1.0" encoding="utf-8"?><Relationships xmlns="http://schemas.openxmlformats.org/package/2006/relationships"><Relationship Type="http://schemas.openxmlformats.org/officeDocument/2006/relationships/slide" Target="/ppt/slides/slide158.xml" Id="Recc5e5d2bdf9471b" /><Relationship Type="http://schemas.openxmlformats.org/officeDocument/2006/relationships/notesMaster" Target="/ppt/notesMasters/notesMaster1.xml" Id="R7393afb85190411e" /></Relationships>
</file>

<file path=ppt/notesSlides/_rels/notesSlide159.xml.rels>&#65279;<?xml version="1.0" encoding="utf-8"?><Relationships xmlns="http://schemas.openxmlformats.org/package/2006/relationships"><Relationship Type="http://schemas.openxmlformats.org/officeDocument/2006/relationships/slide" Target="/ppt/slides/slide159.xml" Id="R2675cc1c5b004902" /><Relationship Type="http://schemas.openxmlformats.org/officeDocument/2006/relationships/notesMaster" Target="/ppt/notesMasters/notesMaster1.xml" Id="R02442ab2ce8a4470" /></Relationships>
</file>

<file path=ppt/notesSlides/_rels/notesSlide160.xml.rels>&#65279;<?xml version="1.0" encoding="utf-8"?><Relationships xmlns="http://schemas.openxmlformats.org/package/2006/relationships"><Relationship Type="http://schemas.openxmlformats.org/officeDocument/2006/relationships/slide" Target="/ppt/slides/slide160.xml" Id="R63daac2425234c93" /><Relationship Type="http://schemas.openxmlformats.org/officeDocument/2006/relationships/notesMaster" Target="/ppt/notesMasters/notesMaster1.xml" Id="R88701564da1b47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index.html#title。内容、教材图片及问题定稿沿用网页。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index.html#standard。内容、教材图片及问题定稿沿用网页。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index.html#standards。内容、教材图片及问题定稿沿用网页。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index.html#outline。内容、教材图片及问题定稿沿用网页。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index.html#sui。内容、教材图片及问题定稿沿用网页。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index.html#anshi。内容、教材图片及问题定稿沿用网页。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index.html#fall。内容、教材图片及问题定稿沿用网页。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index.html#review。内容、教材图片及问题定稿沿用网页。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index.html#sui-found--sui-found。内容、教材图片及问题定稿沿用网页。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index.html#sui-found--sui-found。内容、教材图片及问题定稿沿用网页。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index.html#sui-prosper--sui-prosper。内容、教材图片及问题定稿沿用网页。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index.html#sui-prosper--sui-prosper。内容、教材图片及问题定稿沿用网页。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index.html#sui-end--sui-end。内容、教材图片及问题定稿沿用网页。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index.html#sui-end--sui-end。内容、教材图片及问题定稿沿用网页。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index.html#sui-end--sui-poem。内容、教材图片及问题定稿沿用网页。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index.html#sui-end--sui-poem。内容、教材图片及问题定稿沿用网页。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index.html#tang-found--tang-found。内容、教材图片及问题定稿沿用网页。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index.html#tang-found--tang-found。内容、教材图片及问题定稿沿用网页。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index.html#tang-prosper--tang-zhenguan。内容、教材图片及问题定稿沿用网页。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index.html#tang-prosper--tang-zhenguan。内容、教材图片及问题定稿沿用网页。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index.html#tang-prosper--tang-prosper。内容、教材图片及问题定稿沿用网页。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index.html#tang-prosper--tang-prosper。内容、教材图片及问题定稿沿用网页。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index.html#tang-prosper--plough-text。内容、教材图片及问题定稿沿用网页。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index.html#tang-prosper--plough-text。内容、教材图片及问题定稿沿用网页。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index.html#tang-prosper--plough-image。内容、教材图片及问题定稿沿用网页。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index.html#tang-prosper--plough-image。内容、教材图片及问题定稿沿用网页。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index.html#tang-prosper--sancai。内容、教材图片及问题定稿沿用网页。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index.html#tang-prosper--sancai。内容、教材图片及问题定稿沿用网页。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index.html#tang-relations--turks-intro。内容、教材图片及问题定稿沿用网页。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index.html#tang-relations--turks-intro。内容、教材图片及问题定稿沿用网页。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index.html#tang-relations--turks。内容、教材图片及问题定稿沿用网页。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index.html#tang-relations--turks。内容、教材图片及问题定稿沿用网页。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index.html#tang-relations--huihe。内容、教材图片及问题定稿沿用网页。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index.html#tang-relations--huihe。内容、教材图片及问题定稿沿用网页。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index.html#tang-relations--tubo。内容、教材图片及问题定稿沿用网页。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index.html#tang-relations--tubo。内容、教材图片及问题定稿沿用网页。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index.html#tang-relations--frontier。内容、教材图片及问题定稿沿用网页。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index.html#tang-relations--frontier。内容、教材图片及问题定稿沿用网页。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index.html#tang-relations--frontier。内容、教材图片及问题定稿沿用网页。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index.html#tang-relations--map-669。内容、教材图片及问题定稿沿用网页。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index.html#an-cause--an-cause。内容、教材图片及问题定稿沿用网页。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index.html#an-process--an-process。内容、教材图片及问题定稿沿用网页。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index.html#an-process--an-process。内容、教材图片及问题定稿沿用网页。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index.html#an-impact--an-impact。内容、教材图片及问题定稿沿用网页。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index.html#an-impact--an-impact。内容、教材图片及问题定稿沿用网页。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index.html#an-impact--an-impact。内容、教材图片及问题定稿沿用网页。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index.html#an-impact--fanzhen。内容、教材图片及问题定稿沿用网页。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index.html#an-impact--fanzhen。内容、教材图片及问题定稿沿用网页。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index.html#tang-end--huangchao。内容、教材图片及问题定稿沿用网页。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index.html#tang-end--huangchao。内容、教材图片及问题定稿沿用网页。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index.html#tang-end--huangchao。内容、教材图片及问题定稿沿用网页。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index.html#tang-end--huangchao。内容、教材图片及问题定稿沿用网页。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index.html#five--five。内容、教材图片及问题定稿沿用网页。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index.html#five--five。内容、教材图片及问题定稿沿用网页。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index.html#five--five。内容、教材图片及问题定稿沿用网页。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index.html#five--five。内容、教材图片及问题定稿沿用网页。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index.html#five--map-five。内容、教材图片及问题定稿沿用网页。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index.html#five--map-five。内容、教材图片及问题定稿沿用网页。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index.html#tang-relations--map-669。内容、教材图片及问题定稿沿用网页。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index.html#tang-relations--map-669。内容、教材图片及问题定稿沿用网页。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index.html#tang-relations--map-669。内容、教材图片及问题定稿沿用网页。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index.html#tang-relations--map-669。内容、教材图片及问题定稿沿用网页。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index.html#flow/two-capitals/sui-prosper--sui-prosper。内容、教材图片及问题定稿沿用网页。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index.html#flow/two-capitals/sui-prosper--sui-prosper。内容、教材图片及问题定稿沿用网页。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index.html#flow/granaries/sui-prosper--sui-prosper。内容、教材图片及问题定稿沿用网页。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index.html#flow/granaries/sui-prosper--sui-prosper。内容、教材图片及问题定稿沿用网页。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index.html#flow/canal/sui-prosper--sui-prosper。内容、教材图片及问题定稿沿用网页。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index.html#flow/canal/sui-prosper--sui-prosper。内容、教材图片及问题定稿沿用网页。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index.html#flow/canal/sui-prosper--sui-prosper。内容、教材图片及问题定稿沿用网页。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index.html#flow/canal/sui-prosper--sui-prosper。内容、教材图片及问题定稿沿用网页。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index.html#flow/canal/sui-prosper--sui-prosper。内容、教材图片及问题定稿沿用网页。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index.html#flow/canal/sui-prosper--sui-prosper。内容、教材图片及问题定稿沿用网页。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index.html#flow/canal/sui-prosper--sui-prosper。内容、教材图片及问题定稿沿用网页。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index.html#flow/sui-qin-comparison/sui-end--sui-end。内容、教材图片及问题定稿沿用网页。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index.html#flow/sui-qin-comparison/sui-end--sui-end。内容、教材图片及问题定稿沿用网页。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index.html#flow/sui-canal-merits/sui-end--sui-end。内容、教材图片及问题定稿沿用网页。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index.html#flow/sui-canal-merits/sui-end--sui-end。内容、教材图片及问题定稿沿用网页。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index.html#flow/sui-qin-comparison/sui-end--sui-poem。内容、教材图片及问题定稿沿用网页。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index.html#flow/sui-qin-comparison/sui-end--sui-poem。内容、教材图片及问题定稿沿用网页。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index.html#flow/sui-canal-merits/sui-end--sui-poem。内容、教材图片及问题定稿沿用网页。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index.html#flow/sui-canal-merits/sui-end--sui-poem。内容、教材图片及问题定稿沿用网页。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index.html#flow/economy/tang-prosper--tang-zhenguan。内容、教材图片及问题定稿沿用网页。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index.html#flow/economy/tang-prosper--tang-zhenguan。内容、教材图片及问题定稿沿用网页。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index.html#flow/sui-tang-prosperity-causes/tang-prosper--tang-zhenguan。内容、教材图片及问题定稿沿用网页。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index.html#flow/sui-tang-prosperity-causes/tang-prosper--tang-zhenguan。内容、教材图片及问题定稿沿用网页。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index.html#flow/sui-tang-prosperity-causes/tang-prosper--tang-zhenguan。内容、教材图片及问题定稿沿用网页。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index.html#flow/economy/tang-prosper--tang-prosper。内容、教材图片及问题定稿沿用网页。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index.html#flow/economy/tang-prosper--tang-prosper。内容、教材图片及问题定稿沿用网页。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index.html#flow/sui-tang-prosperity-causes/tang-prosper--tang-prosper。内容、教材图片及问题定稿沿用网页。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index.html#flow/sui-tang-prosperity-causes/tang-prosper--tang-prosper。内容、教材图片及问题定稿沿用网页。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index.html#flow/sui-tang-prosperity-causes/tang-prosper--tang-prosper。内容、教材图片及问题定稿沿用网页。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index.html#flow/economy/tang-prosper--plough-text。内容、教材图片及问题定稿沿用网页。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index.html#flow/economy/tang-prosper--plough-text。内容、教材图片及问题定稿沿用网页。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index.html#flow/sui-tang-prosperity-causes/tang-prosper--plough-text。内容、教材图片及问题定稿沿用网页。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index.html#flow/sui-tang-prosperity-causes/tang-prosper--plough-text。内容、教材图片及问题定稿沿用网页。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index.html#flow/sui-tang-prosperity-causes/tang-prosper--plough-text。内容、教材图片及问题定稿沿用网页。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index.html#flow/economy/tang-prosper--plough-image。内容、教材图片及问题定稿沿用网页。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index.html#flow/economy/tang-prosper--plough-image。内容、教材图片及问题定稿沿用网页。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index.html#flow/sui-tang-prosperity-causes/tang-prosper--plough-image。内容、教材图片及问题定稿沿用网页。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index.html#flow/sui-tang-prosperity-causes/tang-prosper--plough-image。内容、教材图片及问题定稿沿用网页。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index.html#flow/sui-tang-prosperity-causes/tang-prosper--plough-image。内容、教材图片及问题定稿沿用网页。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index.html#flow/economy/tang-prosper--sancai。内容、教材图片及问题定稿沿用网页。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index.html#flow/economy/tang-prosper--sancai。内容、教材图片及问题定稿沿用网页。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index.html#flow/sui-tang-prosperity-causes/tang-prosper--sancai。内容、教材图片及问题定稿沿用网页。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index.html#flow/sui-tang-prosperity-causes/tang-prosper--sancai。内容、教材图片及问题定稿沿用网页。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index.html#flow/sui-tang-prosperity-causes/tang-prosper--sancai。内容、教材图片及问题定稿沿用网页。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index.html#flow/relations/tang-relations--turks-intro。内容、教材图片及问题定稿沿用网页。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index.html#flow/relations/tang-relations--turks-intro。内容、教材图片及问题定稿沿用网页。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index.html#flow/perspectives/tang-relations--turks-intro。内容、教材图片及问题定稿沿用网页。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index.html#flow/perspectives/tang-relations--turks-intro。内容、教材图片及问题定稿沿用网页。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index.html#flow/concepts/tang-relations--turks-intro。内容、教材图片及问题定稿沿用网页。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index.html#flow/concepts/tang-relations--turks-intro。内容、教材图片及问题定稿沿用网页。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index.html#flow/relations/tang-relations--turks。内容、教材图片及问题定稿沿用网页。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index.html#flow/relations/tang-relations--turks。内容、教材图片及问题定稿沿用网页。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index.html#flow/perspectives/tang-relations--turks。内容、教材图片及问题定稿沿用网页。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index.html#flow/perspectives/tang-relations--turks。内容、教材图片及问题定稿沿用网页。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index.html#flow/concepts/tang-relations--turks。内容、教材图片及问题定稿沿用网页。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index.html#flow/concepts/tang-relations--turks。内容、教材图片及问题定稿沿用网页。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index.html#flow/relations/tang-relations--huihe。内容、教材图片及问题定稿沿用网页。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index.html#flow/relations/tang-relations--huihe。内容、教材图片及问题定稿沿用网页。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index.html#flow/perspectives/tang-relations--huihe。内容、教材图片及问题定稿沿用网页。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index.html#flow/perspectives/tang-relations--huihe。内容、教材图片及问题定稿沿用网页。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index.html#flow/concepts/tang-relations--huihe。内容、教材图片及问题定稿沿用网页。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index.html#flow/concepts/tang-relations--huihe。内容、教材图片及问题定稿沿用网页。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index.html#flow/relations/tang-relations--tubo。内容、教材图片及问题定稿沿用网页。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index.html#flow/relations/tang-relations--tubo。内容、教材图片及问题定稿沿用网页。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index.html#flow/perspectives/tang-relations--tubo。内容、教材图片及问题定稿沿用网页。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index.html#flow/perspectives/tang-relations--tubo。内容、教材图片及问题定稿沿用网页。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index.html#flow/concepts/tang-relations--tubo。内容、教材图片及问题定稿沿用网页。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index.html#flow/concepts/tang-relations--tubo。内容、教材图片及问题定稿沿用网页。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index.html#flow/relations/tang-relations--frontier。内容、教材图片及问题定稿沿用网页。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index.html#flow/relations/tang-relations--frontier。内容、教材图片及问题定稿沿用网页。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index.html#flow/perspectives/tang-relations--frontier。内容、教材图片及问题定稿沿用网页。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index.html#flow/perspectives/tang-relations--frontier。内容、教材图片及问题定稿沿用网页。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index.html#flow/concepts/tang-relations--frontier。内容、教材图片及问题定稿沿用网页。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index.html#flow/concepts/tang-relations--frontier。内容、教材图片及问题定稿沿用网页。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index.html#flow/relations/tang-relations--map-669。内容、教材图片及问题定稿沿用网页。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index.html#flow/relations/tang-relations--map-669。内容、教材图片及问题定稿沿用网页。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index.html#flow/perspectives/tang-relations--map-669。内容、教材图片及问题定稿沿用网页。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index.html#flow/perspectives/tang-relations--map-669。内容、教材图片及问题定稿沿用网页。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index.html#flow/concepts/tang-relations--map-669。内容、教材图片及问题定稿沿用网页。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index.html#flow/concepts/tang-relations--map-669。内容、教材图片及问题定稿沿用网页。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index.html#flow/impact/an-impact--an-impact。内容、教材图片及问题定稿沿用网页。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index.html#flow/impact/an-impact--an-impact。内容、教材图片及问题定稿沿用网页。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index.html#flow/fanzhen-flow/an-impact--an-impact。内容、教材图片及问题定稿沿用网页。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index.html#flow/fanzhen-flow/an-impact--an-impact。内容、教材图片及问题定稿沿用网页。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index.html#flow/impact/an-impact--fanzhen。内容、教材图片及问题定稿沿用网页。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index.html#flow/impact/an-impact--fanzhen。内容、教材图片及问题定稿沿用网页。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index.html#flow/fanzhen-flow/an-impact--fanzhen。内容、教材图片及问题定稿沿用网页。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index.html#flow/fanzhen-flow/an-impact--fanzhen。内容、教材图片及问题定稿沿用网页。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index.html#flow/five-flow/five--five。内容、教材图片及问题定稿沿用网页。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index.html#flow/five-flow/five--five。内容、教材图片及问题定稿沿用网页。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index.html#flow/five-flow/five--five。内容、教材图片及问题定稿沿用网页。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index.html#flow/five-flow/five--five。内容、教材图片及问题定稿沿用网页。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index.html#flow/five-flow/five--map-five。内容、教材图片及问题定稿沿用网页。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index.html#flow/five-flow/five--map-five。内容、教材图片及问题定稿沿用网页。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index.html#flow/five-flow/five--map-five。内容、教材图片及问题定稿沿用网页。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index.html#flow/five-flow/five--map-five。内容、教材图片及问题定稿沿用网页。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index.html#tang-relations--map-669。内容、教材图片及问题定稿沿用网页。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60369a80db4e1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3db9126e2444c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eed8668c044db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45d3b49c5a4ec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3db63374d3465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fe036e8f3f4d5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5B87481-66FF-49B2-B581-6E6520BBE9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09C53F2-EDB2-4862-B0DE-CB7B239B432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AFFBDA5-7EA9-4B34-B4B6-3F646BC838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118C28C-A7BF-4943-A2C2-5ACB9E580B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7D2E906-9D5D-491C-955D-214180E7DA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F40DEEB-B0EF-4094-A99A-0E04394EE8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5EEC878-0B30-46A4-BA50-F0896C9E8D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2E7C091-6435-44E0-9E29-CE66506BCE3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412221A-4D4D-41C3-855B-308ACA5FB1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3F4E738-CBA9-41D0-9482-AA1926756A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e0605fd6b44ef3" /><Relationship Type="http://schemas.openxmlformats.org/officeDocument/2006/relationships/slideLayout" Target="/ppt/slideLayouts/slideLayout1.xml" Id="R412b8673951d49f5" /><Relationship Type="http://schemas.openxmlformats.org/officeDocument/2006/relationships/slideLayout" Target="/ppt/slideLayouts/slideLayout2.xml" Id="R40929b1a93254bdb" /><Relationship Type="http://schemas.openxmlformats.org/officeDocument/2006/relationships/slideLayout" Target="/ppt/slideLayouts/slideLayout3.xml" Id="R97624a9b78d64fac" /><Relationship Type="http://schemas.openxmlformats.org/officeDocument/2006/relationships/slideLayout" Target="/ppt/slideLayouts/slideLayout4.xml" Id="Rb0d499a1a8364f21" /><Relationship Type="http://schemas.openxmlformats.org/officeDocument/2006/relationships/slideLayout" Target="/ppt/slideLayouts/slideLayout5.xml" Id="Rbd5fceefef1d4d8c" /><Relationship Type="http://schemas.openxmlformats.org/officeDocument/2006/relationships/slideLayout" Target="/ppt/slideLayouts/slideLayout6.xml" Id="Rdb2adc87b5f241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2b8673951d49f5"/>
    <p:sldLayoutId xmlns:r="http://schemas.openxmlformats.org/officeDocument/2006/relationships" id="2147483650" r:id="R40929b1a93254bdb"/>
    <p:sldLayoutId xmlns:r="http://schemas.openxmlformats.org/officeDocument/2006/relationships" id="2147483651" r:id="R97624a9b78d64fac"/>
    <p:sldLayoutId xmlns:r="http://schemas.openxmlformats.org/officeDocument/2006/relationships" id="2147483652" r:id="Rb0d499a1a8364f21"/>
    <p:sldLayoutId xmlns:r="http://schemas.openxmlformats.org/officeDocument/2006/relationships" id="2147483653" r:id="Rbd5fceefef1d4d8c"/>
    <p:sldLayoutId xmlns:r="http://schemas.openxmlformats.org/officeDocument/2006/relationships" id="2147483654" r:id="Rdb2adc87b5f241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8a0f789320043af"/><Relationship Type="http://schemas.openxmlformats.org/officeDocument/2006/relationships/image" Target="/ppt/media/image.png" Id="R8c916325147e485c"/><Relationship Type="http://schemas.openxmlformats.org/officeDocument/2006/relationships/notesSlide" Target="/ppt/notesSlides/notesSlide1.xml" Id="R49ef441580104514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a346afc9e3b492b"/><Relationship Type="http://schemas.openxmlformats.org/officeDocument/2006/relationships/image" Target="/ppt/media/image2.png" Id="Re680c4654e794d41"/><Relationship Type="http://schemas.openxmlformats.org/officeDocument/2006/relationships/notesSlide" Target="/ppt/notesSlides/notesSlide2.xml" Id="Rfae4435c6d7d4183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1.xml"/><Relationship Id="rIdNav3" Type="http://schemas.openxmlformats.org/officeDocument/2006/relationships/slide" Target="slide1.xml"/><Relationship Id="rIdNav4" Type="http://schemas.openxmlformats.org/officeDocument/2006/relationships/slide" Target="slide4.xml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e086a86db774e91"/><Relationship Type="http://schemas.openxmlformats.org/officeDocument/2006/relationships/image" Target="/ppt/media/image3.png" Id="R4c18edc0f1954dba"/><Relationship Type="http://schemas.openxmlformats.org/officeDocument/2006/relationships/notesSlide" Target="/ppt/notesSlides/notesSlide3.xml" Id="R7aaccc66cd56415e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3.xml"/><Relationship Id="rIdNav3" Type="http://schemas.openxmlformats.org/officeDocument/2006/relationships/slide" Target="slide4.xml"/><Relationship Id="rIdNav4" Type="http://schemas.openxmlformats.org/officeDocument/2006/relationships/slide" Target="slide5.xml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7be0009f13a49fb"/><Relationship Type="http://schemas.openxmlformats.org/officeDocument/2006/relationships/notesSlide" Target="/ppt/notesSlides/notesSlide4.xml" Id="Rb153fe19b55541d1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3.xml"/><Relationship Id="rIdNav3" Type="http://schemas.openxmlformats.org/officeDocument/2006/relationships/slide" Target="slide5.xml"/><Relationship Id="rIdNav4" Type="http://schemas.openxmlformats.org/officeDocument/2006/relationships/slide" Target="slide6.xml"/><Relationship Id="rIdNav5" Type="http://schemas.openxmlformats.org/officeDocument/2006/relationships/slide" Target="slide7.xml"/><Relationship Id="rIdNav6" Type="http://schemas.openxmlformats.org/officeDocument/2006/relationships/slide" Target="slide8.xml"/><Relationship Id="rIdNav7" Type="http://schemas.openxmlformats.org/officeDocument/2006/relationships/slide" Target="slide9.xml"/><Relationship Id="rIdNav8" Type="http://schemas.openxmlformats.org/officeDocument/2006/relationships/slide" Target="slide1.xml"/><Relationship Id="rIdNav9" Type="http://schemas.openxmlformats.org/officeDocument/2006/relationships/slide" Target="slide2.xml"/><Relationship Id="rIdNav10" Type="http://schemas.openxmlformats.org/officeDocument/2006/relationships/slide" Target="slide3.xml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8f1c9e5f8194824"/><Relationship Type="http://schemas.openxmlformats.org/officeDocument/2006/relationships/notesSlide" Target="/ppt/notesSlides/notesSlide5.xml" Id="R9d63028e21f445dd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5.xml"/><Relationship Id="rIdNav3" Type="http://schemas.openxmlformats.org/officeDocument/2006/relationships/slide" Target="slide10.xml"/><Relationship Id="rIdNav4" Type="http://schemas.openxmlformats.org/officeDocument/2006/relationships/slide" Target="slide12.xml"/><Relationship Id="rIdNav5" Type="http://schemas.openxmlformats.org/officeDocument/2006/relationships/slide" Target="slide14.xml"/><Relationship Id="rIdNav6" Type="http://schemas.openxmlformats.org/officeDocument/2006/relationships/slide" Target="slide4.xml"/><Relationship Id="rIdNav7" Type="http://schemas.openxmlformats.org/officeDocument/2006/relationships/slide" Target="slide3.xml"/><Relationship Id="rIdNav8" Type="http://schemas.openxmlformats.org/officeDocument/2006/relationships/slide" Target="slide6.xml"/><Relationship Id="rIdNav9" Type="http://schemas.openxmlformats.org/officeDocument/2006/relationships/slide" Target="slide10.xml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2dc410c81844241"/><Relationship Type="http://schemas.openxmlformats.org/officeDocument/2006/relationships/notesSlide" Target="/ppt/notesSlides/notesSlide6.xml" Id="R36797c4930664cec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18.xml"/><Relationship Id="rIdNav4" Type="http://schemas.openxmlformats.org/officeDocument/2006/relationships/slide" Target="slide20.xml"/><Relationship Id="rIdNav5" Type="http://schemas.openxmlformats.org/officeDocument/2006/relationships/slide" Target="slide30.xml"/><Relationship Id="rIdNav6" Type="http://schemas.openxmlformats.org/officeDocument/2006/relationships/slide" Target="slide4.xml"/><Relationship Id="rIdNav7" Type="http://schemas.openxmlformats.org/officeDocument/2006/relationships/slide" Target="slide5.xml"/><Relationship Id="rIdNav8" Type="http://schemas.openxmlformats.org/officeDocument/2006/relationships/slide" Target="slide7.xml"/><Relationship Id="rIdNav9" Type="http://schemas.openxmlformats.org/officeDocument/2006/relationships/slide" Target="slide18.xml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90d1037aebf49e2"/><Relationship Type="http://schemas.openxmlformats.org/officeDocument/2006/relationships/notesSlide" Target="/ppt/notesSlides/notesSlide7.xml" Id="Rb93a0288d2234a8d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7.xml"/><Relationship Id="rIdNav3" Type="http://schemas.openxmlformats.org/officeDocument/2006/relationships/slide" Target="slide42.xml"/><Relationship Id="rIdNav4" Type="http://schemas.openxmlformats.org/officeDocument/2006/relationships/slide" Target="slide43.xml"/><Relationship Id="rIdNav5" Type="http://schemas.openxmlformats.org/officeDocument/2006/relationships/slide" Target="slide45.xml"/><Relationship Id="rIdNav6" Type="http://schemas.openxmlformats.org/officeDocument/2006/relationships/slide" Target="slide4.xml"/><Relationship Id="rIdNav7" Type="http://schemas.openxmlformats.org/officeDocument/2006/relationships/slide" Target="slide6.xml"/><Relationship Id="rIdNav8" Type="http://schemas.openxmlformats.org/officeDocument/2006/relationships/slide" Target="slide8.xml"/><Relationship Id="rIdNav9" Type="http://schemas.openxmlformats.org/officeDocument/2006/relationships/slide" Target="slide42.xml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5cc4f58cd944418"/><Relationship Type="http://schemas.openxmlformats.org/officeDocument/2006/relationships/notesSlide" Target="/ppt/notesSlides/notesSlide8.xml" Id="R1fa828a08b3540bb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8.xml"/><Relationship Id="rIdNav3" Type="http://schemas.openxmlformats.org/officeDocument/2006/relationships/slide" Target="slide50.xml"/><Relationship Id="rIdNav4" Type="http://schemas.openxmlformats.org/officeDocument/2006/relationships/slide" Target="slide54.xml"/><Relationship Id="rIdNav5" Type="http://schemas.openxmlformats.org/officeDocument/2006/relationships/slide" Target="slide4.xml"/><Relationship Id="rIdNav6" Type="http://schemas.openxmlformats.org/officeDocument/2006/relationships/slide" Target="slide7.xml"/><Relationship Id="rIdNav7" Type="http://schemas.openxmlformats.org/officeDocument/2006/relationships/slide" Target="slide9.xml"/><Relationship Id="rIdNav8" Type="http://schemas.openxmlformats.org/officeDocument/2006/relationships/slide" Target="slide50.xml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d765ebfe3074388"/><Relationship Type="http://schemas.openxmlformats.org/officeDocument/2006/relationships/notesSlide" Target="/ppt/notesSlides/notesSlide9.xml" Id="Rea9eeb5203aa4430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9.xml"/><Relationship Id="rIdNav3" Type="http://schemas.openxmlformats.org/officeDocument/2006/relationships/slide" Target="slide4.xml"/><Relationship Id="rIdNav4" Type="http://schemas.openxmlformats.org/officeDocument/2006/relationships/slide" Target="slide8.xml"/><Relationship Id="rIdNav5" Type="http://schemas.openxmlformats.org/officeDocument/2006/relationships/slide" Target="slide4.xml"/></Relationships>
</file>

<file path=ppt/slides/_rels/slide1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f51eab3db854e39"/><Relationship Type="http://schemas.openxmlformats.org/officeDocument/2006/relationships/image" Target="/ppt/media/image4.png" Id="Re15905f85ecf4279"/><Relationship Type="http://schemas.openxmlformats.org/officeDocument/2006/relationships/notesSlide" Target="/ppt/notesSlides/notesSlide10.xml" Id="R3125fad9dc614a7b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5.xml"/><Relationship Id="rIdNav3" Type="http://schemas.openxmlformats.org/officeDocument/2006/relationships/slide" Target="slide5.xml"/><Relationship Id="rIdNav4" Type="http://schemas.openxmlformats.org/officeDocument/2006/relationships/slide" Target="slide11.xml"/><Relationship Id="rIdNav5" Type="http://schemas.openxmlformats.org/officeDocument/2006/relationships/slide" Target="slide10.xml"/></Relationships>
</file>

<file path=ppt/slides/_rels/slide1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0031ddba29b4bbc"/><Relationship Type="http://schemas.openxmlformats.org/officeDocument/2006/relationships/notesSlide" Target="/ppt/notesSlides/notesSlide11.xml" Id="Ra0f9c1e9c1494a0c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5.xml"/><Relationship Id="rIdNav3" Type="http://schemas.openxmlformats.org/officeDocument/2006/relationships/slide" Target="slide5.xml"/><Relationship Id="rIdNav4" Type="http://schemas.openxmlformats.org/officeDocument/2006/relationships/slide" Target="slide10.xml"/><Relationship Id="rIdNav5" Type="http://schemas.openxmlformats.org/officeDocument/2006/relationships/slide" Target="slide12.xml"/><Relationship Id="rIdNav6" Type="http://schemas.openxmlformats.org/officeDocument/2006/relationships/slide" Target="slide10.xml"/></Relationships>
</file>

<file path=ppt/slides/_rels/slide1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2532fc194284593"/><Relationship Type="http://schemas.openxmlformats.org/officeDocument/2006/relationships/image" Target="/ppt/media/image5.png" Id="Re17b2ec38d2f42cc"/><Relationship Type="http://schemas.openxmlformats.org/officeDocument/2006/relationships/notesSlide" Target="/ppt/notesSlides/notesSlide12.xml" Id="R9a905a60aac241be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5.xml"/><Relationship Id="rIdNav3" Type="http://schemas.openxmlformats.org/officeDocument/2006/relationships/slide" Target="slide5.xml"/><Relationship Id="rIdNav4" Type="http://schemas.openxmlformats.org/officeDocument/2006/relationships/slide" Target="slide10.xml"/><Relationship Id="rIdNav5" Type="http://schemas.openxmlformats.org/officeDocument/2006/relationships/slide" Target="slide13.xml"/><Relationship Id="rIdNav6" Type="http://schemas.openxmlformats.org/officeDocument/2006/relationships/slide" Target="slide64.xml"/><Relationship Id="rIdNav7" Type="http://schemas.openxmlformats.org/officeDocument/2006/relationships/slide" Target="slide66.xml"/><Relationship Id="rIdNav8" Type="http://schemas.openxmlformats.org/officeDocument/2006/relationships/slide" Target="slide68.xml"/><Relationship Id="rIdNav9" Type="http://schemas.openxmlformats.org/officeDocument/2006/relationships/slide" Target="slide12.xml"/></Relationships>
</file>

<file path=ppt/slides/_rels/slide1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1bef2ec17944c8e"/><Relationship Type="http://schemas.openxmlformats.org/officeDocument/2006/relationships/notesSlide" Target="/ppt/notesSlides/notesSlide13.xml" Id="R14526ef62a2f46c6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5.xml"/><Relationship Id="rIdNav3" Type="http://schemas.openxmlformats.org/officeDocument/2006/relationships/slide" Target="slide5.xml"/><Relationship Id="rIdNav4" Type="http://schemas.openxmlformats.org/officeDocument/2006/relationships/slide" Target="slide12.xml"/><Relationship Id="rIdNav5" Type="http://schemas.openxmlformats.org/officeDocument/2006/relationships/slide" Target="slide14.xml"/><Relationship Id="rIdNav6" Type="http://schemas.openxmlformats.org/officeDocument/2006/relationships/slide" Target="slide64.xml"/><Relationship Id="rIdNav7" Type="http://schemas.openxmlformats.org/officeDocument/2006/relationships/slide" Target="slide66.xml"/><Relationship Id="rIdNav8" Type="http://schemas.openxmlformats.org/officeDocument/2006/relationships/slide" Target="slide68.xml"/><Relationship Id="rIdNav9" Type="http://schemas.openxmlformats.org/officeDocument/2006/relationships/slide" Target="slide12.xml"/></Relationships>
</file>

<file path=ppt/slides/_rels/slide1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2464aeb2180416b"/><Relationship Type="http://schemas.openxmlformats.org/officeDocument/2006/relationships/image" Target="/ppt/media/image6.png" Id="R45bbf0a655224bda"/><Relationship Type="http://schemas.openxmlformats.org/officeDocument/2006/relationships/notesSlide" Target="/ppt/notesSlides/notesSlide14.xml" Id="Rfdafdd4b034d4d4e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5.xml"/><Relationship Id="rIdNav3" Type="http://schemas.openxmlformats.org/officeDocument/2006/relationships/slide" Target="slide5.xml"/><Relationship Id="rIdNav4" Type="http://schemas.openxmlformats.org/officeDocument/2006/relationships/slide" Target="slide12.xml"/><Relationship Id="rIdNav5" Type="http://schemas.openxmlformats.org/officeDocument/2006/relationships/slide" Target="slide15.xml"/><Relationship Id="rIdNav6" Type="http://schemas.openxmlformats.org/officeDocument/2006/relationships/slide" Target="slide75.xml"/><Relationship Id="rIdNav7" Type="http://schemas.openxmlformats.org/officeDocument/2006/relationships/slide" Target="slide77.xml"/><Relationship Id="rIdNav8" Type="http://schemas.openxmlformats.org/officeDocument/2006/relationships/slide" Target="slide14.xml"/><Relationship Id="rIdNav9" Type="http://schemas.openxmlformats.org/officeDocument/2006/relationships/slide" Target="slide16.xml"/></Relationships>
</file>

<file path=ppt/slides/_rels/slide1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dd7e3869c7c4791"/><Relationship Type="http://schemas.openxmlformats.org/officeDocument/2006/relationships/notesSlide" Target="/ppt/notesSlides/notesSlide15.xml" Id="R357a4919bac84a1d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5.xml"/><Relationship Id="rIdNav3" Type="http://schemas.openxmlformats.org/officeDocument/2006/relationships/slide" Target="slide5.xml"/><Relationship Id="rIdNav4" Type="http://schemas.openxmlformats.org/officeDocument/2006/relationships/slide" Target="slide14.xml"/><Relationship Id="rIdNav5" Type="http://schemas.openxmlformats.org/officeDocument/2006/relationships/slide" Target="slide16.xml"/><Relationship Id="rIdNav6" Type="http://schemas.openxmlformats.org/officeDocument/2006/relationships/slide" Target="slide75.xml"/><Relationship Id="rIdNav7" Type="http://schemas.openxmlformats.org/officeDocument/2006/relationships/slide" Target="slide77.xml"/><Relationship Id="rIdNav8" Type="http://schemas.openxmlformats.org/officeDocument/2006/relationships/slide" Target="slide14.xml"/><Relationship Id="rIdNav9" Type="http://schemas.openxmlformats.org/officeDocument/2006/relationships/slide" Target="slide16.xml"/></Relationships>
</file>

<file path=ppt/slides/_rels/slide1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666fbabe21241f9"/><Relationship Type="http://schemas.openxmlformats.org/officeDocument/2006/relationships/image" Target="/ppt/media/image7.png" Id="Rea602d5b41fd469b"/><Relationship Type="http://schemas.openxmlformats.org/officeDocument/2006/relationships/notesSlide" Target="/ppt/notesSlides/notesSlide16.xml" Id="R60eee597545d4d8f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5.xml"/><Relationship Id="rIdNav3" Type="http://schemas.openxmlformats.org/officeDocument/2006/relationships/slide" Target="slide5.xml"/><Relationship Id="rIdNav4" Type="http://schemas.openxmlformats.org/officeDocument/2006/relationships/slide" Target="slide14.xml"/><Relationship Id="rIdNav5" Type="http://schemas.openxmlformats.org/officeDocument/2006/relationships/slide" Target="slide17.xml"/><Relationship Id="rIdNav6" Type="http://schemas.openxmlformats.org/officeDocument/2006/relationships/slide" Target="slide79.xml"/><Relationship Id="rIdNav7" Type="http://schemas.openxmlformats.org/officeDocument/2006/relationships/slide" Target="slide81.xml"/><Relationship Id="rIdNav8" Type="http://schemas.openxmlformats.org/officeDocument/2006/relationships/slide" Target="slide14.xml"/><Relationship Id="rIdNav9" Type="http://schemas.openxmlformats.org/officeDocument/2006/relationships/slide" Target="slide16.xml"/></Relationships>
</file>

<file path=ppt/slides/_rels/slide1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26c426fa4594103"/><Relationship Type="http://schemas.openxmlformats.org/officeDocument/2006/relationships/notesSlide" Target="/ppt/notesSlides/notesSlide17.xml" Id="Rf6714519a762467d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5.xml"/><Relationship Id="rIdNav3" Type="http://schemas.openxmlformats.org/officeDocument/2006/relationships/slide" Target="slide5.xml"/><Relationship Id="rIdNav4" Type="http://schemas.openxmlformats.org/officeDocument/2006/relationships/slide" Target="slide16.xml"/><Relationship Id="rIdNav5" Type="http://schemas.openxmlformats.org/officeDocument/2006/relationships/slide" Target="slide6.xml"/><Relationship Id="rIdNav6" Type="http://schemas.openxmlformats.org/officeDocument/2006/relationships/slide" Target="slide79.xml"/><Relationship Id="rIdNav7" Type="http://schemas.openxmlformats.org/officeDocument/2006/relationships/slide" Target="slide81.xml"/><Relationship Id="rIdNav8" Type="http://schemas.openxmlformats.org/officeDocument/2006/relationships/slide" Target="slide14.xml"/><Relationship Id="rIdNav9" Type="http://schemas.openxmlformats.org/officeDocument/2006/relationships/slide" Target="slide16.xml"/></Relationships>
</file>

<file path=ppt/slides/_rels/slide1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2cd35a8d38d4545"/><Relationship Type="http://schemas.openxmlformats.org/officeDocument/2006/relationships/image" Target="/ppt/media/image8.png" Id="Rda734e2b78d44dd7"/><Relationship Type="http://schemas.openxmlformats.org/officeDocument/2006/relationships/notesSlide" Target="/ppt/notesSlides/notesSlide18.xml" Id="R995e9ad5cdac4bde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6.xml"/><Relationship Id="rIdNav4" Type="http://schemas.openxmlformats.org/officeDocument/2006/relationships/slide" Target="slide19.xml"/><Relationship Id="rIdNav5" Type="http://schemas.openxmlformats.org/officeDocument/2006/relationships/slide" Target="slide18.xml"/></Relationships>
</file>

<file path=ppt/slides/_rels/slide1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893096bfd674480"/><Relationship Type="http://schemas.openxmlformats.org/officeDocument/2006/relationships/notesSlide" Target="/ppt/notesSlides/notesSlide19.xml" Id="Rdb2414f0fa244405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6.xml"/><Relationship Id="rIdNav4" Type="http://schemas.openxmlformats.org/officeDocument/2006/relationships/slide" Target="slide18.xml"/><Relationship Id="rIdNav5" Type="http://schemas.openxmlformats.org/officeDocument/2006/relationships/slide" Target="slide20.xml"/><Relationship Id="rIdNav6" Type="http://schemas.openxmlformats.org/officeDocument/2006/relationships/slide" Target="slide18.xml"/></Relationships>
</file>

<file path=ppt/slides/_rels/slide2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9e27a0fd91343e8"/><Relationship Type="http://schemas.openxmlformats.org/officeDocument/2006/relationships/image" Target="/ppt/media/image9.png" Id="R1f5fb350dd5643aa"/><Relationship Type="http://schemas.openxmlformats.org/officeDocument/2006/relationships/notesSlide" Target="/ppt/notesSlides/notesSlide20.xml" Id="Ra9787fb25f8e4f2a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6.xml"/><Relationship Id="rIdNav4" Type="http://schemas.openxmlformats.org/officeDocument/2006/relationships/slide" Target="slide18.xml"/><Relationship Id="rIdNav5" Type="http://schemas.openxmlformats.org/officeDocument/2006/relationships/slide" Target="slide21.xml"/><Relationship Id="rIdNav6" Type="http://schemas.openxmlformats.org/officeDocument/2006/relationships/slide" Target="slide83.xml"/><Relationship Id="rIdNav7" Type="http://schemas.openxmlformats.org/officeDocument/2006/relationships/slide" Target="slide85.xml"/><Relationship Id="rIdNav8" Type="http://schemas.openxmlformats.org/officeDocument/2006/relationships/slide" Target="slide20.xml"/><Relationship Id="rIdNav9" Type="http://schemas.openxmlformats.org/officeDocument/2006/relationships/slide" Target="slide22.xml"/><Relationship Id="rIdNav10" Type="http://schemas.openxmlformats.org/officeDocument/2006/relationships/slide" Target="slide24.xml"/><Relationship Id="rIdNav11" Type="http://schemas.openxmlformats.org/officeDocument/2006/relationships/slide" Target="slide26.xml"/><Relationship Id="rIdNav12" Type="http://schemas.openxmlformats.org/officeDocument/2006/relationships/slide" Target="slide28.xml"/></Relationships>
</file>

<file path=ppt/slides/_rels/slide2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9ea73d731aa49a8"/><Relationship Type="http://schemas.openxmlformats.org/officeDocument/2006/relationships/notesSlide" Target="/ppt/notesSlides/notesSlide21.xml" Id="R24085abd3b8942a0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6.xml"/><Relationship Id="rIdNav4" Type="http://schemas.openxmlformats.org/officeDocument/2006/relationships/slide" Target="slide20.xml"/><Relationship Id="rIdNav5" Type="http://schemas.openxmlformats.org/officeDocument/2006/relationships/slide" Target="slide22.xml"/><Relationship Id="rIdNav6" Type="http://schemas.openxmlformats.org/officeDocument/2006/relationships/slide" Target="slide83.xml"/><Relationship Id="rIdNav7" Type="http://schemas.openxmlformats.org/officeDocument/2006/relationships/slide" Target="slide85.xml"/><Relationship Id="rIdNav8" Type="http://schemas.openxmlformats.org/officeDocument/2006/relationships/slide" Target="slide20.xml"/><Relationship Id="rIdNav9" Type="http://schemas.openxmlformats.org/officeDocument/2006/relationships/slide" Target="slide22.xml"/><Relationship Id="rIdNav10" Type="http://schemas.openxmlformats.org/officeDocument/2006/relationships/slide" Target="slide24.xml"/><Relationship Id="rIdNav11" Type="http://schemas.openxmlformats.org/officeDocument/2006/relationships/slide" Target="slide26.xml"/><Relationship Id="rIdNav12" Type="http://schemas.openxmlformats.org/officeDocument/2006/relationships/slide" Target="slide28.xml"/></Relationships>
</file>

<file path=ppt/slides/_rels/slide2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0ef9eb0140f40f7"/><Relationship Type="http://schemas.openxmlformats.org/officeDocument/2006/relationships/image" Target="/ppt/media/image10.png" Id="Ree119273468d4569"/><Relationship Type="http://schemas.openxmlformats.org/officeDocument/2006/relationships/notesSlide" Target="/ppt/notesSlides/notesSlide22.xml" Id="Rf5ebea1460da4f8d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6.xml"/><Relationship Id="rIdNav4" Type="http://schemas.openxmlformats.org/officeDocument/2006/relationships/slide" Target="slide20.xml"/><Relationship Id="rIdNav5" Type="http://schemas.openxmlformats.org/officeDocument/2006/relationships/slide" Target="slide23.xml"/><Relationship Id="rIdNav6" Type="http://schemas.openxmlformats.org/officeDocument/2006/relationships/slide" Target="slide88.xml"/><Relationship Id="rIdNav7" Type="http://schemas.openxmlformats.org/officeDocument/2006/relationships/slide" Target="slide90.xml"/><Relationship Id="rIdNav8" Type="http://schemas.openxmlformats.org/officeDocument/2006/relationships/slide" Target="slide20.xml"/><Relationship Id="rIdNav9" Type="http://schemas.openxmlformats.org/officeDocument/2006/relationships/slide" Target="slide22.xml"/><Relationship Id="rIdNav10" Type="http://schemas.openxmlformats.org/officeDocument/2006/relationships/slide" Target="slide24.xml"/><Relationship Id="rIdNav11" Type="http://schemas.openxmlformats.org/officeDocument/2006/relationships/slide" Target="slide26.xml"/><Relationship Id="rIdNav12" Type="http://schemas.openxmlformats.org/officeDocument/2006/relationships/slide" Target="slide28.xml"/></Relationships>
</file>

<file path=ppt/slides/_rels/slide2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0ad939aba1a493f"/><Relationship Type="http://schemas.openxmlformats.org/officeDocument/2006/relationships/notesSlide" Target="/ppt/notesSlides/notesSlide23.xml" Id="R546f0fd4d819403c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6.xml"/><Relationship Id="rIdNav4" Type="http://schemas.openxmlformats.org/officeDocument/2006/relationships/slide" Target="slide22.xml"/><Relationship Id="rIdNav5" Type="http://schemas.openxmlformats.org/officeDocument/2006/relationships/slide" Target="slide24.xml"/><Relationship Id="rIdNav6" Type="http://schemas.openxmlformats.org/officeDocument/2006/relationships/slide" Target="slide88.xml"/><Relationship Id="rIdNav7" Type="http://schemas.openxmlformats.org/officeDocument/2006/relationships/slide" Target="slide90.xml"/><Relationship Id="rIdNav8" Type="http://schemas.openxmlformats.org/officeDocument/2006/relationships/slide" Target="slide20.xml"/><Relationship Id="rIdNav9" Type="http://schemas.openxmlformats.org/officeDocument/2006/relationships/slide" Target="slide22.xml"/><Relationship Id="rIdNav10" Type="http://schemas.openxmlformats.org/officeDocument/2006/relationships/slide" Target="slide24.xml"/><Relationship Id="rIdNav11" Type="http://schemas.openxmlformats.org/officeDocument/2006/relationships/slide" Target="slide26.xml"/><Relationship Id="rIdNav12" Type="http://schemas.openxmlformats.org/officeDocument/2006/relationships/slide" Target="slide28.xml"/></Relationships>
</file>

<file path=ppt/slides/_rels/slide2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7c40de419cd4b43"/><Relationship Type="http://schemas.openxmlformats.org/officeDocument/2006/relationships/image" Target="/ppt/media/image11.png" Id="R17c8283be3e345e8"/><Relationship Type="http://schemas.openxmlformats.org/officeDocument/2006/relationships/notesSlide" Target="/ppt/notesSlides/notesSlide24.xml" Id="R42e4b9e1ac3543fb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6.xml"/><Relationship Id="rIdNav4" Type="http://schemas.openxmlformats.org/officeDocument/2006/relationships/slide" Target="slide22.xml"/><Relationship Id="rIdNav5" Type="http://schemas.openxmlformats.org/officeDocument/2006/relationships/slide" Target="slide25.xml"/><Relationship Id="rIdNav6" Type="http://schemas.openxmlformats.org/officeDocument/2006/relationships/slide" Target="slide93.xml"/><Relationship Id="rIdNav7" Type="http://schemas.openxmlformats.org/officeDocument/2006/relationships/slide" Target="slide95.xml"/><Relationship Id="rIdNav8" Type="http://schemas.openxmlformats.org/officeDocument/2006/relationships/slide" Target="slide20.xml"/><Relationship Id="rIdNav9" Type="http://schemas.openxmlformats.org/officeDocument/2006/relationships/slide" Target="slide22.xml"/><Relationship Id="rIdNav10" Type="http://schemas.openxmlformats.org/officeDocument/2006/relationships/slide" Target="slide24.xml"/><Relationship Id="rIdNav11" Type="http://schemas.openxmlformats.org/officeDocument/2006/relationships/slide" Target="slide26.xml"/><Relationship Id="rIdNav12" Type="http://schemas.openxmlformats.org/officeDocument/2006/relationships/slide" Target="slide28.xml"/></Relationships>
</file>

<file path=ppt/slides/_rels/slide2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724731c7be44d87"/><Relationship Type="http://schemas.openxmlformats.org/officeDocument/2006/relationships/notesSlide" Target="/ppt/notesSlides/notesSlide25.xml" Id="Ra16808d3dde44620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6.xml"/><Relationship Id="rIdNav4" Type="http://schemas.openxmlformats.org/officeDocument/2006/relationships/slide" Target="slide24.xml"/><Relationship Id="rIdNav5" Type="http://schemas.openxmlformats.org/officeDocument/2006/relationships/slide" Target="slide26.xml"/><Relationship Id="rIdNav6" Type="http://schemas.openxmlformats.org/officeDocument/2006/relationships/slide" Target="slide93.xml"/><Relationship Id="rIdNav7" Type="http://schemas.openxmlformats.org/officeDocument/2006/relationships/slide" Target="slide95.xml"/><Relationship Id="rIdNav8" Type="http://schemas.openxmlformats.org/officeDocument/2006/relationships/slide" Target="slide20.xml"/><Relationship Id="rIdNav9" Type="http://schemas.openxmlformats.org/officeDocument/2006/relationships/slide" Target="slide22.xml"/><Relationship Id="rIdNav10" Type="http://schemas.openxmlformats.org/officeDocument/2006/relationships/slide" Target="slide24.xml"/><Relationship Id="rIdNav11" Type="http://schemas.openxmlformats.org/officeDocument/2006/relationships/slide" Target="slide26.xml"/><Relationship Id="rIdNav12" Type="http://schemas.openxmlformats.org/officeDocument/2006/relationships/slide" Target="slide28.xml"/></Relationships>
</file>

<file path=ppt/slides/_rels/slide2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3c24671a6624739"/><Relationship Type="http://schemas.openxmlformats.org/officeDocument/2006/relationships/image" Target="/ppt/media/image12.png" Id="Raedb27df3cf74869"/><Relationship Type="http://schemas.openxmlformats.org/officeDocument/2006/relationships/notesSlide" Target="/ppt/notesSlides/notesSlide26.xml" Id="R193e2679a0624b3d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6.xml"/><Relationship Id="rIdNav4" Type="http://schemas.openxmlformats.org/officeDocument/2006/relationships/slide" Target="slide24.xml"/><Relationship Id="rIdNav5" Type="http://schemas.openxmlformats.org/officeDocument/2006/relationships/slide" Target="slide27.xml"/><Relationship Id="rIdNav6" Type="http://schemas.openxmlformats.org/officeDocument/2006/relationships/slide" Target="slide98.xml"/><Relationship Id="rIdNav7" Type="http://schemas.openxmlformats.org/officeDocument/2006/relationships/slide" Target="slide100.xml"/><Relationship Id="rIdNav8" Type="http://schemas.openxmlformats.org/officeDocument/2006/relationships/slide" Target="slide20.xml"/><Relationship Id="rIdNav9" Type="http://schemas.openxmlformats.org/officeDocument/2006/relationships/slide" Target="slide22.xml"/><Relationship Id="rIdNav10" Type="http://schemas.openxmlformats.org/officeDocument/2006/relationships/slide" Target="slide24.xml"/><Relationship Id="rIdNav11" Type="http://schemas.openxmlformats.org/officeDocument/2006/relationships/slide" Target="slide26.xml"/><Relationship Id="rIdNav12" Type="http://schemas.openxmlformats.org/officeDocument/2006/relationships/slide" Target="slide28.xml"/></Relationships>
</file>

<file path=ppt/slides/_rels/slide2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576a7015a044e8a"/><Relationship Type="http://schemas.openxmlformats.org/officeDocument/2006/relationships/notesSlide" Target="/ppt/notesSlides/notesSlide27.xml" Id="R3cac913d410e4a86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6.xml"/><Relationship Id="rIdNav4" Type="http://schemas.openxmlformats.org/officeDocument/2006/relationships/slide" Target="slide26.xml"/><Relationship Id="rIdNav5" Type="http://schemas.openxmlformats.org/officeDocument/2006/relationships/slide" Target="slide28.xml"/><Relationship Id="rIdNav6" Type="http://schemas.openxmlformats.org/officeDocument/2006/relationships/slide" Target="slide98.xml"/><Relationship Id="rIdNav7" Type="http://schemas.openxmlformats.org/officeDocument/2006/relationships/slide" Target="slide100.xml"/><Relationship Id="rIdNav8" Type="http://schemas.openxmlformats.org/officeDocument/2006/relationships/slide" Target="slide20.xml"/><Relationship Id="rIdNav9" Type="http://schemas.openxmlformats.org/officeDocument/2006/relationships/slide" Target="slide22.xml"/><Relationship Id="rIdNav10" Type="http://schemas.openxmlformats.org/officeDocument/2006/relationships/slide" Target="slide24.xml"/><Relationship Id="rIdNav11" Type="http://schemas.openxmlformats.org/officeDocument/2006/relationships/slide" Target="slide26.xml"/><Relationship Id="rIdNav12" Type="http://schemas.openxmlformats.org/officeDocument/2006/relationships/slide" Target="slide28.xml"/></Relationships>
</file>

<file path=ppt/slides/_rels/slide2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2f1bcac937a45fd"/><Relationship Type="http://schemas.openxmlformats.org/officeDocument/2006/relationships/image" Target="/ppt/media/image13.png" Id="R081bf9cd1b624be6"/><Relationship Type="http://schemas.openxmlformats.org/officeDocument/2006/relationships/notesSlide" Target="/ppt/notesSlides/notesSlide28.xml" Id="R8b349b5e49b442b3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6.xml"/><Relationship Id="rIdNav4" Type="http://schemas.openxmlformats.org/officeDocument/2006/relationships/slide" Target="slide26.xml"/><Relationship Id="rIdNav5" Type="http://schemas.openxmlformats.org/officeDocument/2006/relationships/slide" Target="slide29.xml"/><Relationship Id="rIdNav6" Type="http://schemas.openxmlformats.org/officeDocument/2006/relationships/slide" Target="slide103.xml"/><Relationship Id="rIdNav7" Type="http://schemas.openxmlformats.org/officeDocument/2006/relationships/slide" Target="slide105.xml"/><Relationship Id="rIdNav8" Type="http://schemas.openxmlformats.org/officeDocument/2006/relationships/slide" Target="slide20.xml"/><Relationship Id="rIdNav9" Type="http://schemas.openxmlformats.org/officeDocument/2006/relationships/slide" Target="slide22.xml"/><Relationship Id="rIdNav10" Type="http://schemas.openxmlformats.org/officeDocument/2006/relationships/slide" Target="slide24.xml"/><Relationship Id="rIdNav11" Type="http://schemas.openxmlformats.org/officeDocument/2006/relationships/slide" Target="slide26.xml"/><Relationship Id="rIdNav12" Type="http://schemas.openxmlformats.org/officeDocument/2006/relationships/slide" Target="slide28.xml"/></Relationships>
</file>

<file path=ppt/slides/_rels/slide2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400352fe7c34ad8"/><Relationship Type="http://schemas.openxmlformats.org/officeDocument/2006/relationships/notesSlide" Target="/ppt/notesSlides/notesSlide29.xml" Id="R82ecfdc4dae143d0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6.xml"/><Relationship Id="rIdNav4" Type="http://schemas.openxmlformats.org/officeDocument/2006/relationships/slide" Target="slide28.xml"/><Relationship Id="rIdNav5" Type="http://schemas.openxmlformats.org/officeDocument/2006/relationships/slide" Target="slide30.xml"/><Relationship Id="rIdNav6" Type="http://schemas.openxmlformats.org/officeDocument/2006/relationships/slide" Target="slide103.xml"/><Relationship Id="rIdNav7" Type="http://schemas.openxmlformats.org/officeDocument/2006/relationships/slide" Target="slide105.xml"/><Relationship Id="rIdNav8" Type="http://schemas.openxmlformats.org/officeDocument/2006/relationships/slide" Target="slide20.xml"/><Relationship Id="rIdNav9" Type="http://schemas.openxmlformats.org/officeDocument/2006/relationships/slide" Target="slide22.xml"/><Relationship Id="rIdNav10" Type="http://schemas.openxmlformats.org/officeDocument/2006/relationships/slide" Target="slide24.xml"/><Relationship Id="rIdNav11" Type="http://schemas.openxmlformats.org/officeDocument/2006/relationships/slide" Target="slide26.xml"/><Relationship Id="rIdNav12" Type="http://schemas.openxmlformats.org/officeDocument/2006/relationships/slide" Target="slide28.xml"/></Relationships>
</file>

<file path=ppt/slides/_rels/slide3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1db7c8269484e2a"/><Relationship Type="http://schemas.openxmlformats.org/officeDocument/2006/relationships/image" Target="/ppt/media/image14.png" Id="R6e05019428a94270"/><Relationship Type="http://schemas.openxmlformats.org/officeDocument/2006/relationships/notesSlide" Target="/ppt/notesSlides/notesSlide30.xml" Id="Rd58c03b74b954ae5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6.xml"/><Relationship Id="rIdNav4" Type="http://schemas.openxmlformats.org/officeDocument/2006/relationships/slide" Target="slide28.xml"/><Relationship Id="rIdNav5" Type="http://schemas.openxmlformats.org/officeDocument/2006/relationships/slide" Target="slide31.xml"/><Relationship Id="rIdNav6" Type="http://schemas.openxmlformats.org/officeDocument/2006/relationships/slide" Target="slide108.xml"/><Relationship Id="rIdNav7" Type="http://schemas.openxmlformats.org/officeDocument/2006/relationships/slide" Target="slide110.xml"/><Relationship Id="rIdNav8" Type="http://schemas.openxmlformats.org/officeDocument/2006/relationships/slide" Target="slide112.xml"/><Relationship Id="rIdNav9" Type="http://schemas.openxmlformats.org/officeDocument/2006/relationships/slide" Target="slide30.xml"/><Relationship Id="rIdNav10" Type="http://schemas.openxmlformats.org/officeDocument/2006/relationships/slide" Target="slide32.xml"/><Relationship Id="rIdNav11" Type="http://schemas.openxmlformats.org/officeDocument/2006/relationships/slide" Target="slide34.xml"/><Relationship Id="rIdNav12" Type="http://schemas.openxmlformats.org/officeDocument/2006/relationships/slide" Target="slide36.xml"/><Relationship Id="rIdNav13" Type="http://schemas.openxmlformats.org/officeDocument/2006/relationships/slide" Target="slide38.xml"/><Relationship Id="rIdNav14" Type="http://schemas.openxmlformats.org/officeDocument/2006/relationships/slide" Target="slide41.xml"/></Relationships>
</file>

<file path=ppt/slides/_rels/slide3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7bde29148ad44cd"/><Relationship Type="http://schemas.openxmlformats.org/officeDocument/2006/relationships/notesSlide" Target="/ppt/notesSlides/notesSlide31.xml" Id="Re783a1cffbf54b74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6.xml"/><Relationship Id="rIdNav4" Type="http://schemas.openxmlformats.org/officeDocument/2006/relationships/slide" Target="slide30.xml"/><Relationship Id="rIdNav5" Type="http://schemas.openxmlformats.org/officeDocument/2006/relationships/slide" Target="slide32.xml"/><Relationship Id="rIdNav6" Type="http://schemas.openxmlformats.org/officeDocument/2006/relationships/slide" Target="slide108.xml"/><Relationship Id="rIdNav7" Type="http://schemas.openxmlformats.org/officeDocument/2006/relationships/slide" Target="slide110.xml"/><Relationship Id="rIdNav8" Type="http://schemas.openxmlformats.org/officeDocument/2006/relationships/slide" Target="slide112.xml"/><Relationship Id="rIdNav9" Type="http://schemas.openxmlformats.org/officeDocument/2006/relationships/slide" Target="slide30.xml"/><Relationship Id="rIdNav10" Type="http://schemas.openxmlformats.org/officeDocument/2006/relationships/slide" Target="slide32.xml"/><Relationship Id="rIdNav11" Type="http://schemas.openxmlformats.org/officeDocument/2006/relationships/slide" Target="slide34.xml"/><Relationship Id="rIdNav12" Type="http://schemas.openxmlformats.org/officeDocument/2006/relationships/slide" Target="slide36.xml"/><Relationship Id="rIdNav13" Type="http://schemas.openxmlformats.org/officeDocument/2006/relationships/slide" Target="slide38.xml"/><Relationship Id="rIdNav14" Type="http://schemas.openxmlformats.org/officeDocument/2006/relationships/slide" Target="slide41.xml"/></Relationships>
</file>

<file path=ppt/slides/_rels/slide3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14ba4aeb81a4e59"/><Relationship Type="http://schemas.openxmlformats.org/officeDocument/2006/relationships/image" Target="/ppt/media/image15.png" Id="R167a14c436d84e97"/><Relationship Type="http://schemas.openxmlformats.org/officeDocument/2006/relationships/notesSlide" Target="/ppt/notesSlides/notesSlide32.xml" Id="R13ef38ada4e34e24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6.xml"/><Relationship Id="rIdNav4" Type="http://schemas.openxmlformats.org/officeDocument/2006/relationships/slide" Target="slide30.xml"/><Relationship Id="rIdNav5" Type="http://schemas.openxmlformats.org/officeDocument/2006/relationships/slide" Target="slide33.xml"/><Relationship Id="rIdNav6" Type="http://schemas.openxmlformats.org/officeDocument/2006/relationships/slide" Target="slide114.xml"/><Relationship Id="rIdNav7" Type="http://schemas.openxmlformats.org/officeDocument/2006/relationships/slide" Target="slide116.xml"/><Relationship Id="rIdNav8" Type="http://schemas.openxmlformats.org/officeDocument/2006/relationships/slide" Target="slide118.xml"/><Relationship Id="rIdNav9" Type="http://schemas.openxmlformats.org/officeDocument/2006/relationships/slide" Target="slide30.xml"/><Relationship Id="rIdNav10" Type="http://schemas.openxmlformats.org/officeDocument/2006/relationships/slide" Target="slide32.xml"/><Relationship Id="rIdNav11" Type="http://schemas.openxmlformats.org/officeDocument/2006/relationships/slide" Target="slide34.xml"/><Relationship Id="rIdNav12" Type="http://schemas.openxmlformats.org/officeDocument/2006/relationships/slide" Target="slide36.xml"/><Relationship Id="rIdNav13" Type="http://schemas.openxmlformats.org/officeDocument/2006/relationships/slide" Target="slide38.xml"/><Relationship Id="rIdNav14" Type="http://schemas.openxmlformats.org/officeDocument/2006/relationships/slide" Target="slide41.xml"/></Relationships>
</file>

<file path=ppt/slides/_rels/slide3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f9427827f0141bd"/><Relationship Type="http://schemas.openxmlformats.org/officeDocument/2006/relationships/notesSlide" Target="/ppt/notesSlides/notesSlide33.xml" Id="R159972d37b5f4c79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6.xml"/><Relationship Id="rIdNav4" Type="http://schemas.openxmlformats.org/officeDocument/2006/relationships/slide" Target="slide32.xml"/><Relationship Id="rIdNav5" Type="http://schemas.openxmlformats.org/officeDocument/2006/relationships/slide" Target="slide34.xml"/><Relationship Id="rIdNav6" Type="http://schemas.openxmlformats.org/officeDocument/2006/relationships/slide" Target="slide114.xml"/><Relationship Id="rIdNav7" Type="http://schemas.openxmlformats.org/officeDocument/2006/relationships/slide" Target="slide116.xml"/><Relationship Id="rIdNav8" Type="http://schemas.openxmlformats.org/officeDocument/2006/relationships/slide" Target="slide118.xml"/><Relationship Id="rIdNav9" Type="http://schemas.openxmlformats.org/officeDocument/2006/relationships/slide" Target="slide30.xml"/><Relationship Id="rIdNav10" Type="http://schemas.openxmlformats.org/officeDocument/2006/relationships/slide" Target="slide32.xml"/><Relationship Id="rIdNav11" Type="http://schemas.openxmlformats.org/officeDocument/2006/relationships/slide" Target="slide34.xml"/><Relationship Id="rIdNav12" Type="http://schemas.openxmlformats.org/officeDocument/2006/relationships/slide" Target="slide36.xml"/><Relationship Id="rIdNav13" Type="http://schemas.openxmlformats.org/officeDocument/2006/relationships/slide" Target="slide38.xml"/><Relationship Id="rIdNav14" Type="http://schemas.openxmlformats.org/officeDocument/2006/relationships/slide" Target="slide41.xml"/></Relationships>
</file>

<file path=ppt/slides/_rels/slide3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62e2eafcfed4118"/><Relationship Type="http://schemas.openxmlformats.org/officeDocument/2006/relationships/image" Target="/ppt/media/image16.png" Id="R19c54e9f34974744"/><Relationship Type="http://schemas.openxmlformats.org/officeDocument/2006/relationships/notesSlide" Target="/ppt/notesSlides/notesSlide34.xml" Id="R670a0c4ba01b420e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6.xml"/><Relationship Id="rIdNav4" Type="http://schemas.openxmlformats.org/officeDocument/2006/relationships/slide" Target="slide32.xml"/><Relationship Id="rIdNav5" Type="http://schemas.openxmlformats.org/officeDocument/2006/relationships/slide" Target="slide35.xml"/><Relationship Id="rIdNav6" Type="http://schemas.openxmlformats.org/officeDocument/2006/relationships/slide" Target="slide120.xml"/><Relationship Id="rIdNav7" Type="http://schemas.openxmlformats.org/officeDocument/2006/relationships/slide" Target="slide122.xml"/><Relationship Id="rIdNav8" Type="http://schemas.openxmlformats.org/officeDocument/2006/relationships/slide" Target="slide124.xml"/><Relationship Id="rIdNav9" Type="http://schemas.openxmlformats.org/officeDocument/2006/relationships/slide" Target="slide30.xml"/><Relationship Id="rIdNav10" Type="http://schemas.openxmlformats.org/officeDocument/2006/relationships/slide" Target="slide32.xml"/><Relationship Id="rIdNav11" Type="http://schemas.openxmlformats.org/officeDocument/2006/relationships/slide" Target="slide34.xml"/><Relationship Id="rIdNav12" Type="http://schemas.openxmlformats.org/officeDocument/2006/relationships/slide" Target="slide36.xml"/><Relationship Id="rIdNav13" Type="http://schemas.openxmlformats.org/officeDocument/2006/relationships/slide" Target="slide38.xml"/><Relationship Id="rIdNav14" Type="http://schemas.openxmlformats.org/officeDocument/2006/relationships/slide" Target="slide41.xml"/></Relationships>
</file>

<file path=ppt/slides/_rels/slide3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8bafc9936bd430d"/><Relationship Type="http://schemas.openxmlformats.org/officeDocument/2006/relationships/notesSlide" Target="/ppt/notesSlides/notesSlide35.xml" Id="R4383b51c66e345c1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6.xml"/><Relationship Id="rIdNav4" Type="http://schemas.openxmlformats.org/officeDocument/2006/relationships/slide" Target="slide34.xml"/><Relationship Id="rIdNav5" Type="http://schemas.openxmlformats.org/officeDocument/2006/relationships/slide" Target="slide36.xml"/><Relationship Id="rIdNav6" Type="http://schemas.openxmlformats.org/officeDocument/2006/relationships/slide" Target="slide120.xml"/><Relationship Id="rIdNav7" Type="http://schemas.openxmlformats.org/officeDocument/2006/relationships/slide" Target="slide122.xml"/><Relationship Id="rIdNav8" Type="http://schemas.openxmlformats.org/officeDocument/2006/relationships/slide" Target="slide124.xml"/><Relationship Id="rIdNav9" Type="http://schemas.openxmlformats.org/officeDocument/2006/relationships/slide" Target="slide30.xml"/><Relationship Id="rIdNav10" Type="http://schemas.openxmlformats.org/officeDocument/2006/relationships/slide" Target="slide32.xml"/><Relationship Id="rIdNav11" Type="http://schemas.openxmlformats.org/officeDocument/2006/relationships/slide" Target="slide34.xml"/><Relationship Id="rIdNav12" Type="http://schemas.openxmlformats.org/officeDocument/2006/relationships/slide" Target="slide36.xml"/><Relationship Id="rIdNav13" Type="http://schemas.openxmlformats.org/officeDocument/2006/relationships/slide" Target="slide38.xml"/><Relationship Id="rIdNav14" Type="http://schemas.openxmlformats.org/officeDocument/2006/relationships/slide" Target="slide41.xml"/></Relationships>
</file>

<file path=ppt/slides/_rels/slide3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9380bfe09a84544"/><Relationship Type="http://schemas.openxmlformats.org/officeDocument/2006/relationships/image" Target="/ppt/media/image17.png" Id="R726a9602f6a14e70"/><Relationship Type="http://schemas.openxmlformats.org/officeDocument/2006/relationships/notesSlide" Target="/ppt/notesSlides/notesSlide36.xml" Id="R771123cb4dce4fd5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6.xml"/><Relationship Id="rIdNav4" Type="http://schemas.openxmlformats.org/officeDocument/2006/relationships/slide" Target="slide34.xml"/><Relationship Id="rIdNav5" Type="http://schemas.openxmlformats.org/officeDocument/2006/relationships/slide" Target="slide37.xml"/><Relationship Id="rIdNav6" Type="http://schemas.openxmlformats.org/officeDocument/2006/relationships/slide" Target="slide126.xml"/><Relationship Id="rIdNav7" Type="http://schemas.openxmlformats.org/officeDocument/2006/relationships/slide" Target="slide128.xml"/><Relationship Id="rIdNav8" Type="http://schemas.openxmlformats.org/officeDocument/2006/relationships/slide" Target="slide130.xml"/><Relationship Id="rIdNav9" Type="http://schemas.openxmlformats.org/officeDocument/2006/relationships/slide" Target="slide30.xml"/><Relationship Id="rIdNav10" Type="http://schemas.openxmlformats.org/officeDocument/2006/relationships/slide" Target="slide32.xml"/><Relationship Id="rIdNav11" Type="http://schemas.openxmlformats.org/officeDocument/2006/relationships/slide" Target="slide34.xml"/><Relationship Id="rIdNav12" Type="http://schemas.openxmlformats.org/officeDocument/2006/relationships/slide" Target="slide36.xml"/><Relationship Id="rIdNav13" Type="http://schemas.openxmlformats.org/officeDocument/2006/relationships/slide" Target="slide38.xml"/><Relationship Id="rIdNav14" Type="http://schemas.openxmlformats.org/officeDocument/2006/relationships/slide" Target="slide41.xml"/></Relationships>
</file>

<file path=ppt/slides/_rels/slide3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b5295dca62c41bb"/><Relationship Type="http://schemas.openxmlformats.org/officeDocument/2006/relationships/notesSlide" Target="/ppt/notesSlides/notesSlide37.xml" Id="Re3ef77a8f5a74bc0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6.xml"/><Relationship Id="rIdNav4" Type="http://schemas.openxmlformats.org/officeDocument/2006/relationships/slide" Target="slide36.xml"/><Relationship Id="rIdNav5" Type="http://schemas.openxmlformats.org/officeDocument/2006/relationships/slide" Target="slide38.xml"/><Relationship Id="rIdNav6" Type="http://schemas.openxmlformats.org/officeDocument/2006/relationships/slide" Target="slide126.xml"/><Relationship Id="rIdNav7" Type="http://schemas.openxmlformats.org/officeDocument/2006/relationships/slide" Target="slide128.xml"/><Relationship Id="rIdNav8" Type="http://schemas.openxmlformats.org/officeDocument/2006/relationships/slide" Target="slide130.xml"/><Relationship Id="rIdNav9" Type="http://schemas.openxmlformats.org/officeDocument/2006/relationships/slide" Target="slide30.xml"/><Relationship Id="rIdNav10" Type="http://schemas.openxmlformats.org/officeDocument/2006/relationships/slide" Target="slide32.xml"/><Relationship Id="rIdNav11" Type="http://schemas.openxmlformats.org/officeDocument/2006/relationships/slide" Target="slide34.xml"/><Relationship Id="rIdNav12" Type="http://schemas.openxmlformats.org/officeDocument/2006/relationships/slide" Target="slide36.xml"/><Relationship Id="rIdNav13" Type="http://schemas.openxmlformats.org/officeDocument/2006/relationships/slide" Target="slide38.xml"/><Relationship Id="rIdNav14" Type="http://schemas.openxmlformats.org/officeDocument/2006/relationships/slide" Target="slide41.xml"/></Relationships>
</file>

<file path=ppt/slides/_rels/slide3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eea218882b94265"/><Relationship Type="http://schemas.openxmlformats.org/officeDocument/2006/relationships/image" Target="/ppt/media/image18.png" Id="R4d658c7f5c5f4590"/><Relationship Type="http://schemas.openxmlformats.org/officeDocument/2006/relationships/notesSlide" Target="/ppt/notesSlides/notesSlide38.xml" Id="Rf226471511074d3a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6.xml"/><Relationship Id="rIdNav4" Type="http://schemas.openxmlformats.org/officeDocument/2006/relationships/slide" Target="slide36.xml"/><Relationship Id="rIdNav5" Type="http://schemas.openxmlformats.org/officeDocument/2006/relationships/slide" Target="slide39.xml"/><Relationship Id="rIdNav6" Type="http://schemas.openxmlformats.org/officeDocument/2006/relationships/slide" Target="slide132.xml"/><Relationship Id="rIdNav7" Type="http://schemas.openxmlformats.org/officeDocument/2006/relationships/slide" Target="slide134.xml"/><Relationship Id="rIdNav8" Type="http://schemas.openxmlformats.org/officeDocument/2006/relationships/slide" Target="slide136.xml"/><Relationship Id="rIdNav9" Type="http://schemas.openxmlformats.org/officeDocument/2006/relationships/slide" Target="slide30.xml"/><Relationship Id="rIdNav10" Type="http://schemas.openxmlformats.org/officeDocument/2006/relationships/slide" Target="slide32.xml"/><Relationship Id="rIdNav11" Type="http://schemas.openxmlformats.org/officeDocument/2006/relationships/slide" Target="slide34.xml"/><Relationship Id="rIdNav12" Type="http://schemas.openxmlformats.org/officeDocument/2006/relationships/slide" Target="slide36.xml"/><Relationship Id="rIdNav13" Type="http://schemas.openxmlformats.org/officeDocument/2006/relationships/slide" Target="slide38.xml"/><Relationship Id="rIdNav14" Type="http://schemas.openxmlformats.org/officeDocument/2006/relationships/slide" Target="slide41.xml"/></Relationships>
</file>

<file path=ppt/slides/_rels/slide3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cf47a9ba8de4e71"/><Relationship Type="http://schemas.openxmlformats.org/officeDocument/2006/relationships/image" Target="/ppt/media/image19.png" Id="Rae50e4e0f524485b"/><Relationship Type="http://schemas.openxmlformats.org/officeDocument/2006/relationships/notesSlide" Target="/ppt/notesSlides/notesSlide39.xml" Id="Rfcadaef131434b73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6.xml"/><Relationship Id="rIdNav4" Type="http://schemas.openxmlformats.org/officeDocument/2006/relationships/slide" Target="slide38.xml"/><Relationship Id="rIdNav5" Type="http://schemas.openxmlformats.org/officeDocument/2006/relationships/slide" Target="slide40.xml"/><Relationship Id="rIdNav6" Type="http://schemas.openxmlformats.org/officeDocument/2006/relationships/slide" Target="slide132.xml"/><Relationship Id="rIdNav7" Type="http://schemas.openxmlformats.org/officeDocument/2006/relationships/slide" Target="slide134.xml"/><Relationship Id="rIdNav8" Type="http://schemas.openxmlformats.org/officeDocument/2006/relationships/slide" Target="slide136.xml"/><Relationship Id="rIdNav9" Type="http://schemas.openxmlformats.org/officeDocument/2006/relationships/slide" Target="slide30.xml"/><Relationship Id="rIdNav10" Type="http://schemas.openxmlformats.org/officeDocument/2006/relationships/slide" Target="slide32.xml"/><Relationship Id="rIdNav11" Type="http://schemas.openxmlformats.org/officeDocument/2006/relationships/slide" Target="slide34.xml"/><Relationship Id="rIdNav12" Type="http://schemas.openxmlformats.org/officeDocument/2006/relationships/slide" Target="slide36.xml"/><Relationship Id="rIdNav13" Type="http://schemas.openxmlformats.org/officeDocument/2006/relationships/slide" Target="slide38.xml"/><Relationship Id="rIdNav14" Type="http://schemas.openxmlformats.org/officeDocument/2006/relationships/slide" Target="slide41.xml"/></Relationships>
</file>

<file path=ppt/slides/_rels/slide4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9e1c8ce2b6b4031"/><Relationship Type="http://schemas.openxmlformats.org/officeDocument/2006/relationships/notesSlide" Target="/ppt/notesSlides/notesSlide40.xml" Id="R67e23a857ceb4ec4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6.xml"/><Relationship Id="rIdNav4" Type="http://schemas.openxmlformats.org/officeDocument/2006/relationships/slide" Target="slide39.xml"/><Relationship Id="rIdNav5" Type="http://schemas.openxmlformats.org/officeDocument/2006/relationships/slide" Target="slide41.xml"/><Relationship Id="rIdNav6" Type="http://schemas.openxmlformats.org/officeDocument/2006/relationships/slide" Target="slide132.xml"/><Relationship Id="rIdNav7" Type="http://schemas.openxmlformats.org/officeDocument/2006/relationships/slide" Target="slide134.xml"/><Relationship Id="rIdNav8" Type="http://schemas.openxmlformats.org/officeDocument/2006/relationships/slide" Target="slide136.xml"/><Relationship Id="rIdNav9" Type="http://schemas.openxmlformats.org/officeDocument/2006/relationships/slide" Target="slide30.xml"/><Relationship Id="rIdNav10" Type="http://schemas.openxmlformats.org/officeDocument/2006/relationships/slide" Target="slide32.xml"/><Relationship Id="rIdNav11" Type="http://schemas.openxmlformats.org/officeDocument/2006/relationships/slide" Target="slide34.xml"/><Relationship Id="rIdNav12" Type="http://schemas.openxmlformats.org/officeDocument/2006/relationships/slide" Target="slide36.xml"/><Relationship Id="rIdNav13" Type="http://schemas.openxmlformats.org/officeDocument/2006/relationships/slide" Target="slide38.xml"/><Relationship Id="rIdNav14" Type="http://schemas.openxmlformats.org/officeDocument/2006/relationships/slide" Target="slide41.xml"/></Relationships>
</file>

<file path=ppt/slides/_rels/slide4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84dff4b23bd4484"/><Relationship Type="http://schemas.openxmlformats.org/officeDocument/2006/relationships/image" Target="/ppt/media/image20.png" Id="R301f2e4475224ae5"/><Relationship Type="http://schemas.openxmlformats.org/officeDocument/2006/relationships/notesSlide" Target="/ppt/notesSlides/notesSlide41.xml" Id="R43dbd842645a4a1a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6.xml"/><Relationship Id="rIdNav4" Type="http://schemas.openxmlformats.org/officeDocument/2006/relationships/slide" Target="slide38.xml"/><Relationship Id="rIdNav5" Type="http://schemas.openxmlformats.org/officeDocument/2006/relationships/slide" Target="slide7.xml"/><Relationship Id="rIdNav6" Type="http://schemas.openxmlformats.org/officeDocument/2006/relationships/slide" Target="slide138.xml"/><Relationship Id="rIdNav7" Type="http://schemas.openxmlformats.org/officeDocument/2006/relationships/slide" Target="slide140.xml"/><Relationship Id="rIdNav8" Type="http://schemas.openxmlformats.org/officeDocument/2006/relationships/slide" Target="slide142.xml"/><Relationship Id="rIdNav9" Type="http://schemas.openxmlformats.org/officeDocument/2006/relationships/slide" Target="slide30.xml"/><Relationship Id="rIdNav10" Type="http://schemas.openxmlformats.org/officeDocument/2006/relationships/slide" Target="slide32.xml"/><Relationship Id="rIdNav11" Type="http://schemas.openxmlformats.org/officeDocument/2006/relationships/slide" Target="slide34.xml"/><Relationship Id="rIdNav12" Type="http://schemas.openxmlformats.org/officeDocument/2006/relationships/slide" Target="slide36.xml"/><Relationship Id="rIdNav13" Type="http://schemas.openxmlformats.org/officeDocument/2006/relationships/slide" Target="slide38.xml"/><Relationship Id="rIdNav14" Type="http://schemas.openxmlformats.org/officeDocument/2006/relationships/slide" Target="slide41.xml"/><Relationship Id="rIdNav15" Type="http://schemas.openxmlformats.org/officeDocument/2006/relationships/slide" Target="slide60.xml"/><Relationship Id="rIdNav16" Type="http://schemas.openxmlformats.org/officeDocument/2006/relationships/slide" Target="slide61.xml"/><Relationship Id="rIdNav17" Type="http://schemas.openxmlformats.org/officeDocument/2006/relationships/slide" Target="slide62.xml"/><Relationship Id="rIdNav18" Type="http://schemas.openxmlformats.org/officeDocument/2006/relationships/slide" Target="slide63.xml"/><Relationship Id="rIdNav19" Type="http://schemas.openxmlformats.org/officeDocument/2006/relationships/slide" Target="slide41.xml"/><Relationship Id="rIdNav20" Type="http://schemas.openxmlformats.org/officeDocument/2006/relationships/slide" Target="slide160.xml"/></Relationships>
</file>

<file path=ppt/slides/_rels/slide4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9fe2b81298e4b73"/><Relationship Type="http://schemas.openxmlformats.org/officeDocument/2006/relationships/image" Target="/ppt/media/image21.png" Id="R0a9ca4982e5e4667"/><Relationship Type="http://schemas.openxmlformats.org/officeDocument/2006/relationships/notesSlide" Target="/ppt/notesSlides/notesSlide42.xml" Id="R46221737f06e4809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7.xml"/><Relationship Id="rIdNav3" Type="http://schemas.openxmlformats.org/officeDocument/2006/relationships/slide" Target="slide7.xml"/><Relationship Id="rIdNav4" Type="http://schemas.openxmlformats.org/officeDocument/2006/relationships/slide" Target="slide43.xml"/><Relationship Id="rIdNav5" Type="http://schemas.openxmlformats.org/officeDocument/2006/relationships/slide" Target="slide42.xml"/></Relationships>
</file>

<file path=ppt/slides/_rels/slide4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f4a14925e834ca5"/><Relationship Type="http://schemas.openxmlformats.org/officeDocument/2006/relationships/image" Target="/ppt/media/image22.png" Id="R71681814b776432e"/><Relationship Type="http://schemas.openxmlformats.org/officeDocument/2006/relationships/notesSlide" Target="/ppt/notesSlides/notesSlide43.xml" Id="Raf485a01ded14963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7.xml"/><Relationship Id="rIdNav3" Type="http://schemas.openxmlformats.org/officeDocument/2006/relationships/slide" Target="slide7.xml"/><Relationship Id="rIdNav4" Type="http://schemas.openxmlformats.org/officeDocument/2006/relationships/slide" Target="slide42.xml"/><Relationship Id="rIdNav5" Type="http://schemas.openxmlformats.org/officeDocument/2006/relationships/slide" Target="slide44.xml"/><Relationship Id="rIdNav6" Type="http://schemas.openxmlformats.org/officeDocument/2006/relationships/slide" Target="slide43.xml"/></Relationships>
</file>

<file path=ppt/slides/_rels/slide4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41dfa7594924f30"/><Relationship Type="http://schemas.openxmlformats.org/officeDocument/2006/relationships/notesSlide" Target="/ppt/notesSlides/notesSlide44.xml" Id="R14f95f1393d34180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7.xml"/><Relationship Id="rIdNav3" Type="http://schemas.openxmlformats.org/officeDocument/2006/relationships/slide" Target="slide7.xml"/><Relationship Id="rIdNav4" Type="http://schemas.openxmlformats.org/officeDocument/2006/relationships/slide" Target="slide43.xml"/><Relationship Id="rIdNav5" Type="http://schemas.openxmlformats.org/officeDocument/2006/relationships/slide" Target="slide45.xml"/><Relationship Id="rIdNav6" Type="http://schemas.openxmlformats.org/officeDocument/2006/relationships/slide" Target="slide43.xml"/></Relationships>
</file>

<file path=ppt/slides/_rels/slide4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bb7d98eef624d6e"/><Relationship Type="http://schemas.openxmlformats.org/officeDocument/2006/relationships/image" Target="/ppt/media/image23.png" Id="R7b91e0cbe02943f0"/><Relationship Type="http://schemas.openxmlformats.org/officeDocument/2006/relationships/notesSlide" Target="/ppt/notesSlides/notesSlide45.xml" Id="R17896f3affdf4782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7.xml"/><Relationship Id="rIdNav3" Type="http://schemas.openxmlformats.org/officeDocument/2006/relationships/slide" Target="slide7.xml"/><Relationship Id="rIdNav4" Type="http://schemas.openxmlformats.org/officeDocument/2006/relationships/slide" Target="slide43.xml"/><Relationship Id="rIdNav5" Type="http://schemas.openxmlformats.org/officeDocument/2006/relationships/slide" Target="slide46.xml"/><Relationship Id="rIdNav6" Type="http://schemas.openxmlformats.org/officeDocument/2006/relationships/slide" Target="slide144.xml"/><Relationship Id="rIdNav7" Type="http://schemas.openxmlformats.org/officeDocument/2006/relationships/slide" Target="slide146.xml"/><Relationship Id="rIdNav8" Type="http://schemas.openxmlformats.org/officeDocument/2006/relationships/slide" Target="slide45.xml"/><Relationship Id="rIdNav9" Type="http://schemas.openxmlformats.org/officeDocument/2006/relationships/slide" Target="slide48.xml"/></Relationships>
</file>

<file path=ppt/slides/_rels/slide4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d3b9664967d45ea"/><Relationship Type="http://schemas.openxmlformats.org/officeDocument/2006/relationships/notesSlide" Target="/ppt/notesSlides/notesSlide46.xml" Id="R76b4e34926084837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7.xml"/><Relationship Id="rIdNav3" Type="http://schemas.openxmlformats.org/officeDocument/2006/relationships/slide" Target="slide7.xml"/><Relationship Id="rIdNav4" Type="http://schemas.openxmlformats.org/officeDocument/2006/relationships/slide" Target="slide45.xml"/><Relationship Id="rIdNav5" Type="http://schemas.openxmlformats.org/officeDocument/2006/relationships/slide" Target="slide47.xml"/><Relationship Id="rIdNav6" Type="http://schemas.openxmlformats.org/officeDocument/2006/relationships/slide" Target="slide144.xml"/><Relationship Id="rIdNav7" Type="http://schemas.openxmlformats.org/officeDocument/2006/relationships/slide" Target="slide146.xml"/><Relationship Id="rIdNav8" Type="http://schemas.openxmlformats.org/officeDocument/2006/relationships/slide" Target="slide45.xml"/><Relationship Id="rIdNav9" Type="http://schemas.openxmlformats.org/officeDocument/2006/relationships/slide" Target="slide48.xml"/></Relationships>
</file>

<file path=ppt/slides/_rels/slide4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c37b179698b487b"/><Relationship Type="http://schemas.openxmlformats.org/officeDocument/2006/relationships/notesSlide" Target="/ppt/notesSlides/notesSlide47.xml" Id="Rffff18d4f9914ac9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7.xml"/><Relationship Id="rIdNav3" Type="http://schemas.openxmlformats.org/officeDocument/2006/relationships/slide" Target="slide7.xml"/><Relationship Id="rIdNav4" Type="http://schemas.openxmlformats.org/officeDocument/2006/relationships/slide" Target="slide46.xml"/><Relationship Id="rIdNav5" Type="http://schemas.openxmlformats.org/officeDocument/2006/relationships/slide" Target="slide48.xml"/><Relationship Id="rIdNav6" Type="http://schemas.openxmlformats.org/officeDocument/2006/relationships/slide" Target="slide144.xml"/><Relationship Id="rIdNav7" Type="http://schemas.openxmlformats.org/officeDocument/2006/relationships/slide" Target="slide146.xml"/><Relationship Id="rIdNav8" Type="http://schemas.openxmlformats.org/officeDocument/2006/relationships/slide" Target="slide45.xml"/><Relationship Id="rIdNav9" Type="http://schemas.openxmlformats.org/officeDocument/2006/relationships/slide" Target="slide48.xml"/></Relationships>
</file>

<file path=ppt/slides/_rels/slide4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bbaefdbcc8b47da"/><Relationship Type="http://schemas.openxmlformats.org/officeDocument/2006/relationships/image" Target="/ppt/media/image24.png" Id="R0e706fabc5cf42c3"/><Relationship Type="http://schemas.openxmlformats.org/officeDocument/2006/relationships/notesSlide" Target="/ppt/notesSlides/notesSlide48.xml" Id="R05fbd7ba0dff419a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7.xml"/><Relationship Id="rIdNav3" Type="http://schemas.openxmlformats.org/officeDocument/2006/relationships/slide" Target="slide7.xml"/><Relationship Id="rIdNav4" Type="http://schemas.openxmlformats.org/officeDocument/2006/relationships/slide" Target="slide45.xml"/><Relationship Id="rIdNav5" Type="http://schemas.openxmlformats.org/officeDocument/2006/relationships/slide" Target="slide49.xml"/><Relationship Id="rIdNav6" Type="http://schemas.openxmlformats.org/officeDocument/2006/relationships/slide" Target="slide148.xml"/><Relationship Id="rIdNav7" Type="http://schemas.openxmlformats.org/officeDocument/2006/relationships/slide" Target="slide150.xml"/><Relationship Id="rIdNav8" Type="http://schemas.openxmlformats.org/officeDocument/2006/relationships/slide" Target="slide45.xml"/><Relationship Id="rIdNav9" Type="http://schemas.openxmlformats.org/officeDocument/2006/relationships/slide" Target="slide48.xml"/></Relationships>
</file>

<file path=ppt/slides/_rels/slide4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87ae698bd034f7b"/><Relationship Type="http://schemas.openxmlformats.org/officeDocument/2006/relationships/notesSlide" Target="/ppt/notesSlides/notesSlide49.xml" Id="R3737a281a0444a4b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7.xml"/><Relationship Id="rIdNav3" Type="http://schemas.openxmlformats.org/officeDocument/2006/relationships/slide" Target="slide7.xml"/><Relationship Id="rIdNav4" Type="http://schemas.openxmlformats.org/officeDocument/2006/relationships/slide" Target="slide48.xml"/><Relationship Id="rIdNav5" Type="http://schemas.openxmlformats.org/officeDocument/2006/relationships/slide" Target="slide8.xml"/><Relationship Id="rIdNav6" Type="http://schemas.openxmlformats.org/officeDocument/2006/relationships/slide" Target="slide148.xml"/><Relationship Id="rIdNav7" Type="http://schemas.openxmlformats.org/officeDocument/2006/relationships/slide" Target="slide150.xml"/><Relationship Id="rIdNav8" Type="http://schemas.openxmlformats.org/officeDocument/2006/relationships/slide" Target="slide45.xml"/><Relationship Id="rIdNav9" Type="http://schemas.openxmlformats.org/officeDocument/2006/relationships/slide" Target="slide48.xml"/></Relationships>
</file>

<file path=ppt/slides/_rels/slide5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55c565e1075400f"/><Relationship Type="http://schemas.openxmlformats.org/officeDocument/2006/relationships/image" Target="/ppt/media/image25.png" Id="R416ed8e057864425"/><Relationship Type="http://schemas.openxmlformats.org/officeDocument/2006/relationships/notesSlide" Target="/ppt/notesSlides/notesSlide50.xml" Id="R64ead214e73e4435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8.xml"/><Relationship Id="rIdNav3" Type="http://schemas.openxmlformats.org/officeDocument/2006/relationships/slide" Target="slide8.xml"/><Relationship Id="rIdNav4" Type="http://schemas.openxmlformats.org/officeDocument/2006/relationships/slide" Target="slide51.xml"/><Relationship Id="rIdNav5" Type="http://schemas.openxmlformats.org/officeDocument/2006/relationships/slide" Target="slide50.xml"/></Relationships>
</file>

<file path=ppt/slides/_rels/slide5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b92e9de07434ad2"/><Relationship Type="http://schemas.openxmlformats.org/officeDocument/2006/relationships/notesSlide" Target="/ppt/notesSlides/notesSlide51.xml" Id="Rcbe0808171324e11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8.xml"/><Relationship Id="rIdNav3" Type="http://schemas.openxmlformats.org/officeDocument/2006/relationships/slide" Target="slide8.xml"/><Relationship Id="rIdNav4" Type="http://schemas.openxmlformats.org/officeDocument/2006/relationships/slide" Target="slide50.xml"/><Relationship Id="rIdNav5" Type="http://schemas.openxmlformats.org/officeDocument/2006/relationships/slide" Target="slide52.xml"/><Relationship Id="rIdNav6" Type="http://schemas.openxmlformats.org/officeDocument/2006/relationships/slide" Target="slide50.xml"/></Relationships>
</file>

<file path=ppt/slides/_rels/slide5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f8d4a0a9c984daf"/><Relationship Type="http://schemas.openxmlformats.org/officeDocument/2006/relationships/notesSlide" Target="/ppt/notesSlides/notesSlide52.xml" Id="R61f4749bd07048db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8.xml"/><Relationship Id="rIdNav3" Type="http://schemas.openxmlformats.org/officeDocument/2006/relationships/slide" Target="slide8.xml"/><Relationship Id="rIdNav4" Type="http://schemas.openxmlformats.org/officeDocument/2006/relationships/slide" Target="slide51.xml"/><Relationship Id="rIdNav5" Type="http://schemas.openxmlformats.org/officeDocument/2006/relationships/slide" Target="slide53.xml"/><Relationship Id="rIdNav6" Type="http://schemas.openxmlformats.org/officeDocument/2006/relationships/slide" Target="slide50.xml"/></Relationships>
</file>

<file path=ppt/slides/_rels/slide5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9eaf97755764509"/><Relationship Type="http://schemas.openxmlformats.org/officeDocument/2006/relationships/notesSlide" Target="/ppt/notesSlides/notesSlide53.xml" Id="R750a6c359e834021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8.xml"/><Relationship Id="rIdNav3" Type="http://schemas.openxmlformats.org/officeDocument/2006/relationships/slide" Target="slide8.xml"/><Relationship Id="rIdNav4" Type="http://schemas.openxmlformats.org/officeDocument/2006/relationships/slide" Target="slide52.xml"/><Relationship Id="rIdNav5" Type="http://schemas.openxmlformats.org/officeDocument/2006/relationships/slide" Target="slide54.xml"/><Relationship Id="rIdNav6" Type="http://schemas.openxmlformats.org/officeDocument/2006/relationships/slide" Target="slide50.xml"/></Relationships>
</file>

<file path=ppt/slides/_rels/slide5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cade1f2e48c4bb4"/><Relationship Type="http://schemas.openxmlformats.org/officeDocument/2006/relationships/image" Target="/ppt/media/image26.png" Id="R02de09ceff4340d5"/><Relationship Type="http://schemas.openxmlformats.org/officeDocument/2006/relationships/notesSlide" Target="/ppt/notesSlides/notesSlide54.xml" Id="R30f3d0d51ff94d0c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8.xml"/><Relationship Id="rIdNav3" Type="http://schemas.openxmlformats.org/officeDocument/2006/relationships/slide" Target="slide8.xml"/><Relationship Id="rIdNav4" Type="http://schemas.openxmlformats.org/officeDocument/2006/relationships/slide" Target="slide50.xml"/><Relationship Id="rIdNav5" Type="http://schemas.openxmlformats.org/officeDocument/2006/relationships/slide" Target="slide55.xml"/><Relationship Id="rIdNav6" Type="http://schemas.openxmlformats.org/officeDocument/2006/relationships/slide" Target="slide152.xml"/><Relationship Id="rIdNav7" Type="http://schemas.openxmlformats.org/officeDocument/2006/relationships/slide" Target="slide54.xml"/><Relationship Id="rIdNav8" Type="http://schemas.openxmlformats.org/officeDocument/2006/relationships/slide" Target="slide58.xml"/></Relationships>
</file>

<file path=ppt/slides/_rels/slide5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86bc556f3244665"/><Relationship Type="http://schemas.openxmlformats.org/officeDocument/2006/relationships/notesSlide" Target="/ppt/notesSlides/notesSlide55.xml" Id="R3849271407ae4ebf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8.xml"/><Relationship Id="rIdNav3" Type="http://schemas.openxmlformats.org/officeDocument/2006/relationships/slide" Target="slide8.xml"/><Relationship Id="rIdNav4" Type="http://schemas.openxmlformats.org/officeDocument/2006/relationships/slide" Target="slide54.xml"/><Relationship Id="rIdNav5" Type="http://schemas.openxmlformats.org/officeDocument/2006/relationships/slide" Target="slide56.xml"/><Relationship Id="rIdNav6" Type="http://schemas.openxmlformats.org/officeDocument/2006/relationships/slide" Target="slide152.xml"/><Relationship Id="rIdNav7" Type="http://schemas.openxmlformats.org/officeDocument/2006/relationships/slide" Target="slide54.xml"/><Relationship Id="rIdNav8" Type="http://schemas.openxmlformats.org/officeDocument/2006/relationships/slide" Target="slide58.xml"/></Relationships>
</file>

<file path=ppt/slides/_rels/slide5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62ec024e50e4ab6"/><Relationship Type="http://schemas.openxmlformats.org/officeDocument/2006/relationships/notesSlide" Target="/ppt/notesSlides/notesSlide56.xml" Id="R1de5ace0e550492f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8.xml"/><Relationship Id="rIdNav3" Type="http://schemas.openxmlformats.org/officeDocument/2006/relationships/slide" Target="slide8.xml"/><Relationship Id="rIdNav4" Type="http://schemas.openxmlformats.org/officeDocument/2006/relationships/slide" Target="slide55.xml"/><Relationship Id="rIdNav5" Type="http://schemas.openxmlformats.org/officeDocument/2006/relationships/slide" Target="slide57.xml"/><Relationship Id="rIdNav6" Type="http://schemas.openxmlformats.org/officeDocument/2006/relationships/slide" Target="slide152.xml"/><Relationship Id="rIdNav7" Type="http://schemas.openxmlformats.org/officeDocument/2006/relationships/slide" Target="slide54.xml"/><Relationship Id="rIdNav8" Type="http://schemas.openxmlformats.org/officeDocument/2006/relationships/slide" Target="slide58.xml"/></Relationships>
</file>

<file path=ppt/slides/_rels/slide5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70e1bc869d040f7"/><Relationship Type="http://schemas.openxmlformats.org/officeDocument/2006/relationships/notesSlide" Target="/ppt/notesSlides/notesSlide57.xml" Id="R3ab9ccce55de4024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8.xml"/><Relationship Id="rIdNav3" Type="http://schemas.openxmlformats.org/officeDocument/2006/relationships/slide" Target="slide8.xml"/><Relationship Id="rIdNav4" Type="http://schemas.openxmlformats.org/officeDocument/2006/relationships/slide" Target="slide56.xml"/><Relationship Id="rIdNav5" Type="http://schemas.openxmlformats.org/officeDocument/2006/relationships/slide" Target="slide58.xml"/><Relationship Id="rIdNav6" Type="http://schemas.openxmlformats.org/officeDocument/2006/relationships/slide" Target="slide152.xml"/><Relationship Id="rIdNav7" Type="http://schemas.openxmlformats.org/officeDocument/2006/relationships/slide" Target="slide54.xml"/><Relationship Id="rIdNav8" Type="http://schemas.openxmlformats.org/officeDocument/2006/relationships/slide" Target="slide58.xml"/></Relationships>
</file>

<file path=ppt/slides/_rels/slide5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f492001dd4b4b2c"/><Relationship Type="http://schemas.openxmlformats.org/officeDocument/2006/relationships/image" Target="/ppt/media/image27.png" Id="R18d3a91aae7a436b"/><Relationship Type="http://schemas.openxmlformats.org/officeDocument/2006/relationships/notesSlide" Target="/ppt/notesSlides/notesSlide58.xml" Id="Rd1b8212fad194336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8.xml"/><Relationship Id="rIdNav3" Type="http://schemas.openxmlformats.org/officeDocument/2006/relationships/slide" Target="slide8.xml"/><Relationship Id="rIdNav4" Type="http://schemas.openxmlformats.org/officeDocument/2006/relationships/slide" Target="slide54.xml"/><Relationship Id="rIdNav5" Type="http://schemas.openxmlformats.org/officeDocument/2006/relationships/slide" Target="slide59.xml"/><Relationship Id="rIdNav6" Type="http://schemas.openxmlformats.org/officeDocument/2006/relationships/slide" Target="slide156.xml"/><Relationship Id="rIdNav7" Type="http://schemas.openxmlformats.org/officeDocument/2006/relationships/slide" Target="slide54.xml"/><Relationship Id="rIdNav8" Type="http://schemas.openxmlformats.org/officeDocument/2006/relationships/slide" Target="slide58.xml"/></Relationships>
</file>

<file path=ppt/slides/_rels/slide5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436cfc88c124133"/><Relationship Type="http://schemas.openxmlformats.org/officeDocument/2006/relationships/notesSlide" Target="/ppt/notesSlides/notesSlide59.xml" Id="R56ce6f129db64f3c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8.xml"/><Relationship Id="rIdNav3" Type="http://schemas.openxmlformats.org/officeDocument/2006/relationships/slide" Target="slide8.xml"/><Relationship Id="rIdNav4" Type="http://schemas.openxmlformats.org/officeDocument/2006/relationships/slide" Target="slide58.xml"/><Relationship Id="rIdNav5" Type="http://schemas.openxmlformats.org/officeDocument/2006/relationships/slide" Target="slide9.xml"/><Relationship Id="rIdNav6" Type="http://schemas.openxmlformats.org/officeDocument/2006/relationships/slide" Target="slide156.xml"/><Relationship Id="rIdNav7" Type="http://schemas.openxmlformats.org/officeDocument/2006/relationships/slide" Target="slide54.xml"/><Relationship Id="rIdNav8" Type="http://schemas.openxmlformats.org/officeDocument/2006/relationships/slide" Target="slide58.xml"/></Relationships>
</file>

<file path=ppt/slides/_rels/slide6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b962f6eb6cb442d"/><Relationship Type="http://schemas.openxmlformats.org/officeDocument/2006/relationships/image" Target="/ppt/media/image28.png" Id="Red8451c12028465c"/><Relationship Type="http://schemas.openxmlformats.org/officeDocument/2006/relationships/notesSlide" Target="/ppt/notesSlides/notesSlide60.xml" Id="R29c5f1b1fbb2409f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6.xml"/><Relationship Id="rIdNav4" Type="http://schemas.openxmlformats.org/officeDocument/2006/relationships/slide" Target="slide38.xml"/><Relationship Id="rIdNav5" Type="http://schemas.openxmlformats.org/officeDocument/2006/relationships/slide" Target="slide7.xml"/><Relationship Id="rIdNav6" Type="http://schemas.openxmlformats.org/officeDocument/2006/relationships/slide" Target="slide60.xml"/><Relationship Id="rIdNav7" Type="http://schemas.openxmlformats.org/officeDocument/2006/relationships/slide" Target="slide61.xml"/><Relationship Id="rIdNav8" Type="http://schemas.openxmlformats.org/officeDocument/2006/relationships/slide" Target="slide62.xml"/><Relationship Id="rIdNav9" Type="http://schemas.openxmlformats.org/officeDocument/2006/relationships/slide" Target="slide63.xml"/><Relationship Id="rIdNav10" Type="http://schemas.openxmlformats.org/officeDocument/2006/relationships/slide" Target="slide41.xml"/><Relationship Id="rIdNav11" Type="http://schemas.openxmlformats.org/officeDocument/2006/relationships/slide" Target="slide138.xml"/></Relationships>
</file>

<file path=ppt/slides/_rels/slide6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d807629114843f6"/><Relationship Type="http://schemas.openxmlformats.org/officeDocument/2006/relationships/image" Target="/ppt/media/image29.png" Id="R1e03a94fcfb34f14"/><Relationship Type="http://schemas.openxmlformats.org/officeDocument/2006/relationships/notesSlide" Target="/ppt/notesSlides/notesSlide61.xml" Id="R9e4fc83f52eb4429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6.xml"/><Relationship Id="rIdNav4" Type="http://schemas.openxmlformats.org/officeDocument/2006/relationships/slide" Target="slide38.xml"/><Relationship Id="rIdNav5" Type="http://schemas.openxmlformats.org/officeDocument/2006/relationships/slide" Target="slide7.xml"/><Relationship Id="rIdNav6" Type="http://schemas.openxmlformats.org/officeDocument/2006/relationships/slide" Target="slide60.xml"/><Relationship Id="rIdNav7" Type="http://schemas.openxmlformats.org/officeDocument/2006/relationships/slide" Target="slide61.xml"/><Relationship Id="rIdNav8" Type="http://schemas.openxmlformats.org/officeDocument/2006/relationships/slide" Target="slide62.xml"/><Relationship Id="rIdNav9" Type="http://schemas.openxmlformats.org/officeDocument/2006/relationships/slide" Target="slide63.xml"/><Relationship Id="rIdNav10" Type="http://schemas.openxmlformats.org/officeDocument/2006/relationships/slide" Target="slide41.xml"/><Relationship Id="rIdNav11" Type="http://schemas.openxmlformats.org/officeDocument/2006/relationships/slide" Target="slide138.xml"/></Relationships>
</file>

<file path=ppt/slides/_rels/slide6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1736b9d0ac24cf5"/><Relationship Type="http://schemas.openxmlformats.org/officeDocument/2006/relationships/image" Target="/ppt/media/image30.png" Id="R1ea49aaebde04fca"/><Relationship Type="http://schemas.openxmlformats.org/officeDocument/2006/relationships/notesSlide" Target="/ppt/notesSlides/notesSlide62.xml" Id="Ra2c48b92e8e14276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6.xml"/><Relationship Id="rIdNav4" Type="http://schemas.openxmlformats.org/officeDocument/2006/relationships/slide" Target="slide38.xml"/><Relationship Id="rIdNav5" Type="http://schemas.openxmlformats.org/officeDocument/2006/relationships/slide" Target="slide7.xml"/><Relationship Id="rIdNav6" Type="http://schemas.openxmlformats.org/officeDocument/2006/relationships/slide" Target="slide60.xml"/><Relationship Id="rIdNav7" Type="http://schemas.openxmlformats.org/officeDocument/2006/relationships/slide" Target="slide61.xml"/><Relationship Id="rIdNav8" Type="http://schemas.openxmlformats.org/officeDocument/2006/relationships/slide" Target="slide62.xml"/><Relationship Id="rIdNav9" Type="http://schemas.openxmlformats.org/officeDocument/2006/relationships/slide" Target="slide63.xml"/><Relationship Id="rIdNav10" Type="http://schemas.openxmlformats.org/officeDocument/2006/relationships/slide" Target="slide41.xml"/><Relationship Id="rIdNav11" Type="http://schemas.openxmlformats.org/officeDocument/2006/relationships/slide" Target="slide138.xml"/></Relationships>
</file>

<file path=ppt/slides/_rels/slide6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902ad572f684592"/><Relationship Type="http://schemas.openxmlformats.org/officeDocument/2006/relationships/image" Target="/ppt/media/image31.png" Id="R57d229690cc84cb8"/><Relationship Type="http://schemas.openxmlformats.org/officeDocument/2006/relationships/notesSlide" Target="/ppt/notesSlides/notesSlide63.xml" Id="Ref72dd863e6d4faf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6.xml"/><Relationship Id="rIdNav4" Type="http://schemas.openxmlformats.org/officeDocument/2006/relationships/slide" Target="slide38.xml"/><Relationship Id="rIdNav5" Type="http://schemas.openxmlformats.org/officeDocument/2006/relationships/slide" Target="slide7.xml"/><Relationship Id="rIdNav6" Type="http://schemas.openxmlformats.org/officeDocument/2006/relationships/slide" Target="slide60.xml"/><Relationship Id="rIdNav7" Type="http://schemas.openxmlformats.org/officeDocument/2006/relationships/slide" Target="slide61.xml"/><Relationship Id="rIdNav8" Type="http://schemas.openxmlformats.org/officeDocument/2006/relationships/slide" Target="slide62.xml"/><Relationship Id="rIdNav9" Type="http://schemas.openxmlformats.org/officeDocument/2006/relationships/slide" Target="slide63.xml"/><Relationship Id="rIdNav10" Type="http://schemas.openxmlformats.org/officeDocument/2006/relationships/slide" Target="slide41.xml"/><Relationship Id="rIdNav11" Type="http://schemas.openxmlformats.org/officeDocument/2006/relationships/slide" Target="slide138.xml"/></Relationships>
</file>

<file path=ppt/slides/_rels/slide6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9cd83fcc7474f38"/><Relationship Type="http://schemas.openxmlformats.org/officeDocument/2006/relationships/notesSlide" Target="/ppt/notesSlides/notesSlide64.xml" Id="Rc1362f1963bd4d30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5.xml"/><Relationship Id="rIdNav3" Type="http://schemas.openxmlformats.org/officeDocument/2006/relationships/slide" Target="slide12.xml"/><Relationship Id="rIdNav4" Type="http://schemas.openxmlformats.org/officeDocument/2006/relationships/slide" Target="slide65.xml"/></Relationships>
</file>

<file path=ppt/slides/_rels/slide6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0970f2749b644af"/><Relationship Type="http://schemas.openxmlformats.org/officeDocument/2006/relationships/notesSlide" Target="/ppt/notesSlides/notesSlide65.xml" Id="Rcd566df7662a4544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5.xml"/><Relationship Id="rIdNav3" Type="http://schemas.openxmlformats.org/officeDocument/2006/relationships/slide" Target="slide12.xml"/><Relationship Id="rIdNav4" Type="http://schemas.openxmlformats.org/officeDocument/2006/relationships/slide" Target="slide12.xml"/></Relationships>
</file>

<file path=ppt/slides/_rels/slide6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df8006dab0a451f"/><Relationship Type="http://schemas.openxmlformats.org/officeDocument/2006/relationships/notesSlide" Target="/ppt/notesSlides/notesSlide66.xml" Id="Rc1ecc4aaafa74b84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5.xml"/><Relationship Id="rIdNav3" Type="http://schemas.openxmlformats.org/officeDocument/2006/relationships/slide" Target="slide12.xml"/><Relationship Id="rIdNav4" Type="http://schemas.openxmlformats.org/officeDocument/2006/relationships/slide" Target="slide67.xml"/></Relationships>
</file>

<file path=ppt/slides/_rels/slide6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471a1f9040340c8"/><Relationship Type="http://schemas.openxmlformats.org/officeDocument/2006/relationships/notesSlide" Target="/ppt/notesSlides/notesSlide67.xml" Id="R404da5b351dd40a0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5.xml"/><Relationship Id="rIdNav3" Type="http://schemas.openxmlformats.org/officeDocument/2006/relationships/slide" Target="slide12.xml"/><Relationship Id="rIdNav4" Type="http://schemas.openxmlformats.org/officeDocument/2006/relationships/slide" Target="slide12.xml"/></Relationships>
</file>

<file path=ppt/slides/_rels/slide6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8bf43f3d0024b19"/><Relationship Type="http://schemas.openxmlformats.org/officeDocument/2006/relationships/notesSlide" Target="/ppt/notesSlides/notesSlide68.xml" Id="R8fd9375c994343cc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5.xml"/><Relationship Id="rIdNav3" Type="http://schemas.openxmlformats.org/officeDocument/2006/relationships/slide" Target="slide12.xml"/><Relationship Id="rIdNav4" Type="http://schemas.openxmlformats.org/officeDocument/2006/relationships/slide" Target="slide69.xml"/></Relationships>
</file>

<file path=ppt/slides/_rels/slide6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a89ab0ef8464805"/><Relationship Type="http://schemas.openxmlformats.org/officeDocument/2006/relationships/notesSlide" Target="/ppt/notesSlides/notesSlide69.xml" Id="R692166febd084298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5.xml"/><Relationship Id="rIdNav3" Type="http://schemas.openxmlformats.org/officeDocument/2006/relationships/slide" Target="slide12.xml"/><Relationship Id="rIdNav4" Type="http://schemas.openxmlformats.org/officeDocument/2006/relationships/slide" Target="slide70.xml"/></Relationships>
</file>

<file path=ppt/slides/_rels/slide7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d28b02d009b4068"/><Relationship Type="http://schemas.openxmlformats.org/officeDocument/2006/relationships/notesSlide" Target="/ppt/notesSlides/notesSlide70.xml" Id="Ra5780789a99e4878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5.xml"/><Relationship Id="rIdNav3" Type="http://schemas.openxmlformats.org/officeDocument/2006/relationships/slide" Target="slide12.xml"/><Relationship Id="rIdNav4" Type="http://schemas.openxmlformats.org/officeDocument/2006/relationships/slide" Target="slide71.xml"/></Relationships>
</file>

<file path=ppt/slides/_rels/slide7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157377db4ea4d26"/><Relationship Type="http://schemas.openxmlformats.org/officeDocument/2006/relationships/notesSlide" Target="/ppt/notesSlides/notesSlide71.xml" Id="Rac7a056ca6b347fe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5.xml"/><Relationship Id="rIdNav3" Type="http://schemas.openxmlformats.org/officeDocument/2006/relationships/slide" Target="slide12.xml"/><Relationship Id="rIdNav4" Type="http://schemas.openxmlformats.org/officeDocument/2006/relationships/slide" Target="slide68.xml"/><Relationship Id="rIdNav5" Type="http://schemas.openxmlformats.org/officeDocument/2006/relationships/slide" Target="slide72.xml"/></Relationships>
</file>

<file path=ppt/slides/_rels/slide7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e7399980b054458"/><Relationship Type="http://schemas.openxmlformats.org/officeDocument/2006/relationships/image" Target="/ppt/media/image32.png" Id="R042c9fba077e476a"/><Relationship Type="http://schemas.openxmlformats.org/officeDocument/2006/relationships/notesSlide" Target="/ppt/notesSlides/notesSlide72.xml" Id="R8d01cf3af8884871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5.xml"/><Relationship Id="rIdNav3" Type="http://schemas.openxmlformats.org/officeDocument/2006/relationships/slide" Target="slide12.xml"/><Relationship Id="rIdNav4" Type="http://schemas.openxmlformats.org/officeDocument/2006/relationships/slide" Target="slide68.xml"/><Relationship Id="rIdNav5" Type="http://schemas.openxmlformats.org/officeDocument/2006/relationships/slide" Target="slide73.xml"/></Relationships>
</file>

<file path=ppt/slides/_rels/slide7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4442378487a4978"/><Relationship Type="http://schemas.openxmlformats.org/officeDocument/2006/relationships/notesSlide" Target="/ppt/notesSlides/notesSlide73.xml" Id="R288e49f85ca341a1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5.xml"/><Relationship Id="rIdNav3" Type="http://schemas.openxmlformats.org/officeDocument/2006/relationships/slide" Target="slide12.xml"/><Relationship Id="rIdNav4" Type="http://schemas.openxmlformats.org/officeDocument/2006/relationships/slide" Target="slide71.xml"/><Relationship Id="rIdNav5" Type="http://schemas.openxmlformats.org/officeDocument/2006/relationships/slide" Target="slide74.xml"/></Relationships>
</file>

<file path=ppt/slides/_rels/slide7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ce9e33ce4c74602"/><Relationship Type="http://schemas.openxmlformats.org/officeDocument/2006/relationships/notesSlide" Target="/ppt/notesSlides/notesSlide74.xml" Id="R3f99cda4f2b04d25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5.xml"/><Relationship Id="rIdNav3" Type="http://schemas.openxmlformats.org/officeDocument/2006/relationships/slide" Target="slide12.xml"/><Relationship Id="rIdNav4" Type="http://schemas.openxmlformats.org/officeDocument/2006/relationships/slide" Target="slide71.xml"/><Relationship Id="rIdNav5" Type="http://schemas.openxmlformats.org/officeDocument/2006/relationships/slide" Target="slide12.xml"/></Relationships>
</file>

<file path=ppt/slides/_rels/slide7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28f95112b6a4fe3"/><Relationship Type="http://schemas.openxmlformats.org/officeDocument/2006/relationships/notesSlide" Target="/ppt/notesSlides/notesSlide75.xml" Id="R3cd4c82d93724f08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5.xml"/><Relationship Id="rIdNav3" Type="http://schemas.openxmlformats.org/officeDocument/2006/relationships/slide" Target="slide14.xml"/><Relationship Id="rIdNav4" Type="http://schemas.openxmlformats.org/officeDocument/2006/relationships/slide" Target="slide76.xml"/></Relationships>
</file>

<file path=ppt/slides/_rels/slide7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081dea8350a45d7"/><Relationship Type="http://schemas.openxmlformats.org/officeDocument/2006/relationships/notesSlide" Target="/ppt/notesSlides/notesSlide76.xml" Id="Ra9b88ea096794882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5.xml"/><Relationship Id="rIdNav3" Type="http://schemas.openxmlformats.org/officeDocument/2006/relationships/slide" Target="slide14.xml"/><Relationship Id="rIdNav4" Type="http://schemas.openxmlformats.org/officeDocument/2006/relationships/slide" Target="slide14.xml"/></Relationships>
</file>

<file path=ppt/slides/_rels/slide7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a5920ee90164a6a"/><Relationship Type="http://schemas.openxmlformats.org/officeDocument/2006/relationships/notesSlide" Target="/ppt/notesSlides/notesSlide77.xml" Id="Recf4b1043f9e4078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5.xml"/><Relationship Id="rIdNav3" Type="http://schemas.openxmlformats.org/officeDocument/2006/relationships/slide" Target="slide14.xml"/><Relationship Id="rIdNav4" Type="http://schemas.openxmlformats.org/officeDocument/2006/relationships/slide" Target="slide78.xml"/></Relationships>
</file>

<file path=ppt/slides/_rels/slide7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9cfbadaa0fd4d43"/><Relationship Type="http://schemas.openxmlformats.org/officeDocument/2006/relationships/notesSlide" Target="/ppt/notesSlides/notesSlide78.xml" Id="Rfc9e0e3b7f5a4fe9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5.xml"/><Relationship Id="rIdNav3" Type="http://schemas.openxmlformats.org/officeDocument/2006/relationships/slide" Target="slide14.xml"/><Relationship Id="rIdNav4" Type="http://schemas.openxmlformats.org/officeDocument/2006/relationships/slide" Target="slide14.xml"/></Relationships>
</file>

<file path=ppt/slides/_rels/slide7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8ac74eef65a40bb"/><Relationship Type="http://schemas.openxmlformats.org/officeDocument/2006/relationships/notesSlide" Target="/ppt/notesSlides/notesSlide79.xml" Id="Rb58e6709b72046d4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5.xml"/><Relationship Id="rIdNav3" Type="http://schemas.openxmlformats.org/officeDocument/2006/relationships/slide" Target="slide16.xml"/><Relationship Id="rIdNav4" Type="http://schemas.openxmlformats.org/officeDocument/2006/relationships/slide" Target="slide80.xml"/></Relationships>
</file>

<file path=ppt/slides/_rels/slide8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a1be07fbda74de1"/><Relationship Type="http://schemas.openxmlformats.org/officeDocument/2006/relationships/notesSlide" Target="/ppt/notesSlides/notesSlide80.xml" Id="R0e311148bf2a4e97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5.xml"/><Relationship Id="rIdNav3" Type="http://schemas.openxmlformats.org/officeDocument/2006/relationships/slide" Target="slide16.xml"/><Relationship Id="rIdNav4" Type="http://schemas.openxmlformats.org/officeDocument/2006/relationships/slide" Target="slide16.xml"/></Relationships>
</file>

<file path=ppt/slides/_rels/slide8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98625f9d2c24f1b"/><Relationship Type="http://schemas.openxmlformats.org/officeDocument/2006/relationships/notesSlide" Target="/ppt/notesSlides/notesSlide81.xml" Id="R6311a197c640473a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5.xml"/><Relationship Id="rIdNav3" Type="http://schemas.openxmlformats.org/officeDocument/2006/relationships/slide" Target="slide16.xml"/><Relationship Id="rIdNav4" Type="http://schemas.openxmlformats.org/officeDocument/2006/relationships/slide" Target="slide82.xml"/></Relationships>
</file>

<file path=ppt/slides/_rels/slide8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e7582858e68442f"/><Relationship Type="http://schemas.openxmlformats.org/officeDocument/2006/relationships/notesSlide" Target="/ppt/notesSlides/notesSlide82.xml" Id="R4532aacca8d040a0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5.xml"/><Relationship Id="rIdNav3" Type="http://schemas.openxmlformats.org/officeDocument/2006/relationships/slide" Target="slide16.xml"/><Relationship Id="rIdNav4" Type="http://schemas.openxmlformats.org/officeDocument/2006/relationships/slide" Target="slide16.xml"/></Relationships>
</file>

<file path=ppt/slides/_rels/slide8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a540c1ae9014e4e"/><Relationship Type="http://schemas.openxmlformats.org/officeDocument/2006/relationships/notesSlide" Target="/ppt/notesSlides/notesSlide83.xml" Id="Raccd546ec45e413f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20.xml"/><Relationship Id="rIdNav4" Type="http://schemas.openxmlformats.org/officeDocument/2006/relationships/slide" Target="slide84.xml"/></Relationships>
</file>

<file path=ppt/slides/_rels/slide8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a7b67a8e7c14366"/><Relationship Type="http://schemas.openxmlformats.org/officeDocument/2006/relationships/notesSlide" Target="/ppt/notesSlides/notesSlide84.xml" Id="R505f4f1786694d7e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20.xml"/><Relationship Id="rIdNav4" Type="http://schemas.openxmlformats.org/officeDocument/2006/relationships/slide" Target="slide20.xml"/></Relationships>
</file>

<file path=ppt/slides/_rels/slide8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35285615ec74961"/><Relationship Type="http://schemas.openxmlformats.org/officeDocument/2006/relationships/notesSlide" Target="/ppt/notesSlides/notesSlide85.xml" Id="Raa75beb4d5ad40cd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20.xml"/><Relationship Id="rIdNav4" Type="http://schemas.openxmlformats.org/officeDocument/2006/relationships/slide" Target="slide86.xml"/></Relationships>
</file>

<file path=ppt/slides/_rels/slide8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2d6028c4acc4c33"/><Relationship Type="http://schemas.openxmlformats.org/officeDocument/2006/relationships/notesSlide" Target="/ppt/notesSlides/notesSlide86.xml" Id="R9ae2c5918fc84152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20.xml"/><Relationship Id="rIdNav4" Type="http://schemas.openxmlformats.org/officeDocument/2006/relationships/slide" Target="slide87.xml"/></Relationships>
</file>

<file path=ppt/slides/_rels/slide8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1ebb0c8d5f94237"/><Relationship Type="http://schemas.openxmlformats.org/officeDocument/2006/relationships/notesSlide" Target="/ppt/notesSlides/notesSlide87.xml" Id="R31a38ab4889d4a11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20.xml"/><Relationship Id="rIdNav4" Type="http://schemas.openxmlformats.org/officeDocument/2006/relationships/slide" Target="slide20.xml"/></Relationships>
</file>

<file path=ppt/slides/_rels/slide8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df978eca7894970"/><Relationship Type="http://schemas.openxmlformats.org/officeDocument/2006/relationships/notesSlide" Target="/ppt/notesSlides/notesSlide88.xml" Id="R4170426892724a99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22.xml"/><Relationship Id="rIdNav4" Type="http://schemas.openxmlformats.org/officeDocument/2006/relationships/slide" Target="slide89.xml"/></Relationships>
</file>

<file path=ppt/slides/_rels/slide8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a4ccd24532a44ba"/><Relationship Type="http://schemas.openxmlformats.org/officeDocument/2006/relationships/notesSlide" Target="/ppt/notesSlides/notesSlide89.xml" Id="R3529d37fb0ca465c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22.xml"/><Relationship Id="rIdNav4" Type="http://schemas.openxmlformats.org/officeDocument/2006/relationships/slide" Target="slide22.xml"/></Relationships>
</file>

<file path=ppt/slides/_rels/slide9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6f28e7a03e5497e"/><Relationship Type="http://schemas.openxmlformats.org/officeDocument/2006/relationships/notesSlide" Target="/ppt/notesSlides/notesSlide90.xml" Id="R7dacee6310c6427c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22.xml"/><Relationship Id="rIdNav4" Type="http://schemas.openxmlformats.org/officeDocument/2006/relationships/slide" Target="slide91.xml"/></Relationships>
</file>

<file path=ppt/slides/_rels/slide9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3e0288e6d4c448f"/><Relationship Type="http://schemas.openxmlformats.org/officeDocument/2006/relationships/notesSlide" Target="/ppt/notesSlides/notesSlide91.xml" Id="Rf49807babe274fec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22.xml"/><Relationship Id="rIdNav4" Type="http://schemas.openxmlformats.org/officeDocument/2006/relationships/slide" Target="slide92.xml"/></Relationships>
</file>

<file path=ppt/slides/_rels/slide9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7d8231154374d77"/><Relationship Type="http://schemas.openxmlformats.org/officeDocument/2006/relationships/notesSlide" Target="/ppt/notesSlides/notesSlide92.xml" Id="Rb06fd57ae82f46f4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22.xml"/><Relationship Id="rIdNav4" Type="http://schemas.openxmlformats.org/officeDocument/2006/relationships/slide" Target="slide22.xml"/></Relationships>
</file>

<file path=ppt/slides/_rels/slide9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128bbfc78b7441d"/><Relationship Type="http://schemas.openxmlformats.org/officeDocument/2006/relationships/notesSlide" Target="/ppt/notesSlides/notesSlide93.xml" Id="R86bc1258824c443d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24.xml"/><Relationship Id="rIdNav4" Type="http://schemas.openxmlformats.org/officeDocument/2006/relationships/slide" Target="slide94.xml"/></Relationships>
</file>

<file path=ppt/slides/_rels/slide9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6b1aff8055343bf"/><Relationship Type="http://schemas.openxmlformats.org/officeDocument/2006/relationships/notesSlide" Target="/ppt/notesSlides/notesSlide94.xml" Id="Raf7c588139334c4a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24.xml"/><Relationship Id="rIdNav4" Type="http://schemas.openxmlformats.org/officeDocument/2006/relationships/slide" Target="slide24.xml"/></Relationships>
</file>

<file path=ppt/slides/_rels/slide9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e322a9ea7114cf7"/><Relationship Type="http://schemas.openxmlformats.org/officeDocument/2006/relationships/notesSlide" Target="/ppt/notesSlides/notesSlide95.xml" Id="R6085616121f2495d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24.xml"/><Relationship Id="rIdNav4" Type="http://schemas.openxmlformats.org/officeDocument/2006/relationships/slide" Target="slide96.xml"/></Relationships>
</file>

<file path=ppt/slides/_rels/slide9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797cdf00571409b"/><Relationship Type="http://schemas.openxmlformats.org/officeDocument/2006/relationships/notesSlide" Target="/ppt/notesSlides/notesSlide96.xml" Id="R1efcea5c884a461f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24.xml"/><Relationship Id="rIdNav4" Type="http://schemas.openxmlformats.org/officeDocument/2006/relationships/slide" Target="slide97.xml"/></Relationships>
</file>

<file path=ppt/slides/_rels/slide9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dd9bfeaebb74ba8"/><Relationship Type="http://schemas.openxmlformats.org/officeDocument/2006/relationships/notesSlide" Target="/ppt/notesSlides/notesSlide97.xml" Id="R805bbacc34eb440f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24.xml"/><Relationship Id="rIdNav4" Type="http://schemas.openxmlformats.org/officeDocument/2006/relationships/slide" Target="slide24.xml"/></Relationships>
</file>

<file path=ppt/slides/_rels/slide9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ac4b5b08e344fdc"/><Relationship Type="http://schemas.openxmlformats.org/officeDocument/2006/relationships/notesSlide" Target="/ppt/notesSlides/notesSlide98.xml" Id="Re5de4d8f0743471d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26.xml"/><Relationship Id="rIdNav4" Type="http://schemas.openxmlformats.org/officeDocument/2006/relationships/slide" Target="slide99.xml"/></Relationships>
</file>

<file path=ppt/slides/_rels/slide9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1c23b4a378c498c"/><Relationship Type="http://schemas.openxmlformats.org/officeDocument/2006/relationships/notesSlide" Target="/ppt/notesSlides/notesSlide99.xml" Id="Rcfd52a94cba6408b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26.xml"/><Relationship Id="rIdNav4" Type="http://schemas.openxmlformats.org/officeDocument/2006/relationships/slide" Target="slide26.xml"/></Relationships>
</file>

<file path=ppt/slides/_rels/slide10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5323f7780014245"/><Relationship Type="http://schemas.openxmlformats.org/officeDocument/2006/relationships/notesSlide" Target="/ppt/notesSlides/notesSlide100.xml" Id="R9f3ebc1690384304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26.xml"/><Relationship Id="rIdNav4" Type="http://schemas.openxmlformats.org/officeDocument/2006/relationships/slide" Target="slide101.xml"/></Relationships>
</file>

<file path=ppt/slides/_rels/slide10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58e7ee7f1554fc3"/><Relationship Type="http://schemas.openxmlformats.org/officeDocument/2006/relationships/notesSlide" Target="/ppt/notesSlides/notesSlide101.xml" Id="Rfadf2ed8373f4ad4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26.xml"/><Relationship Id="rIdNav4" Type="http://schemas.openxmlformats.org/officeDocument/2006/relationships/slide" Target="slide102.xml"/></Relationships>
</file>

<file path=ppt/slides/_rels/slide10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81cc7da43664c0a"/><Relationship Type="http://schemas.openxmlformats.org/officeDocument/2006/relationships/notesSlide" Target="/ppt/notesSlides/notesSlide102.xml" Id="R499ec89f349d44ee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26.xml"/><Relationship Id="rIdNav4" Type="http://schemas.openxmlformats.org/officeDocument/2006/relationships/slide" Target="slide26.xml"/></Relationships>
</file>

<file path=ppt/slides/_rels/slide10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5895312c19b4deb"/><Relationship Type="http://schemas.openxmlformats.org/officeDocument/2006/relationships/notesSlide" Target="/ppt/notesSlides/notesSlide103.xml" Id="R03af48b21ff44d2b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28.xml"/><Relationship Id="rIdNav4" Type="http://schemas.openxmlformats.org/officeDocument/2006/relationships/slide" Target="slide104.xml"/></Relationships>
</file>

<file path=ppt/slides/_rels/slide10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45e3cf28ac84ccb"/><Relationship Type="http://schemas.openxmlformats.org/officeDocument/2006/relationships/notesSlide" Target="/ppt/notesSlides/notesSlide104.xml" Id="Rb9bab3e32cea4d4a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28.xml"/><Relationship Id="rIdNav4" Type="http://schemas.openxmlformats.org/officeDocument/2006/relationships/slide" Target="slide28.xml"/></Relationships>
</file>

<file path=ppt/slides/_rels/slide10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d63184984c54b66"/><Relationship Type="http://schemas.openxmlformats.org/officeDocument/2006/relationships/notesSlide" Target="/ppt/notesSlides/notesSlide105.xml" Id="R503d7bfb1fef4c58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28.xml"/><Relationship Id="rIdNav4" Type="http://schemas.openxmlformats.org/officeDocument/2006/relationships/slide" Target="slide106.xml"/></Relationships>
</file>

<file path=ppt/slides/_rels/slide10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8d9e63c61fd4b0c"/><Relationship Type="http://schemas.openxmlformats.org/officeDocument/2006/relationships/notesSlide" Target="/ppt/notesSlides/notesSlide106.xml" Id="Ra373ce0d3ad447cc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28.xml"/><Relationship Id="rIdNav4" Type="http://schemas.openxmlformats.org/officeDocument/2006/relationships/slide" Target="slide107.xml"/></Relationships>
</file>

<file path=ppt/slides/_rels/slide10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785384080be464d"/><Relationship Type="http://schemas.openxmlformats.org/officeDocument/2006/relationships/notesSlide" Target="/ppt/notesSlides/notesSlide107.xml" Id="Rf7cfdd6104c740ef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28.xml"/><Relationship Id="rIdNav4" Type="http://schemas.openxmlformats.org/officeDocument/2006/relationships/slide" Target="slide28.xml"/></Relationships>
</file>

<file path=ppt/slides/_rels/slide10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74778b717214998"/><Relationship Type="http://schemas.openxmlformats.org/officeDocument/2006/relationships/notesSlide" Target="/ppt/notesSlides/notesSlide108.xml" Id="R3c5d2bae37c24d48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30.xml"/><Relationship Id="rIdNav4" Type="http://schemas.openxmlformats.org/officeDocument/2006/relationships/slide" Target="slide109.xml"/></Relationships>
</file>

<file path=ppt/slides/_rels/slide10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cf67c6d491e4415"/><Relationship Type="http://schemas.openxmlformats.org/officeDocument/2006/relationships/notesSlide" Target="/ppt/notesSlides/notesSlide109.xml" Id="R806f13887cd94fb8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30.xml"/><Relationship Id="rIdNav4" Type="http://schemas.openxmlformats.org/officeDocument/2006/relationships/slide" Target="slide30.xml"/></Relationships>
</file>

<file path=ppt/slides/_rels/slide11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b2ff91c22be463b"/><Relationship Type="http://schemas.openxmlformats.org/officeDocument/2006/relationships/notesSlide" Target="/ppt/notesSlides/notesSlide110.xml" Id="R8208365477804d43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30.xml"/><Relationship Id="rIdNav4" Type="http://schemas.openxmlformats.org/officeDocument/2006/relationships/slide" Target="slide111.xml"/></Relationships>
</file>

<file path=ppt/slides/_rels/slide11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4c8238bb7fa41c7"/><Relationship Type="http://schemas.openxmlformats.org/officeDocument/2006/relationships/notesSlide" Target="/ppt/notesSlides/notesSlide111.xml" Id="R4d0981374577476c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30.xml"/><Relationship Id="rIdNav4" Type="http://schemas.openxmlformats.org/officeDocument/2006/relationships/slide" Target="slide30.xml"/></Relationships>
</file>

<file path=ppt/slides/_rels/slide11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2f3b1cffe0a4432"/><Relationship Type="http://schemas.openxmlformats.org/officeDocument/2006/relationships/notesSlide" Target="/ppt/notesSlides/notesSlide112.xml" Id="Rc1b212bff1144bfb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30.xml"/><Relationship Id="rIdNav4" Type="http://schemas.openxmlformats.org/officeDocument/2006/relationships/slide" Target="slide113.xml"/></Relationships>
</file>

<file path=ppt/slides/_rels/slide11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3d130da3e7e45c1"/><Relationship Type="http://schemas.openxmlformats.org/officeDocument/2006/relationships/notesSlide" Target="/ppt/notesSlides/notesSlide113.xml" Id="Rafa25d97ab154e9c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30.xml"/><Relationship Id="rIdNav4" Type="http://schemas.openxmlformats.org/officeDocument/2006/relationships/slide" Target="slide30.xml"/></Relationships>
</file>

<file path=ppt/slides/_rels/slide11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97cf223f80c4079"/><Relationship Type="http://schemas.openxmlformats.org/officeDocument/2006/relationships/notesSlide" Target="/ppt/notesSlides/notesSlide114.xml" Id="R42955c0db0574ac1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32.xml"/><Relationship Id="rIdNav4" Type="http://schemas.openxmlformats.org/officeDocument/2006/relationships/slide" Target="slide115.xml"/></Relationships>
</file>

<file path=ppt/slides/_rels/slide11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ffa4b3fea8644c8"/><Relationship Type="http://schemas.openxmlformats.org/officeDocument/2006/relationships/notesSlide" Target="/ppt/notesSlides/notesSlide115.xml" Id="R79b0d80d41dc4559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32.xml"/><Relationship Id="rIdNav4" Type="http://schemas.openxmlformats.org/officeDocument/2006/relationships/slide" Target="slide32.xml"/></Relationships>
</file>

<file path=ppt/slides/_rels/slide11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2e4aaf3e5864227"/><Relationship Type="http://schemas.openxmlformats.org/officeDocument/2006/relationships/notesSlide" Target="/ppt/notesSlides/notesSlide116.xml" Id="R87aac831746441c3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32.xml"/><Relationship Id="rIdNav4" Type="http://schemas.openxmlformats.org/officeDocument/2006/relationships/slide" Target="slide117.xml"/></Relationships>
</file>

<file path=ppt/slides/_rels/slide11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da6b1abb3bb48bc"/><Relationship Type="http://schemas.openxmlformats.org/officeDocument/2006/relationships/notesSlide" Target="/ppt/notesSlides/notesSlide117.xml" Id="R81954a0b758b4005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32.xml"/><Relationship Id="rIdNav4" Type="http://schemas.openxmlformats.org/officeDocument/2006/relationships/slide" Target="slide32.xml"/></Relationships>
</file>

<file path=ppt/slides/_rels/slide11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497f5db27b546af"/><Relationship Type="http://schemas.openxmlformats.org/officeDocument/2006/relationships/notesSlide" Target="/ppt/notesSlides/notesSlide118.xml" Id="R37a716b222454410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32.xml"/><Relationship Id="rIdNav4" Type="http://schemas.openxmlformats.org/officeDocument/2006/relationships/slide" Target="slide119.xml"/></Relationships>
</file>

<file path=ppt/slides/_rels/slide11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4a2991502324b76"/><Relationship Type="http://schemas.openxmlformats.org/officeDocument/2006/relationships/notesSlide" Target="/ppt/notesSlides/notesSlide119.xml" Id="R9a65fd4c71d54c7e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32.xml"/><Relationship Id="rIdNav4" Type="http://schemas.openxmlformats.org/officeDocument/2006/relationships/slide" Target="slide32.xml"/></Relationships>
</file>

<file path=ppt/slides/_rels/slide12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691cfe4956a4f7d"/><Relationship Type="http://schemas.openxmlformats.org/officeDocument/2006/relationships/notesSlide" Target="/ppt/notesSlides/notesSlide120.xml" Id="R2794ed8d0bce441d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34.xml"/><Relationship Id="rIdNav4" Type="http://schemas.openxmlformats.org/officeDocument/2006/relationships/slide" Target="slide121.xml"/></Relationships>
</file>

<file path=ppt/slides/_rels/slide12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6931e3ad5fe47d2"/><Relationship Type="http://schemas.openxmlformats.org/officeDocument/2006/relationships/notesSlide" Target="/ppt/notesSlides/notesSlide121.xml" Id="R93059bada52f4eda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34.xml"/><Relationship Id="rIdNav4" Type="http://schemas.openxmlformats.org/officeDocument/2006/relationships/slide" Target="slide34.xml"/></Relationships>
</file>

<file path=ppt/slides/_rels/slide12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8327a184129433e"/><Relationship Type="http://schemas.openxmlformats.org/officeDocument/2006/relationships/notesSlide" Target="/ppt/notesSlides/notesSlide122.xml" Id="Rf20e5492789441a1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34.xml"/><Relationship Id="rIdNav4" Type="http://schemas.openxmlformats.org/officeDocument/2006/relationships/slide" Target="slide123.xml"/></Relationships>
</file>

<file path=ppt/slides/_rels/slide12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ccf8025aa944857"/><Relationship Type="http://schemas.openxmlformats.org/officeDocument/2006/relationships/notesSlide" Target="/ppt/notesSlides/notesSlide123.xml" Id="R75e53493ca8c4203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34.xml"/><Relationship Id="rIdNav4" Type="http://schemas.openxmlformats.org/officeDocument/2006/relationships/slide" Target="slide34.xml"/></Relationships>
</file>

<file path=ppt/slides/_rels/slide12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225dabe0b0b4357"/><Relationship Type="http://schemas.openxmlformats.org/officeDocument/2006/relationships/notesSlide" Target="/ppt/notesSlides/notesSlide124.xml" Id="R4a48e098e1704fbf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34.xml"/><Relationship Id="rIdNav4" Type="http://schemas.openxmlformats.org/officeDocument/2006/relationships/slide" Target="slide125.xml"/></Relationships>
</file>

<file path=ppt/slides/_rels/slide12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22777e4e4804e7a"/><Relationship Type="http://schemas.openxmlformats.org/officeDocument/2006/relationships/notesSlide" Target="/ppt/notesSlides/notesSlide125.xml" Id="R63bd0a88e1744e32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34.xml"/><Relationship Id="rIdNav4" Type="http://schemas.openxmlformats.org/officeDocument/2006/relationships/slide" Target="slide34.xml"/></Relationships>
</file>

<file path=ppt/slides/_rels/slide12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db2370d93b048b5"/><Relationship Type="http://schemas.openxmlformats.org/officeDocument/2006/relationships/notesSlide" Target="/ppt/notesSlides/notesSlide126.xml" Id="R28b08ff4a34240a4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36.xml"/><Relationship Id="rIdNav4" Type="http://schemas.openxmlformats.org/officeDocument/2006/relationships/slide" Target="slide127.xml"/></Relationships>
</file>

<file path=ppt/slides/_rels/slide12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5a23bf034c94491"/><Relationship Type="http://schemas.openxmlformats.org/officeDocument/2006/relationships/notesSlide" Target="/ppt/notesSlides/notesSlide127.xml" Id="R574462317f7a4b39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36.xml"/><Relationship Id="rIdNav4" Type="http://schemas.openxmlformats.org/officeDocument/2006/relationships/slide" Target="slide36.xml"/></Relationships>
</file>

<file path=ppt/slides/_rels/slide12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9c2cf4f4df8403a"/><Relationship Type="http://schemas.openxmlformats.org/officeDocument/2006/relationships/notesSlide" Target="/ppt/notesSlides/notesSlide128.xml" Id="R4fd94ed623514557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36.xml"/><Relationship Id="rIdNav4" Type="http://schemas.openxmlformats.org/officeDocument/2006/relationships/slide" Target="slide129.xml"/></Relationships>
</file>

<file path=ppt/slides/_rels/slide12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476c337cfa444b3"/><Relationship Type="http://schemas.openxmlformats.org/officeDocument/2006/relationships/notesSlide" Target="/ppt/notesSlides/notesSlide129.xml" Id="R5a3812bc2e724441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36.xml"/><Relationship Id="rIdNav4" Type="http://schemas.openxmlformats.org/officeDocument/2006/relationships/slide" Target="slide36.xml"/></Relationships>
</file>

<file path=ppt/slides/_rels/slide13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cc48aab391245f6"/><Relationship Type="http://schemas.openxmlformats.org/officeDocument/2006/relationships/notesSlide" Target="/ppt/notesSlides/notesSlide130.xml" Id="R5116ac1865be4419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36.xml"/><Relationship Id="rIdNav4" Type="http://schemas.openxmlformats.org/officeDocument/2006/relationships/slide" Target="slide131.xml"/></Relationships>
</file>

<file path=ppt/slides/_rels/slide13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4b78971d36c4fe2"/><Relationship Type="http://schemas.openxmlformats.org/officeDocument/2006/relationships/notesSlide" Target="/ppt/notesSlides/notesSlide131.xml" Id="R4e27175c5bb848b2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36.xml"/><Relationship Id="rIdNav4" Type="http://schemas.openxmlformats.org/officeDocument/2006/relationships/slide" Target="slide36.xml"/></Relationships>
</file>

<file path=ppt/slides/_rels/slide13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b0b10cdf81c4786"/><Relationship Type="http://schemas.openxmlformats.org/officeDocument/2006/relationships/notesSlide" Target="/ppt/notesSlides/notesSlide132.xml" Id="R00f739bfd50c45f8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38.xml"/><Relationship Id="rIdNav4" Type="http://schemas.openxmlformats.org/officeDocument/2006/relationships/slide" Target="slide133.xml"/></Relationships>
</file>

<file path=ppt/slides/_rels/slide13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c881b1f48da4076"/><Relationship Type="http://schemas.openxmlformats.org/officeDocument/2006/relationships/notesSlide" Target="/ppt/notesSlides/notesSlide133.xml" Id="R42d8a09d77dc40cf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38.xml"/><Relationship Id="rIdNav4" Type="http://schemas.openxmlformats.org/officeDocument/2006/relationships/slide" Target="slide38.xml"/></Relationships>
</file>

<file path=ppt/slides/_rels/slide13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b2f348a0a2c4afe"/><Relationship Type="http://schemas.openxmlformats.org/officeDocument/2006/relationships/notesSlide" Target="/ppt/notesSlides/notesSlide134.xml" Id="Rbce6c61ef78b45da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38.xml"/><Relationship Id="rIdNav4" Type="http://schemas.openxmlformats.org/officeDocument/2006/relationships/slide" Target="slide135.xml"/></Relationships>
</file>

<file path=ppt/slides/_rels/slide13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4428651e7f84308"/><Relationship Type="http://schemas.openxmlformats.org/officeDocument/2006/relationships/notesSlide" Target="/ppt/notesSlides/notesSlide135.xml" Id="R4a66412c1b9d47f8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38.xml"/><Relationship Id="rIdNav4" Type="http://schemas.openxmlformats.org/officeDocument/2006/relationships/slide" Target="slide38.xml"/></Relationships>
</file>

<file path=ppt/slides/_rels/slide13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0eb890e9cff42fd"/><Relationship Type="http://schemas.openxmlformats.org/officeDocument/2006/relationships/notesSlide" Target="/ppt/notesSlides/notesSlide136.xml" Id="R576dc517c8764d3f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38.xml"/><Relationship Id="rIdNav4" Type="http://schemas.openxmlformats.org/officeDocument/2006/relationships/slide" Target="slide137.xml"/></Relationships>
</file>

<file path=ppt/slides/_rels/slide13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eabd61c05be4549"/><Relationship Type="http://schemas.openxmlformats.org/officeDocument/2006/relationships/notesSlide" Target="/ppt/notesSlides/notesSlide137.xml" Id="R5f658829933f4e86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38.xml"/><Relationship Id="rIdNav4" Type="http://schemas.openxmlformats.org/officeDocument/2006/relationships/slide" Target="slide38.xml"/></Relationships>
</file>

<file path=ppt/slides/_rels/slide13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92dfe0955ea4579"/><Relationship Type="http://schemas.openxmlformats.org/officeDocument/2006/relationships/notesSlide" Target="/ppt/notesSlides/notesSlide138.xml" Id="R8bc7f9e2cb90431c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41.xml"/><Relationship Id="rIdNav4" Type="http://schemas.openxmlformats.org/officeDocument/2006/relationships/slide" Target="slide139.xml"/></Relationships>
</file>

<file path=ppt/slides/_rels/slide13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b951bc6b2234f6d"/><Relationship Type="http://schemas.openxmlformats.org/officeDocument/2006/relationships/notesSlide" Target="/ppt/notesSlides/notesSlide139.xml" Id="R07d764488e154cd1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41.xml"/><Relationship Id="rIdNav4" Type="http://schemas.openxmlformats.org/officeDocument/2006/relationships/slide" Target="slide41.xml"/></Relationships>
</file>

<file path=ppt/slides/_rels/slide14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e96a39aac444824"/><Relationship Type="http://schemas.openxmlformats.org/officeDocument/2006/relationships/notesSlide" Target="/ppt/notesSlides/notesSlide140.xml" Id="R041dfd4eec204c30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41.xml"/><Relationship Id="rIdNav4" Type="http://schemas.openxmlformats.org/officeDocument/2006/relationships/slide" Target="slide141.xml"/></Relationships>
</file>

<file path=ppt/slides/_rels/slide14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072a5a4bfa24a23"/><Relationship Type="http://schemas.openxmlformats.org/officeDocument/2006/relationships/notesSlide" Target="/ppt/notesSlides/notesSlide141.xml" Id="Rf9eb1106bc254197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41.xml"/><Relationship Id="rIdNav4" Type="http://schemas.openxmlformats.org/officeDocument/2006/relationships/slide" Target="slide41.xml"/></Relationships>
</file>

<file path=ppt/slides/_rels/slide14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e06a4d31a1a433c"/><Relationship Type="http://schemas.openxmlformats.org/officeDocument/2006/relationships/notesSlide" Target="/ppt/notesSlides/notesSlide142.xml" Id="R71f7214796d14d09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41.xml"/><Relationship Id="rIdNav4" Type="http://schemas.openxmlformats.org/officeDocument/2006/relationships/slide" Target="slide143.xml"/></Relationships>
</file>

<file path=ppt/slides/_rels/slide14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5626c663d2b4eb4"/><Relationship Type="http://schemas.openxmlformats.org/officeDocument/2006/relationships/notesSlide" Target="/ppt/notesSlides/notesSlide143.xml" Id="Re3212ba991c54a0c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41.xml"/><Relationship Id="rIdNav4" Type="http://schemas.openxmlformats.org/officeDocument/2006/relationships/slide" Target="slide41.xml"/></Relationships>
</file>

<file path=ppt/slides/_rels/slide14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cc244af6b5a48cf"/><Relationship Type="http://schemas.openxmlformats.org/officeDocument/2006/relationships/notesSlide" Target="/ppt/notesSlides/notesSlide144.xml" Id="R31451e2f8e924490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7.xml"/><Relationship Id="rIdNav3" Type="http://schemas.openxmlformats.org/officeDocument/2006/relationships/slide" Target="slide45.xml"/><Relationship Id="rIdNav4" Type="http://schemas.openxmlformats.org/officeDocument/2006/relationships/slide" Target="slide145.xml"/></Relationships>
</file>

<file path=ppt/slides/_rels/slide14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deebe5a556e4133"/><Relationship Type="http://schemas.openxmlformats.org/officeDocument/2006/relationships/notesSlide" Target="/ppt/notesSlides/notesSlide145.xml" Id="R4d77bc8bcce54271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7.xml"/><Relationship Id="rIdNav3" Type="http://schemas.openxmlformats.org/officeDocument/2006/relationships/slide" Target="slide45.xml"/><Relationship Id="rIdNav4" Type="http://schemas.openxmlformats.org/officeDocument/2006/relationships/slide" Target="slide45.xml"/></Relationships>
</file>

<file path=ppt/slides/_rels/slide14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ef6c3a5bfcb4cc0"/><Relationship Type="http://schemas.openxmlformats.org/officeDocument/2006/relationships/notesSlide" Target="/ppt/notesSlides/notesSlide146.xml" Id="R379111e5d48f4a62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7.xml"/><Relationship Id="rIdNav3" Type="http://schemas.openxmlformats.org/officeDocument/2006/relationships/slide" Target="slide45.xml"/><Relationship Id="rIdNav4" Type="http://schemas.openxmlformats.org/officeDocument/2006/relationships/slide" Target="slide147.xml"/></Relationships>
</file>

<file path=ppt/slides/_rels/slide14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140e920eca44b2a"/><Relationship Type="http://schemas.openxmlformats.org/officeDocument/2006/relationships/notesSlide" Target="/ppt/notesSlides/notesSlide147.xml" Id="R626348e59291432f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7.xml"/><Relationship Id="rIdNav3" Type="http://schemas.openxmlformats.org/officeDocument/2006/relationships/slide" Target="slide45.xml"/><Relationship Id="rIdNav4" Type="http://schemas.openxmlformats.org/officeDocument/2006/relationships/slide" Target="slide45.xml"/></Relationships>
</file>

<file path=ppt/slides/_rels/slide14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ba8df4ba00a4407"/><Relationship Type="http://schemas.openxmlformats.org/officeDocument/2006/relationships/notesSlide" Target="/ppt/notesSlides/notesSlide148.xml" Id="R317a616e771c4f45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7.xml"/><Relationship Id="rIdNav3" Type="http://schemas.openxmlformats.org/officeDocument/2006/relationships/slide" Target="slide48.xml"/><Relationship Id="rIdNav4" Type="http://schemas.openxmlformats.org/officeDocument/2006/relationships/slide" Target="slide149.xml"/></Relationships>
</file>

<file path=ppt/slides/_rels/slide14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69f414106c94a41"/><Relationship Type="http://schemas.openxmlformats.org/officeDocument/2006/relationships/notesSlide" Target="/ppt/notesSlides/notesSlide149.xml" Id="R72f7d6c3ec994664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7.xml"/><Relationship Id="rIdNav3" Type="http://schemas.openxmlformats.org/officeDocument/2006/relationships/slide" Target="slide48.xml"/><Relationship Id="rIdNav4" Type="http://schemas.openxmlformats.org/officeDocument/2006/relationships/slide" Target="slide48.xml"/></Relationships>
</file>

<file path=ppt/slides/_rels/slide15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aa231b0dc3f4017"/><Relationship Type="http://schemas.openxmlformats.org/officeDocument/2006/relationships/notesSlide" Target="/ppt/notesSlides/notesSlide150.xml" Id="Rec27c8af35e34627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7.xml"/><Relationship Id="rIdNav3" Type="http://schemas.openxmlformats.org/officeDocument/2006/relationships/slide" Target="slide48.xml"/><Relationship Id="rIdNav4" Type="http://schemas.openxmlformats.org/officeDocument/2006/relationships/slide" Target="slide151.xml"/></Relationships>
</file>

<file path=ppt/slides/_rels/slide15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c191c6f1d7f410a"/><Relationship Type="http://schemas.openxmlformats.org/officeDocument/2006/relationships/notesSlide" Target="/ppt/notesSlides/notesSlide151.xml" Id="R7ee2e62778bb4588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7.xml"/><Relationship Id="rIdNav3" Type="http://schemas.openxmlformats.org/officeDocument/2006/relationships/slide" Target="slide48.xml"/><Relationship Id="rIdNav4" Type="http://schemas.openxmlformats.org/officeDocument/2006/relationships/slide" Target="slide48.xml"/></Relationships>
</file>

<file path=ppt/slides/_rels/slide15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c62938cbc8b4cc1"/><Relationship Type="http://schemas.openxmlformats.org/officeDocument/2006/relationships/notesSlide" Target="/ppt/notesSlides/notesSlide152.xml" Id="R29425c0fefa645f7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8.xml"/><Relationship Id="rIdNav3" Type="http://schemas.openxmlformats.org/officeDocument/2006/relationships/slide" Target="slide54.xml"/><Relationship Id="rIdNav4" Type="http://schemas.openxmlformats.org/officeDocument/2006/relationships/slide" Target="slide153.xml"/></Relationships>
</file>

<file path=ppt/slides/_rels/slide15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bec568b0ef84a68"/><Relationship Type="http://schemas.openxmlformats.org/officeDocument/2006/relationships/notesSlide" Target="/ppt/notesSlides/notesSlide153.xml" Id="Re713e6c6e63c4941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8.xml"/><Relationship Id="rIdNav3" Type="http://schemas.openxmlformats.org/officeDocument/2006/relationships/slide" Target="slide54.xml"/><Relationship Id="rIdNav4" Type="http://schemas.openxmlformats.org/officeDocument/2006/relationships/slide" Target="slide154.xml"/></Relationships>
</file>

<file path=ppt/slides/_rels/slide15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a5d77b7c2424653"/><Relationship Type="http://schemas.openxmlformats.org/officeDocument/2006/relationships/notesSlide" Target="/ppt/notesSlides/notesSlide154.xml" Id="R3549d0f372e54d31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8.xml"/><Relationship Id="rIdNav3" Type="http://schemas.openxmlformats.org/officeDocument/2006/relationships/slide" Target="slide54.xml"/><Relationship Id="rIdNav4" Type="http://schemas.openxmlformats.org/officeDocument/2006/relationships/slide" Target="slide155.xml"/></Relationships>
</file>

<file path=ppt/slides/_rels/slide15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5c976d2f5f24243"/><Relationship Type="http://schemas.openxmlformats.org/officeDocument/2006/relationships/notesSlide" Target="/ppt/notesSlides/notesSlide155.xml" Id="R7decae1dee234949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8.xml"/><Relationship Id="rIdNav3" Type="http://schemas.openxmlformats.org/officeDocument/2006/relationships/slide" Target="slide54.xml"/><Relationship Id="rIdNav4" Type="http://schemas.openxmlformats.org/officeDocument/2006/relationships/slide" Target="slide54.xml"/></Relationships>
</file>

<file path=ppt/slides/_rels/slide15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671a3465a494f3c"/><Relationship Type="http://schemas.openxmlformats.org/officeDocument/2006/relationships/notesSlide" Target="/ppt/notesSlides/notesSlide156.xml" Id="R1e933e47aff84e0b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8.xml"/><Relationship Id="rIdNav3" Type="http://schemas.openxmlformats.org/officeDocument/2006/relationships/slide" Target="slide58.xml"/><Relationship Id="rIdNav4" Type="http://schemas.openxmlformats.org/officeDocument/2006/relationships/slide" Target="slide157.xml"/></Relationships>
</file>

<file path=ppt/slides/_rels/slide15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be31877536f4edd"/><Relationship Type="http://schemas.openxmlformats.org/officeDocument/2006/relationships/notesSlide" Target="/ppt/notesSlides/notesSlide157.xml" Id="R83b4b378b0414e4a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8.xml"/><Relationship Id="rIdNav3" Type="http://schemas.openxmlformats.org/officeDocument/2006/relationships/slide" Target="slide58.xml"/><Relationship Id="rIdNav4" Type="http://schemas.openxmlformats.org/officeDocument/2006/relationships/slide" Target="slide158.xml"/></Relationships>
</file>

<file path=ppt/slides/_rels/slide15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e1dae28e2f04740"/><Relationship Type="http://schemas.openxmlformats.org/officeDocument/2006/relationships/notesSlide" Target="/ppt/notesSlides/notesSlide158.xml" Id="R9babc33b60fc44d9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8.xml"/><Relationship Id="rIdNav3" Type="http://schemas.openxmlformats.org/officeDocument/2006/relationships/slide" Target="slide58.xml"/><Relationship Id="rIdNav4" Type="http://schemas.openxmlformats.org/officeDocument/2006/relationships/slide" Target="slide159.xml"/></Relationships>
</file>

<file path=ppt/slides/_rels/slide15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a128155ee3f41f4"/><Relationship Type="http://schemas.openxmlformats.org/officeDocument/2006/relationships/notesSlide" Target="/ppt/notesSlides/notesSlide159.xml" Id="R3be5ecbfdb6d4b76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8.xml"/><Relationship Id="rIdNav3" Type="http://schemas.openxmlformats.org/officeDocument/2006/relationships/slide" Target="slide58.xml"/><Relationship Id="rIdNav4" Type="http://schemas.openxmlformats.org/officeDocument/2006/relationships/slide" Target="slide58.xml"/></Relationships>
</file>

<file path=ppt/slides/_rels/slide16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56eb52ecfe44ac3"/><Relationship Type="http://schemas.openxmlformats.org/officeDocument/2006/relationships/notesSlide" Target="/ppt/notesSlides/notesSlide160.xml" Id="R518fe428d3134814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41.xml"/><Relationship Id="rIdNav4" Type="http://schemas.openxmlformats.org/officeDocument/2006/relationships/slide" Target="slide138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66A46D-C857-41D4-AEB4-6ACCBF90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0">
            <a:extLst xmlns:a="http://schemas.openxmlformats.org/drawingml/2006/main">
              <a:ext uri="{FF2B5EF4-FFF2-40B4-BE49-F238E27FC236}">
                <a16:creationId xmlns:a16="http://schemas.microsoft.com/office/drawing/2014/main" id="{57E63E4F-8B90-4F05-8E9B-73118880A4A2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">
            <a:extLst xmlns:a="http://schemas.openxmlformats.org/drawingml/2006/main">
              <a:ext uri="{FF2B5EF4-FFF2-40B4-BE49-F238E27FC236}">
                <a16:creationId xmlns:a16="http://schemas.microsoft.com/office/drawing/2014/main" id="{6E724450-68A4-4FA3-AB39-1273D7234F03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503781A-CFE7-48CC-9A3E-D9251CC5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468D65E-E7AE-4B4D-8365-2BEFD89D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3895ACC-0269-4C2F-921B-2DC10212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3C74E11-F95B-45C3-9624-F93E15D7B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47637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高中历史 · 第六课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DFD86B5-1249-4324-B665-2E230E3E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028825"/>
            <a:ext cx="5334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0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90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90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90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90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90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90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90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90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90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从隋唐盛世</a:t>
            </a:r>
          </a:p>
          <a:p xmlns:a="http://schemas.openxmlformats.org/drawingml/2006/main">
            <a:pPr algn="l">
              <a:defRPr sz="390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到五代十国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F22EE7C-B8A0-4EE0-B32D-52216637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810000"/>
            <a:ext cx="5334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循着统一、繁荣与分合的脉络，</a:t>
            </a:r>
          </a:p>
          <a:p xmlns:a="http://schemas.openxmlformats.org/drawingml/2006/main">
            <a: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走进隋唐历史。</a:t>
            </a:r>
          </a:p>
        </p:txBody>
      </p:sp>
      <p:sp>
        <p:nvSpPr>
          <p:cNvPr id="10" name="link-2">
            <a:extLst xmlns:a="http://schemas.openxmlformats.org/drawingml/2006/main">
              <a:ext uri="{FF2B5EF4-FFF2-40B4-BE49-F238E27FC236}">
                <a16:creationId xmlns:a16="http://schemas.microsoft.com/office/drawing/2014/main" id="{5F0858F7-B7AC-4D9C-86DD-73523B30F59A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课标要求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9720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开始授课　→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45D1772-9295-4DB9-ACAA-2A367E91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867400"/>
            <a:ext cx="552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　/　40 分钟课堂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5D1128-8280-45D2-938E-75D36250CF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916325147e485c"/>
          <a:stretch xmlns:a="http://schemas.openxmlformats.org/drawingml/2006/main"/>
        </p:blipFill>
        <p:spPr>
          <a:xfrm xmlns:a="http://schemas.openxmlformats.org/drawingml/2006/main">
            <a:off x="7334250" y="1767413"/>
            <a:ext cx="4286250" cy="3380323"/>
          </a:xfrm>
          <a:prstGeom xmlns:a="http://schemas.openxmlformats.org/drawingml/2006/main" prst="rect">
            <a:avLst/>
          </a:prstGeom>
        </p:spPr>
      </p:pic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5650B9B-3AD5-40E9-AD75-41B42A20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543550"/>
            <a:ext cx="4095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大运河今貌 · 教材原图</a:t>
            </a:r>
          </a:p>
          <a:p xmlns:a="http://schemas.openxmlformats.org/drawingml/2006/main">
            <a:pPr algn="l">
              <a:defRPr sz="142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PDF 第 1/6 页｜教材第 34 页</a:t>
            </a:r>
          </a:p>
        </p:txBody>
      </p:sp>
    </p:spTree>
    <p:extLst>
      <p:ext uri="{BB962C8B-B14F-4D97-AF65-F5344CB8AC3E}">
        <p14:creationId xmlns:p14="http://schemas.microsoft.com/office/powerpoint/2010/main" val="1480526079"/>
      </p:ext>
    </p:extLst>
  </p:cSld>
  <p:transition advClick="0"/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857888-8EE2-424A-B4C1-1A68107CB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3">
            <a:extLst xmlns:a="http://schemas.openxmlformats.org/drawingml/2006/main">
              <a:ext uri="{FF2B5EF4-FFF2-40B4-BE49-F238E27FC236}">
                <a16:creationId xmlns:a16="http://schemas.microsoft.com/office/drawing/2014/main" id="{7012FD97-0399-40AF-AE76-B4196969C100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4">
            <a:extLst xmlns:a="http://schemas.openxmlformats.org/drawingml/2006/main">
              <a:ext uri="{FF2B5EF4-FFF2-40B4-BE49-F238E27FC236}">
                <a16:creationId xmlns:a16="http://schemas.microsoft.com/office/drawing/2014/main" id="{5F4EF236-519B-46B6-8D96-B9C7EF4549BC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F8E5435-095C-47E3-9A43-11B40BC47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课标要求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DD7C081-71AE-42AD-9CBD-9FAB1087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课程标准 · 教师提供截图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C8F639B-3423-41F7-A14A-94F2EA31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FA5ACC-52CB-49F1-8B90-6737F57A7A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80c4654e794d41"/>
          <a:stretch xmlns:a="http://schemas.openxmlformats.org/drawingml/2006/main"/>
        </p:blipFill>
        <p:spPr>
          <a:xfrm xmlns:a="http://schemas.openxmlformats.org/drawingml/2006/main">
            <a:off x="1619250" y="2780584"/>
            <a:ext cx="10096500" cy="2144557"/>
          </a:xfrm>
          <a:prstGeom xmlns:a="http://schemas.openxmlformats.org/drawingml/2006/main" prst="rect">
            <a:avLst/>
          </a:prstGeom>
        </p:spPr>
      </p:pic>
      <p:sp>
        <p:nvSpPr>
          <p:cNvPr id="8" name="link-5">
            <a:extLst xmlns:a="http://schemas.openxmlformats.org/drawingml/2006/main">
              <a:ext uri="{FF2B5EF4-FFF2-40B4-BE49-F238E27FC236}">
                <a16:creationId xmlns:a16="http://schemas.microsoft.com/office/drawing/2014/main" id="{44C46A61-46ED-4040-956A-D50FCFE7C595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返回上一级</a:t>
            </a:r>
          </a:p>
        </p:txBody>
      </p:sp>
      <p:sp>
        <p:nvSpPr>
          <p:cNvPr id="9" name="link-6">
            <a:extLst xmlns:a="http://schemas.openxmlformats.org/drawingml/2006/main">
              <a:ext uri="{FF2B5EF4-FFF2-40B4-BE49-F238E27FC236}">
                <a16:creationId xmlns:a16="http://schemas.microsoft.com/office/drawing/2014/main" id="{C5244D91-F880-40A4-ABA8-08872B7E281A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0" name="link-7">
            <a:extLst xmlns:a="http://schemas.openxmlformats.org/drawingml/2006/main">
              <a:ext uri="{FF2B5EF4-FFF2-40B4-BE49-F238E27FC236}">
                <a16:creationId xmlns:a16="http://schemas.microsoft.com/office/drawing/2014/main" id="{A2F1B991-D753-477A-9AB5-EE8B829C547D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</p:spTree>
    <p:extLst>
      <p:ext uri="{BB962C8B-B14F-4D97-AF65-F5344CB8AC3E}">
        <p14:creationId xmlns:p14="http://schemas.microsoft.com/office/powerpoint/2010/main" val="1061527604"/>
      </p:ext>
    </p:extLst>
  </p:cSld>
  <p:transition advClick="0"/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7A6A5A-66FC-4714-BC7C-271D96A0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8">
            <a:extLst xmlns:a="http://schemas.openxmlformats.org/drawingml/2006/main">
              <a:ext uri="{FF2B5EF4-FFF2-40B4-BE49-F238E27FC236}">
                <a16:creationId xmlns:a16="http://schemas.microsoft.com/office/drawing/2014/main" id="{9D027A6D-131E-42E5-875D-142B054D5429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9">
            <a:extLst xmlns:a="http://schemas.openxmlformats.org/drawingml/2006/main">
              <a:ext uri="{FF2B5EF4-FFF2-40B4-BE49-F238E27FC236}">
                <a16:creationId xmlns:a16="http://schemas.microsoft.com/office/drawing/2014/main" id="{16266E1C-ABEC-485D-9D95-1ADC8B963238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0">
            <a:extLst xmlns:a="http://schemas.openxmlformats.org/drawingml/2006/main">
              <a:ext uri="{FF2B5EF4-FFF2-40B4-BE49-F238E27FC236}">
                <a16:creationId xmlns:a16="http://schemas.microsoft.com/office/drawing/2014/main" id="{6EFE9C58-E5F1-4BE3-8549-1ACE79440851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课标要求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863FDAC-1C1C-41E0-99C3-153A0B668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课标要求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AA164F4-59E5-4EDD-9CAE-EB9659E1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课程标准 · 教师提供截图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0351838-3FC4-4A3D-B967-C7AD2990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B2B4E86-11E2-4951-B10D-CEDB876B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课标研读 · 参考 3 分钟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B1A123-E80F-4C82-B46E-89D8F7350B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18edc0f1954dba"/>
          <a:stretch xmlns:a="http://schemas.openxmlformats.org/drawingml/2006/main"/>
        </p:blipFill>
        <p:spPr>
          <a:xfrm xmlns:a="http://schemas.openxmlformats.org/drawingml/2006/main">
            <a:off x="1619250" y="2780584"/>
            <a:ext cx="10096500" cy="2144557"/>
          </a:xfrm>
          <a:prstGeom xmlns:a="http://schemas.openxmlformats.org/drawingml/2006/main" prst="rect">
            <a:avLst/>
          </a:prstGeom>
        </p:spPr>
      </p:pic>
      <p:sp>
        <p:nvSpPr>
          <p:cNvPr id="10" name="link-11">
            <a:extLst xmlns:a="http://schemas.openxmlformats.org/drawingml/2006/main">
              <a:ext uri="{FF2B5EF4-FFF2-40B4-BE49-F238E27FC236}">
                <a16:creationId xmlns:a16="http://schemas.microsoft.com/office/drawing/2014/main" id="{5B5DF42E-E16B-496F-A294-267D59638CA2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返回上一级</a:t>
            </a:r>
          </a:p>
        </p:txBody>
      </p:sp>
      <p:sp>
        <p:nvSpPr>
          <p:cNvPr id="11" name="link-12">
            <a:extLst xmlns:a="http://schemas.openxmlformats.org/drawingml/2006/main">
              <a:ext uri="{FF2B5EF4-FFF2-40B4-BE49-F238E27FC236}">
                <a16:creationId xmlns:a16="http://schemas.microsoft.com/office/drawing/2014/main" id="{4547BEA6-8779-4C4D-B430-E105A02B4B2B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下一模块：隋</a:t>
            </a:r>
          </a:p>
        </p:txBody>
      </p:sp>
    </p:spTree>
    <p:extLst>
      <p:ext uri="{BB962C8B-B14F-4D97-AF65-F5344CB8AC3E}">
        <p14:creationId xmlns:p14="http://schemas.microsoft.com/office/powerpoint/2010/main" val="84869828"/>
      </p:ext>
    </p:extLst>
  </p:cSld>
  <p:transition advClick="0"/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AA3B8AB-2C5C-4BB5-B3E1-A3EF9437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3">
            <a:extLst xmlns:a="http://schemas.openxmlformats.org/drawingml/2006/main">
              <a:ext uri="{FF2B5EF4-FFF2-40B4-BE49-F238E27FC236}">
                <a16:creationId xmlns:a16="http://schemas.microsoft.com/office/drawing/2014/main" id="{D1D95F73-D976-4A2A-998B-DE5ACFA68D2E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4">
            <a:extLst xmlns:a="http://schemas.openxmlformats.org/drawingml/2006/main">
              <a:ext uri="{FF2B5EF4-FFF2-40B4-BE49-F238E27FC236}">
                <a16:creationId xmlns:a16="http://schemas.microsoft.com/office/drawing/2014/main" id="{50E2CDAE-46B4-4C02-BB37-9499E1716CD2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7887958-A415-4C20-9BC6-6863B5E5A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13C2F23-391A-44D6-A076-F89B290D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选择一个模块，开始阅读与思考。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91E7512-123A-4FEC-9D7C-94157C9D1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A8D355-39C0-4FD3-ADF6-671B3276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628775"/>
            <a:ext cx="32385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7C8AE"/>
            </a:solidFill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5E4C98C-5CF7-4ED6-A82C-1CD156B8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762125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01 / 明晰目标</a:t>
            </a:r>
          </a:p>
        </p:txBody>
      </p:sp>
      <p:sp>
        <p:nvSpPr>
          <p:cNvPr id="9" name="link-15">
            <a:extLst xmlns:a="http://schemas.openxmlformats.org/drawingml/2006/main">
              <a:ext uri="{FF2B5EF4-FFF2-40B4-BE49-F238E27FC236}">
                <a16:creationId xmlns:a16="http://schemas.microsoft.com/office/drawing/2014/main" id="{5B19E1F8-AE74-42FA-A81F-9727069489E8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课标要求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124075"/>
            <a:ext cx="28765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课标研读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70E5732-7E98-4B85-A9F4-E63D2CC6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724150"/>
            <a:ext cx="2876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从课程要求出发，把握本课学习线索。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04EA2CB-5A45-474F-921A-A6AE6B1D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909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参考 3 分钟 · 累计 3 分钟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4F7D44-8342-48D1-8A91-31F7E3CF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628775"/>
            <a:ext cx="32385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7C8AE"/>
            </a:solidFill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F6649B3-6551-454D-98ED-F8120FB7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762125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02 / 统一与兴亡</a:t>
            </a:r>
          </a:p>
        </p:txBody>
      </p:sp>
      <p:sp>
        <p:nvSpPr>
          <p:cNvPr id="14" name="link-16">
            <a:extLst xmlns:a="http://schemas.openxmlformats.org/drawingml/2006/main">
              <a:ext uri="{FF2B5EF4-FFF2-40B4-BE49-F238E27FC236}">
                <a16:creationId xmlns:a16="http://schemas.microsoft.com/office/drawing/2014/main" id="{521753F5-0854-4E63-945E-67CB453A1CD8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124075"/>
            <a:ext cx="28765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隋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FE71318-0144-4390-9B2D-D4509495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724150"/>
            <a:ext cx="2876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建立、兴盛与灭亡，读懂盛极一时的隋朝。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6E5E091-2BE5-4D66-86A1-E4209F78E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3909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参考 8 分钟 · 累计 11 分钟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2DD75B-2854-491D-827A-B8A0D34C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28775"/>
            <a:ext cx="32385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7C8AE"/>
            </a:solidFill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FF0196E-0214-40BA-9DD5-F2D99ACB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762125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03 / 盛世与交融</a:t>
            </a:r>
          </a:p>
        </p:txBody>
      </p:sp>
      <p:sp>
        <p:nvSpPr>
          <p:cNvPr id="19" name="link-17">
            <a:extLst xmlns:a="http://schemas.openxmlformats.org/drawingml/2006/main">
              <a:ext uri="{FF2B5EF4-FFF2-40B4-BE49-F238E27FC236}">
                <a16:creationId xmlns:a16="http://schemas.microsoft.com/office/drawing/2014/main" id="{F9FE3A87-90C3-4A34-848D-F78A6377B6CB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24075"/>
            <a:ext cx="28765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唐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947DE287-F3E9-499B-9A54-D70A72E5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24150"/>
            <a:ext cx="2876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从繁荣景象走向民族关系与区域开发。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1733CEFB-5CD4-4375-92AF-FBF124994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909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参考 13 分钟 · 累计 24 分钟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E3DA33-1BD1-47E4-A0AE-79847C0E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990975"/>
            <a:ext cx="32385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7C8AE"/>
            </a:solidFill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1AF6D8E0-BA51-41CF-B0B5-B69CBF9D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124325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04 / 盛衰的转折</a:t>
            </a:r>
          </a:p>
        </p:txBody>
      </p:sp>
      <p:sp>
        <p:nvSpPr>
          <p:cNvPr id="24" name="link-18">
            <a:extLst xmlns:a="http://schemas.openxmlformats.org/drawingml/2006/main">
              <a:ext uri="{FF2B5EF4-FFF2-40B4-BE49-F238E27FC236}">
                <a16:creationId xmlns:a16="http://schemas.microsoft.com/office/drawing/2014/main" id="{74EBF5C4-FE86-4D61-BA5D-29B7065BC715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安史之乱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486275"/>
            <a:ext cx="28765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安史之乱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49F3EEC7-7E0C-4074-9E48-A96D38BC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086350"/>
            <a:ext cx="2876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梳理原因、过程与影响，辨析藩镇割据。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76FCCFDF-9068-4B57-88E5-01E354171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7531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参考 7 分钟 · 累计 31 分钟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99EF46-1166-447B-9328-D431A113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990975"/>
            <a:ext cx="32385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7C8AE"/>
            </a:solidFill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8D49AC41-76B5-4FF4-BED7-F6C4D6B4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124325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05 / 王朝与分合</a:t>
            </a:r>
          </a:p>
        </p:txBody>
      </p:sp>
      <p:sp>
        <p:nvSpPr>
          <p:cNvPr id="29" name="link-19">
            <a:extLst xmlns:a="http://schemas.openxmlformats.org/drawingml/2006/main">
              <a:ext uri="{FF2B5EF4-FFF2-40B4-BE49-F238E27FC236}">
                <a16:creationId xmlns:a16="http://schemas.microsoft.com/office/drawing/2014/main" id="{3C5E05D1-520C-48EA-B1AF-3148214F341F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唐的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486275"/>
            <a:ext cx="28765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唐的灭亡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1DB83332-18FB-4F9F-9F8E-1417DB26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086350"/>
            <a:ext cx="2876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黄巢起义、朱温废唐与五代十国。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9B26F547-2E9A-4C97-92DF-61DFD9044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7531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参考 6 分钟 · 累计 37 分钟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9A68E7-F2C1-4598-9027-D0327565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90975"/>
            <a:ext cx="32385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7C8AE"/>
            </a:solidFill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C8365237-3526-45E0-80F9-DAB026B3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124325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06 / 回望与贯通</a:t>
            </a:r>
          </a:p>
        </p:txBody>
      </p:sp>
      <p:sp>
        <p:nvSpPr>
          <p:cNvPr id="34" name="link-20">
            <a:extLst xmlns:a="http://schemas.openxmlformats.org/drawingml/2006/main">
              <a:ext uri="{FF2B5EF4-FFF2-40B4-BE49-F238E27FC236}">
                <a16:creationId xmlns:a16="http://schemas.microsoft.com/office/drawing/2014/main" id="{80FD4312-0408-4924-9A0D-947D08BE9196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内容回顾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86275"/>
            <a:ext cx="28765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内容回顾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4CFD8D35-5F6F-40C4-A9ED-F3C7155B1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086350"/>
            <a:ext cx="2876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回到四个问题，整理本课的思考方法。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6F659B84-D85D-4A1F-AECB-91241EE1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7531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参考 3 分钟 · 累计 40 分钟</a:t>
            </a:r>
          </a:p>
        </p:txBody>
      </p:sp>
      <p:sp>
        <p:nvSpPr>
          <p:cNvPr id="37" name="link-21">
            <a:extLst xmlns:a="http://schemas.openxmlformats.org/drawingml/2006/main">
              <a:ext uri="{FF2B5EF4-FFF2-40B4-BE49-F238E27FC236}">
                <a16:creationId xmlns:a16="http://schemas.microsoft.com/office/drawing/2014/main" id="{5468FC61-6B2C-48DE-A0D7-BC5F6AA14083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返回上一级</a:t>
            </a:r>
          </a:p>
        </p:txBody>
      </p:sp>
      <p:sp>
        <p:nvSpPr>
          <p:cNvPr id="38" name="link-22">
            <a:extLst xmlns:a="http://schemas.openxmlformats.org/drawingml/2006/main">
              <a:ext uri="{FF2B5EF4-FFF2-40B4-BE49-F238E27FC236}">
                <a16:creationId xmlns:a16="http://schemas.microsoft.com/office/drawing/2014/main" id="{769F32D3-DFDA-4E4E-8B77-815524B5082B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课标要求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39" name="link-23">
            <a:extLst xmlns:a="http://schemas.openxmlformats.org/drawingml/2006/main">
              <a:ext uri="{FF2B5EF4-FFF2-40B4-BE49-F238E27FC236}">
                <a16:creationId xmlns:a16="http://schemas.microsoft.com/office/drawing/2014/main" id="{4913ACBB-A98E-41C7-91CD-40760C482CEA}"/>
              </a:ext>
            </a:extLst>
            <ns20:hlinkClick xmlns:ns20="http://schemas.openxmlformats.org/drawingml/2006/main" xmlns:ns21="http://schemas.openxmlformats.org/officeDocument/2006/relationships" ns21:id="rIdNav10" action="ppaction://hlinksldjump" tooltip="课标要求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进入下一级</a:t>
            </a:r>
          </a:p>
        </p:txBody>
      </p:sp>
    </p:spTree>
    <p:extLst>
      <p:ext uri="{BB962C8B-B14F-4D97-AF65-F5344CB8AC3E}">
        <p14:creationId xmlns:p14="http://schemas.microsoft.com/office/powerpoint/2010/main" val="1255817184"/>
      </p:ext>
    </p:extLst>
  </p:cSld>
  <p:transition advClick="0"/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83B6E9-7CC8-4C4C-A2E9-C4A38369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24">
            <a:extLst xmlns:a="http://schemas.openxmlformats.org/drawingml/2006/main">
              <a:ext uri="{FF2B5EF4-FFF2-40B4-BE49-F238E27FC236}">
                <a16:creationId xmlns:a16="http://schemas.microsoft.com/office/drawing/2014/main" id="{A58D8324-22EE-4991-A5D0-43384BF3E8D2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25">
            <a:extLst xmlns:a="http://schemas.openxmlformats.org/drawingml/2006/main">
              <a:ext uri="{FF2B5EF4-FFF2-40B4-BE49-F238E27FC236}">
                <a16:creationId xmlns:a16="http://schemas.microsoft.com/office/drawing/2014/main" id="{9A68E7BD-BF23-4849-8B8A-9D2F198ECFF9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26">
            <a:extLst xmlns:a="http://schemas.openxmlformats.org/drawingml/2006/main">
              <a:ext uri="{FF2B5EF4-FFF2-40B4-BE49-F238E27FC236}">
                <a16:creationId xmlns:a16="http://schemas.microsoft.com/office/drawing/2014/main" id="{145471E0-D5B3-4967-89B2-9590AA1722FE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912AD22-667C-4521-AD52-37AC1B78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隋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F959283-0CE6-4C4A-8907-6D13D024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模块 02 / 统一与兴亡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34267E7-C378-4193-95AA-257412125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9A8C009-3F44-49E0-9C7B-83FE95B8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5F68D4A-BCBE-4276-BE81-3027EF1D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61925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建立、兴盛与灭亡，读懂盛极一时的隋朝。</a:t>
            </a:r>
          </a:p>
        </p:txBody>
      </p:sp>
      <p:sp>
        <p:nvSpPr>
          <p:cNvPr id="10" name="link-27">
            <a:extLst xmlns:a="http://schemas.openxmlformats.org/drawingml/2006/main">
              <a:ext uri="{FF2B5EF4-FFF2-40B4-BE49-F238E27FC236}">
                <a16:creationId xmlns:a16="http://schemas.microsoft.com/office/drawing/2014/main" id="{4FE9D171-671C-4041-A34E-0827C5C12EC0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隋朝建立与统一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476500"/>
            <a:ext cx="9906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　建立　　1 个教材片段　→</a:t>
            </a:r>
          </a:p>
        </p:txBody>
      </p:sp>
      <p:sp>
        <p:nvSpPr>
          <p:cNvPr id="11" name="link-28">
            <a:extLst xmlns:a="http://schemas.openxmlformats.org/drawingml/2006/main">
              <a:ext uri="{FF2B5EF4-FFF2-40B4-BE49-F238E27FC236}">
                <a16:creationId xmlns:a16="http://schemas.microsoft.com/office/drawing/2014/main" id="{1681FB37-1A4A-4F61-B17A-7603012EC4B9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仓储、两都与大运河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581400"/>
            <a:ext cx="9906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02　兴盛　　1 个教材片段　→</a:t>
            </a:r>
          </a:p>
        </p:txBody>
      </p:sp>
      <p:sp>
        <p:nvSpPr>
          <p:cNvPr id="12" name="link-29">
            <a:extLst xmlns:a="http://schemas.openxmlformats.org/drawingml/2006/main">
              <a:ext uri="{FF2B5EF4-FFF2-40B4-BE49-F238E27FC236}">
                <a16:creationId xmlns:a16="http://schemas.microsoft.com/office/drawing/2014/main" id="{45136692-ABD3-4C1B-B173-4EABFC3354DF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隋朝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686300"/>
            <a:ext cx="9906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03　灭亡　　2 个教材片段　→</a:t>
            </a:r>
          </a:p>
        </p:txBody>
      </p:sp>
      <p:sp>
        <p:nvSpPr>
          <p:cNvPr id="13" name="link-30">
            <a:extLst xmlns:a="http://schemas.openxmlformats.org/drawingml/2006/main">
              <a:ext uri="{FF2B5EF4-FFF2-40B4-BE49-F238E27FC236}">
                <a16:creationId xmlns:a16="http://schemas.microsoft.com/office/drawing/2014/main" id="{F5AB75A8-63DD-495E-9522-F7D500F6FDB9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返回上一级</a:t>
            </a:r>
          </a:p>
        </p:txBody>
      </p:sp>
      <p:sp>
        <p:nvSpPr>
          <p:cNvPr id="14" name="link-31">
            <a:extLst xmlns:a="http://schemas.openxmlformats.org/drawingml/2006/main">
              <a:ext uri="{FF2B5EF4-FFF2-40B4-BE49-F238E27FC236}">
                <a16:creationId xmlns:a16="http://schemas.microsoft.com/office/drawing/2014/main" id="{199ED614-5691-4E0F-947F-C86F1D418B0C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课标要求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5" name="link-32">
            <a:extLst xmlns:a="http://schemas.openxmlformats.org/drawingml/2006/main">
              <a:ext uri="{FF2B5EF4-FFF2-40B4-BE49-F238E27FC236}">
                <a16:creationId xmlns:a16="http://schemas.microsoft.com/office/drawing/2014/main" id="{D722D282-0E84-4813-B65A-F408A250CA71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下一模块：唐</a:t>
            </a:r>
          </a:p>
        </p:txBody>
      </p:sp>
      <p:sp>
        <p:nvSpPr>
          <p:cNvPr id="16" name="link-33">
            <a:extLst xmlns:a="http://schemas.openxmlformats.org/drawingml/2006/main">
              <a:ext uri="{FF2B5EF4-FFF2-40B4-BE49-F238E27FC236}">
                <a16:creationId xmlns:a16="http://schemas.microsoft.com/office/drawing/2014/main" id="{03ED8698-21C4-41D8-8FB8-15E8F26A8CCC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隋朝建立与统一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41338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进入下一级</a:t>
            </a:r>
          </a:p>
        </p:txBody>
      </p:sp>
    </p:spTree>
    <p:extLst>
      <p:ext uri="{BB962C8B-B14F-4D97-AF65-F5344CB8AC3E}">
        <p14:creationId xmlns:p14="http://schemas.microsoft.com/office/powerpoint/2010/main" val="1523339817"/>
      </p:ext>
    </p:extLst>
  </p:cSld>
  <p:transition advClick="0"/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66E89F-5FE9-4C80-8901-9162084C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34">
            <a:extLst xmlns:a="http://schemas.openxmlformats.org/drawingml/2006/main">
              <a:ext uri="{FF2B5EF4-FFF2-40B4-BE49-F238E27FC236}">
                <a16:creationId xmlns:a16="http://schemas.microsoft.com/office/drawing/2014/main" id="{A2B1F54A-E1E2-47BF-80F8-7DB17286AE52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35">
            <a:extLst xmlns:a="http://schemas.openxmlformats.org/drawingml/2006/main">
              <a:ext uri="{FF2B5EF4-FFF2-40B4-BE49-F238E27FC236}">
                <a16:creationId xmlns:a16="http://schemas.microsoft.com/office/drawing/2014/main" id="{44FD9BD4-29CF-4C61-98D8-CC95C0456AB9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36">
            <a:extLst xmlns:a="http://schemas.openxmlformats.org/drawingml/2006/main">
              <a:ext uri="{FF2B5EF4-FFF2-40B4-BE49-F238E27FC236}">
                <a16:creationId xmlns:a16="http://schemas.microsoft.com/office/drawing/2014/main" id="{C6B2CE4A-E6DB-4E5A-9901-97E41039516E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871B3D9-005F-4FC8-95E9-F78870F5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唐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BA2861A-AF40-4E69-B06E-E4DD0AE8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模块 03 / 盛世与交融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1DC6727-17A8-4F42-9C24-E7E04B60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03AE8A3-481A-4F0F-BAE1-4C4D2C02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045C4EC-C61B-469C-A22A-2B5D41E0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61925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从繁荣景象走向民族关系与区域开发。</a:t>
            </a:r>
          </a:p>
        </p:txBody>
      </p:sp>
      <p:sp>
        <p:nvSpPr>
          <p:cNvPr id="10" name="link-37">
            <a:extLst xmlns:a="http://schemas.openxmlformats.org/drawingml/2006/main">
              <a:ext uri="{FF2B5EF4-FFF2-40B4-BE49-F238E27FC236}">
                <a16:creationId xmlns:a16="http://schemas.microsoft.com/office/drawing/2014/main" id="{3F8B2E90-92BA-408A-B0E3-C256B0408F8C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朝建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476500"/>
            <a:ext cx="9906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　建立　　1 个教材片段　→</a:t>
            </a:r>
          </a:p>
        </p:txBody>
      </p:sp>
      <p:sp>
        <p:nvSpPr>
          <p:cNvPr id="11" name="link-38">
            <a:extLst xmlns:a="http://schemas.openxmlformats.org/drawingml/2006/main">
              <a:ext uri="{FF2B5EF4-FFF2-40B4-BE49-F238E27FC236}">
                <a16:creationId xmlns:a16="http://schemas.microsoft.com/office/drawing/2014/main" id="{AF257C1F-EDF6-4130-A0E4-716F3B469C4B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贞观之治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581400"/>
            <a:ext cx="9906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02　繁荣与盛世表现　　5 个教材片段　→</a:t>
            </a:r>
          </a:p>
        </p:txBody>
      </p:sp>
      <p:sp>
        <p:nvSpPr>
          <p:cNvPr id="12" name="link-39">
            <a:extLst xmlns:a="http://schemas.openxmlformats.org/drawingml/2006/main">
              <a:ext uri="{FF2B5EF4-FFF2-40B4-BE49-F238E27FC236}">
                <a16:creationId xmlns:a16="http://schemas.microsoft.com/office/drawing/2014/main" id="{37CF1437-6767-464C-8F2B-35C66F0A9C54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突厥兴起与分裂（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686300"/>
            <a:ext cx="9906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03　民族关系与区域开发　　6 个教材片段　→</a:t>
            </a:r>
          </a:p>
        </p:txBody>
      </p:sp>
      <p:sp>
        <p:nvSpPr>
          <p:cNvPr id="13" name="link-40">
            <a:extLst xmlns:a="http://schemas.openxmlformats.org/drawingml/2006/main">
              <a:ext uri="{FF2B5EF4-FFF2-40B4-BE49-F238E27FC236}">
                <a16:creationId xmlns:a16="http://schemas.microsoft.com/office/drawing/2014/main" id="{5B9991E1-6DEF-4ECD-B6C3-4BDB98B1D6A8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返回上一级</a:t>
            </a:r>
          </a:p>
        </p:txBody>
      </p:sp>
      <p:sp>
        <p:nvSpPr>
          <p:cNvPr id="14" name="link-41">
            <a:extLst xmlns:a="http://schemas.openxmlformats.org/drawingml/2006/main">
              <a:ext uri="{FF2B5EF4-FFF2-40B4-BE49-F238E27FC236}">
                <a16:creationId xmlns:a16="http://schemas.microsoft.com/office/drawing/2014/main" id="{191BD084-7601-40DC-9C65-DEF16E94542E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5" name="link-42">
            <a:extLst xmlns:a="http://schemas.openxmlformats.org/drawingml/2006/main">
              <a:ext uri="{FF2B5EF4-FFF2-40B4-BE49-F238E27FC236}">
                <a16:creationId xmlns:a16="http://schemas.microsoft.com/office/drawing/2014/main" id="{AC78C532-3F60-4239-A497-266EA4250A70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安史之乱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下一模块：安史之乱</a:t>
            </a:r>
          </a:p>
        </p:txBody>
      </p:sp>
      <p:sp>
        <p:nvSpPr>
          <p:cNvPr id="16" name="link-43">
            <a:extLst xmlns:a="http://schemas.openxmlformats.org/drawingml/2006/main">
              <a:ext uri="{FF2B5EF4-FFF2-40B4-BE49-F238E27FC236}">
                <a16:creationId xmlns:a16="http://schemas.microsoft.com/office/drawing/2014/main" id="{7D4CD62C-BB89-4DB0-B736-7F24CE0D9C88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唐朝建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41338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进入下一级</a:t>
            </a:r>
          </a:p>
        </p:txBody>
      </p:sp>
    </p:spTree>
    <p:extLst>
      <p:ext uri="{BB962C8B-B14F-4D97-AF65-F5344CB8AC3E}">
        <p14:creationId xmlns:p14="http://schemas.microsoft.com/office/powerpoint/2010/main" val="1793266421"/>
      </p:ext>
    </p:extLst>
  </p:cSld>
  <p:transition advClick="0"/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797C97-FC54-4610-8DFB-0878D6F9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44">
            <a:extLst xmlns:a="http://schemas.openxmlformats.org/drawingml/2006/main">
              <a:ext uri="{FF2B5EF4-FFF2-40B4-BE49-F238E27FC236}">
                <a16:creationId xmlns:a16="http://schemas.microsoft.com/office/drawing/2014/main" id="{C4CC8507-E083-4890-B1D1-EB4E3149DC98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45">
            <a:extLst xmlns:a="http://schemas.openxmlformats.org/drawingml/2006/main">
              <a:ext uri="{FF2B5EF4-FFF2-40B4-BE49-F238E27FC236}">
                <a16:creationId xmlns:a16="http://schemas.microsoft.com/office/drawing/2014/main" id="{D9F9ACAD-AEDD-4F53-B8C8-C689EB87E32E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46">
            <a:extLst xmlns:a="http://schemas.openxmlformats.org/drawingml/2006/main">
              <a:ext uri="{FF2B5EF4-FFF2-40B4-BE49-F238E27FC236}">
                <a16:creationId xmlns:a16="http://schemas.microsoft.com/office/drawing/2014/main" id="{5442BE10-0B83-4E70-9175-5639C70DA970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安史之乱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E4F504C-5DA8-4A30-8963-6DAE93EF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安史之乱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865E90D-D57D-4F3B-B3B0-512A3107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模块 04 / 盛衰的转折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FB53944-E9BA-4C49-B1EE-4D57FC24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66AF395-253B-49E8-AEE5-6FAC1B37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安史之乱 · 参考 7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E6477C9-5A25-4FFA-BDDF-430E4137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61925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梳理原因、过程与影响，辨析藩镇割据。</a:t>
            </a:r>
          </a:p>
        </p:txBody>
      </p:sp>
      <p:sp>
        <p:nvSpPr>
          <p:cNvPr id="10" name="link-47">
            <a:extLst xmlns:a="http://schemas.openxmlformats.org/drawingml/2006/main">
              <a:ext uri="{FF2B5EF4-FFF2-40B4-BE49-F238E27FC236}">
                <a16:creationId xmlns:a16="http://schemas.microsoft.com/office/drawing/2014/main" id="{82654592-8340-46CE-B229-C91989C35ADC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安史之乱原因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476500"/>
            <a:ext cx="9906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　原因　　1 个教材片段　→</a:t>
            </a:r>
          </a:p>
        </p:txBody>
      </p:sp>
      <p:sp>
        <p:nvSpPr>
          <p:cNvPr id="11" name="link-48">
            <a:extLst xmlns:a="http://schemas.openxmlformats.org/drawingml/2006/main">
              <a:ext uri="{FF2B5EF4-FFF2-40B4-BE49-F238E27FC236}">
                <a16:creationId xmlns:a16="http://schemas.microsoft.com/office/drawing/2014/main" id="{A9B4F97B-C835-42BC-9BD7-75B70BB7BD3C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安史之乱过程及影响开端（续下页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581400"/>
            <a:ext cx="9906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02　过程　　1 个教材片段　→</a:t>
            </a:r>
          </a:p>
        </p:txBody>
      </p:sp>
      <p:sp>
        <p:nvSpPr>
          <p:cNvPr id="12" name="link-49">
            <a:extLst xmlns:a="http://schemas.openxmlformats.org/drawingml/2006/main">
              <a:ext uri="{FF2B5EF4-FFF2-40B4-BE49-F238E27FC236}">
                <a16:creationId xmlns:a16="http://schemas.microsoft.com/office/drawing/2014/main" id="{7BBA24EA-1A23-4A97-8680-E5C19B241E97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安史之乱的影响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686300"/>
            <a:ext cx="9906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03　影响　　2 个教材片段　→</a:t>
            </a:r>
          </a:p>
        </p:txBody>
      </p:sp>
      <p:sp>
        <p:nvSpPr>
          <p:cNvPr id="13" name="link-50">
            <a:extLst xmlns:a="http://schemas.openxmlformats.org/drawingml/2006/main">
              <a:ext uri="{FF2B5EF4-FFF2-40B4-BE49-F238E27FC236}">
                <a16:creationId xmlns:a16="http://schemas.microsoft.com/office/drawing/2014/main" id="{FEFE9FD5-6FC8-46BD-ACCB-A7CEC5CAB0C6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返回上一级</a:t>
            </a:r>
          </a:p>
        </p:txBody>
      </p:sp>
      <p:sp>
        <p:nvSpPr>
          <p:cNvPr id="14" name="link-51">
            <a:extLst xmlns:a="http://schemas.openxmlformats.org/drawingml/2006/main">
              <a:ext uri="{FF2B5EF4-FFF2-40B4-BE49-F238E27FC236}">
                <a16:creationId xmlns:a16="http://schemas.microsoft.com/office/drawing/2014/main" id="{F35A5A62-AD3B-422C-BF64-55DF67ECC50E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5" name="link-52">
            <a:extLst xmlns:a="http://schemas.openxmlformats.org/drawingml/2006/main">
              <a:ext uri="{FF2B5EF4-FFF2-40B4-BE49-F238E27FC236}">
                <a16:creationId xmlns:a16="http://schemas.microsoft.com/office/drawing/2014/main" id="{554765E5-37DA-468F-B203-8389980974AC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唐的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下一模块：唐的灭亡</a:t>
            </a:r>
          </a:p>
        </p:txBody>
      </p:sp>
      <p:sp>
        <p:nvSpPr>
          <p:cNvPr id="16" name="link-53">
            <a:extLst xmlns:a="http://schemas.openxmlformats.org/drawingml/2006/main">
              <a:ext uri="{FF2B5EF4-FFF2-40B4-BE49-F238E27FC236}">
                <a16:creationId xmlns:a16="http://schemas.microsoft.com/office/drawing/2014/main" id="{E7786041-CADC-4525-BAB0-EA593789320B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安史之乱原因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41338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进入下一级</a:t>
            </a:r>
          </a:p>
        </p:txBody>
      </p:sp>
    </p:spTree>
    <p:extLst>
      <p:ext uri="{BB962C8B-B14F-4D97-AF65-F5344CB8AC3E}">
        <p14:creationId xmlns:p14="http://schemas.microsoft.com/office/powerpoint/2010/main" val="1171272171"/>
      </p:ext>
    </p:extLst>
  </p:cSld>
  <p:transition advClick="0"/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C86FB9-F41D-401D-A6BF-CFE1A04B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54">
            <a:extLst xmlns:a="http://schemas.openxmlformats.org/drawingml/2006/main">
              <a:ext uri="{FF2B5EF4-FFF2-40B4-BE49-F238E27FC236}">
                <a16:creationId xmlns:a16="http://schemas.microsoft.com/office/drawing/2014/main" id="{7E203E7D-7892-44BC-AF6E-031BDB9D3640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55">
            <a:extLst xmlns:a="http://schemas.openxmlformats.org/drawingml/2006/main">
              <a:ext uri="{FF2B5EF4-FFF2-40B4-BE49-F238E27FC236}">
                <a16:creationId xmlns:a16="http://schemas.microsoft.com/office/drawing/2014/main" id="{1E4EDBE7-A0A5-4BAD-B6A3-CDECF47BB8B0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56">
            <a:extLst xmlns:a="http://schemas.openxmlformats.org/drawingml/2006/main">
              <a:ext uri="{FF2B5EF4-FFF2-40B4-BE49-F238E27FC236}">
                <a16:creationId xmlns:a16="http://schemas.microsoft.com/office/drawing/2014/main" id="{EA699DA1-6C28-4201-828A-76A97F88C342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的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2901547-F189-4883-9437-AB0CBD415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唐的灭亡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921E7DA-8AB7-4936-8540-37DCD350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模块 05 / 王朝与分合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24D8FEA-518A-4D0F-9295-964A5B13D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5AF30D0-FDB0-44D8-B6E8-502ED42C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唐的灭亡 · 参考 6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E671FD2-71B2-4EA0-84DD-181A02EC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61925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黄巢起义、朱温废唐与五代十国。</a:t>
            </a:r>
          </a:p>
        </p:txBody>
      </p:sp>
      <p:sp>
        <p:nvSpPr>
          <p:cNvPr id="10" name="link-57">
            <a:extLst xmlns:a="http://schemas.openxmlformats.org/drawingml/2006/main">
              <a:ext uri="{FF2B5EF4-FFF2-40B4-BE49-F238E27FC236}">
                <a16:creationId xmlns:a16="http://schemas.microsoft.com/office/drawing/2014/main" id="{435DF7E4-75FB-4E02-AAFE-EB02B55C01EE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黄巢起义与朱温废唐（末行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476500"/>
            <a:ext cx="9906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　黄巢起义与朱温废唐称帝　　1 个教材片段　→</a:t>
            </a:r>
          </a:p>
        </p:txBody>
      </p:sp>
      <p:sp>
        <p:nvSpPr>
          <p:cNvPr id="11" name="link-58">
            <a:extLst xmlns:a="http://schemas.openxmlformats.org/drawingml/2006/main">
              <a:ext uri="{FF2B5EF4-FFF2-40B4-BE49-F238E27FC236}">
                <a16:creationId xmlns:a16="http://schemas.microsoft.com/office/drawing/2014/main" id="{9112AE17-AEBB-45BC-9689-53F4540E7415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五代与十国的定义（含衔接上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581400"/>
            <a:ext cx="9906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02　五代十国　　2 个教材片段　→</a:t>
            </a:r>
          </a:p>
        </p:txBody>
      </p:sp>
      <p:sp>
        <p:nvSpPr>
          <p:cNvPr id="12" name="link-59">
            <a:extLst xmlns:a="http://schemas.openxmlformats.org/drawingml/2006/main">
              <a:ext uri="{FF2B5EF4-FFF2-40B4-BE49-F238E27FC236}">
                <a16:creationId xmlns:a16="http://schemas.microsoft.com/office/drawing/2014/main" id="{2006BFEC-7E4C-45D7-B5C0-6F2A27DB879E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返回上一级</a:t>
            </a:r>
          </a:p>
        </p:txBody>
      </p:sp>
      <p:sp>
        <p:nvSpPr>
          <p:cNvPr id="13" name="link-60">
            <a:extLst xmlns:a="http://schemas.openxmlformats.org/drawingml/2006/main">
              <a:ext uri="{FF2B5EF4-FFF2-40B4-BE49-F238E27FC236}">
                <a16:creationId xmlns:a16="http://schemas.microsoft.com/office/drawing/2014/main" id="{2EDCD3EB-3D64-44D1-95E5-9AF76B7D02FA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安史之乱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4" name="link-61">
            <a:extLst xmlns:a="http://schemas.openxmlformats.org/drawingml/2006/main">
              <a:ext uri="{FF2B5EF4-FFF2-40B4-BE49-F238E27FC236}">
                <a16:creationId xmlns:a16="http://schemas.microsoft.com/office/drawing/2014/main" id="{E31CC4F0-8A4B-4573-AF1C-211CD84D61FD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内容回顾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下一模块：内容回顾</a:t>
            </a:r>
          </a:p>
        </p:txBody>
      </p:sp>
      <p:sp>
        <p:nvSpPr>
          <p:cNvPr id="15" name="link-62">
            <a:extLst xmlns:a="http://schemas.openxmlformats.org/drawingml/2006/main">
              <a:ext uri="{FF2B5EF4-FFF2-40B4-BE49-F238E27FC236}">
                <a16:creationId xmlns:a16="http://schemas.microsoft.com/office/drawing/2014/main" id="{B0145D09-E3C3-4B37-8D24-5B30D01F8733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黄巢起义与朱温废唐（末行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41338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进入下一级</a:t>
            </a:r>
          </a:p>
        </p:txBody>
      </p:sp>
    </p:spTree>
    <p:extLst>
      <p:ext uri="{BB962C8B-B14F-4D97-AF65-F5344CB8AC3E}">
        <p14:creationId xmlns:p14="http://schemas.microsoft.com/office/powerpoint/2010/main" val="681298191"/>
      </p:ext>
    </p:extLst>
  </p:cSld>
  <p:transition advClick="0"/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B912BA-6287-43FC-836A-630EA9649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63">
            <a:extLst xmlns:a="http://schemas.openxmlformats.org/drawingml/2006/main">
              <a:ext uri="{FF2B5EF4-FFF2-40B4-BE49-F238E27FC236}">
                <a16:creationId xmlns:a16="http://schemas.microsoft.com/office/drawing/2014/main" id="{BF35FFBA-A1AD-4A1F-91CA-2E8F30FC4E14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64">
            <a:extLst xmlns:a="http://schemas.openxmlformats.org/drawingml/2006/main">
              <a:ext uri="{FF2B5EF4-FFF2-40B4-BE49-F238E27FC236}">
                <a16:creationId xmlns:a16="http://schemas.microsoft.com/office/drawing/2014/main" id="{C944ACF5-2595-4147-AC01-9BA65B6D40C1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65">
            <a:extLst xmlns:a="http://schemas.openxmlformats.org/drawingml/2006/main">
              <a:ext uri="{FF2B5EF4-FFF2-40B4-BE49-F238E27FC236}">
                <a16:creationId xmlns:a16="http://schemas.microsoft.com/office/drawing/2014/main" id="{2E1DCA74-F984-451F-B0D5-17D52BCCFC5E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内容回顾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F8A71B8-AC65-4B06-BE17-4E28869D6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内容回顾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1C5C1F4-7C2E-402A-93ED-8CCCAD5F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四项题答直接展示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1C00E1C-E263-4F4D-BE06-6BD14A68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1617D10-B117-4D46-BDDB-FCFB088DA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内容回顾 · 参考 3 分钟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ECD393-F22C-4CC5-9E28-971261EF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552575"/>
            <a:ext cx="50292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7C8AE"/>
            </a:solidFill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B224C86-ABFE-48A2-8AD3-F71F98FA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76400"/>
            <a:ext cx="472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回顾 01　修路、修运河作用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F828024-7E5D-4742-B84F-2E2EA086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05050"/>
            <a:ext cx="47244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政治：巩固统一。</a:t>
            </a:r>
          </a:p>
          <a:p xmlns:a="http://schemas.openxmlformats.org/drawingml/2006/main">
            <a: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经济：促进南北经济交流和运河沿岸城市发展。</a:t>
            </a:r>
          </a:p>
          <a:p xmlns:a="http://schemas.openxmlformats.org/drawingml/2006/main">
            <a: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文化：有利于人员往来与文化交流（课堂延伸）。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BD7EB4-A9E0-4B92-B1EB-92907EFC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552575"/>
            <a:ext cx="50292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7C8AE"/>
            </a:solidFill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23EE483-E53A-4F8F-9AFC-7E61D64F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676400"/>
            <a:ext cx="472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回顾 02　经济重心南移阶段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14C4927-6980-40EF-8B98-6232724C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05050"/>
            <a:ext cx="47244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魏晋以前：经济重心主要在北方。</a:t>
            </a:r>
          </a:p>
          <a:p xmlns:a="http://schemas.openxmlformats.org/drawingml/2006/main">
            <a:pPr algn="l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魏晋南北朝：江南逐步开发，南北经济差距缩小。</a:t>
            </a:r>
          </a:p>
          <a:p xmlns:a="http://schemas.openxmlformats.org/drawingml/2006/main">
            <a:pPr algn="l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安史之乱后：南方经济进一步发展，经济重心逐渐南移。</a:t>
            </a:r>
          </a:p>
          <a:p xmlns:a="http://schemas.openxmlformats.org/drawingml/2006/main">
            <a:pPr algn="l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靖康之变后：南方经济地位进一步提升，至南宋时期经济重心南移完成。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89EFD-62C2-4BC3-8DC7-78180CF78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971925"/>
            <a:ext cx="50292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7C8AE"/>
            </a:solidFill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5BAE428-6116-45B5-B0E0-3A1AF475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95750"/>
            <a:ext cx="472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回顾 03　如何回答两者之间的关系类问题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0B3D7E09-2AD1-42F6-A84B-EC3F1155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24400"/>
            <a:ext cx="47244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一方 → 另一方 → 双方关系 → 其他相关因素（有材料时）。</a:t>
            </a:r>
          </a:p>
          <a:p xmlns:a="http://schemas.openxmlformats.org/drawingml/2006/main">
            <a: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先找角度，再用史实证明；不强凑四点。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34F5E4-CF85-405B-AE6B-6A550DEF0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71925"/>
            <a:ext cx="50292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7C8AE"/>
            </a:solidFill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6B70597-9BA2-405F-B9BA-CDB9082C8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95750"/>
            <a:ext cx="472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回顾 04　如何区分民族边疆关系与对外外交关系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2B9DC7D7-A4A4-422A-967E-8470966C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724400"/>
            <a:ext cx="47244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核心判断标准：现在中国有没有当前领土。</a:t>
            </a:r>
          </a:p>
        </p:txBody>
      </p:sp>
      <p:sp>
        <p:nvSpPr>
          <p:cNvPr id="21" name="link-66">
            <a:extLst xmlns:a="http://schemas.openxmlformats.org/drawingml/2006/main">
              <a:ext uri="{FF2B5EF4-FFF2-40B4-BE49-F238E27FC236}">
                <a16:creationId xmlns:a16="http://schemas.microsoft.com/office/drawing/2014/main" id="{56E66489-427A-4585-ABBE-4F9C83FC95B4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返回上一级</a:t>
            </a:r>
          </a:p>
        </p:txBody>
      </p:sp>
      <p:sp>
        <p:nvSpPr>
          <p:cNvPr id="22" name="link-67">
            <a:extLst xmlns:a="http://schemas.openxmlformats.org/drawingml/2006/main">
              <a:ext uri="{FF2B5EF4-FFF2-40B4-BE49-F238E27FC236}">
                <a16:creationId xmlns:a16="http://schemas.microsoft.com/office/drawing/2014/main" id="{68AAEC0A-B045-4333-B5ED-EB3E1106D7D0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唐的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上一模块</a:t>
            </a:r>
          </a:p>
        </p:txBody>
      </p:sp>
      <p:sp>
        <p:nvSpPr>
          <p:cNvPr id="23" name="link-68">
            <a:extLst xmlns:a="http://schemas.openxmlformats.org/drawingml/2006/main">
              <a:ext uri="{FF2B5EF4-FFF2-40B4-BE49-F238E27FC236}">
                <a16:creationId xmlns:a16="http://schemas.microsoft.com/office/drawing/2014/main" id="{993AA966-5CB6-4561-9142-FF487D0AA7A3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结束回顾</a:t>
            </a:r>
          </a:p>
        </p:txBody>
      </p:sp>
    </p:spTree>
    <p:extLst>
      <p:ext uri="{BB962C8B-B14F-4D97-AF65-F5344CB8AC3E}">
        <p14:creationId xmlns:p14="http://schemas.microsoft.com/office/powerpoint/2010/main" val="1704636688"/>
      </p:ext>
    </p:extLst>
  </p:cSld>
  <p:transition advClick="0"/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836118-4F6E-4D0B-9384-13EC3F08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69">
            <a:extLst xmlns:a="http://schemas.openxmlformats.org/drawingml/2006/main">
              <a:ext uri="{FF2B5EF4-FFF2-40B4-BE49-F238E27FC236}">
                <a16:creationId xmlns:a16="http://schemas.microsoft.com/office/drawing/2014/main" id="{85FC3E44-4632-406C-8BCB-67EE8A6B590F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70">
            <a:extLst xmlns:a="http://schemas.openxmlformats.org/drawingml/2006/main">
              <a:ext uri="{FF2B5EF4-FFF2-40B4-BE49-F238E27FC236}">
                <a16:creationId xmlns:a16="http://schemas.microsoft.com/office/drawing/2014/main" id="{F748DC02-A03E-4DD3-A5BD-2652FD0DA964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71">
            <a:extLst xmlns:a="http://schemas.openxmlformats.org/drawingml/2006/main">
              <a:ext uri="{FF2B5EF4-FFF2-40B4-BE49-F238E27FC236}">
                <a16:creationId xmlns:a16="http://schemas.microsoft.com/office/drawing/2014/main" id="{99D80B5F-4469-42B6-8498-85D97C323B39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C3EC82C-F01C-4499-A75E-CAE3CB0FD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隋朝建立与统一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4A7CB0A-ABCB-46E9-A0C3-F7B103C2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建立 / 教材片段 1/1　PDF 第 1/6 页｜教材第 34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7012897-A4A0-41FB-B4C6-94B4CFAC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830B453-3388-47E3-B016-EED0BCF6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link-72">
            <a:extLst xmlns:a="http://schemas.openxmlformats.org/drawingml/2006/main">
              <a:ext uri="{FF2B5EF4-FFF2-40B4-BE49-F238E27FC236}">
                <a16:creationId xmlns:a16="http://schemas.microsoft.com/office/drawing/2014/main" id="{B7063BF2-515C-49A3-81BA-FE992377F6CE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73">
            <a:extLst xmlns:a="http://schemas.openxmlformats.org/drawingml/2006/main">
              <a:ext uri="{FF2B5EF4-FFF2-40B4-BE49-F238E27FC236}">
                <a16:creationId xmlns:a16="http://schemas.microsoft.com/office/drawing/2014/main" id="{6F586971-3AAD-43F2-A9DD-3A4FEAA0212F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建立与统一：分清两个时间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FFA539-4B3C-4152-A0D9-0D5160CF46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5905f85ecf4279"/>
          <a:stretch xmlns:a="http://schemas.openxmlformats.org/drawingml/2006/main"/>
        </p:blipFill>
        <p:spPr>
          <a:xfrm xmlns:a="http://schemas.openxmlformats.org/drawingml/2006/main">
            <a:off x="1619250" y="2453379"/>
            <a:ext cx="10096500" cy="2675141"/>
          </a:xfrm>
          <a:prstGeom xmlns:a="http://schemas.openxmlformats.org/drawingml/2006/main" prst="rect">
            <a:avLst/>
          </a:prstGeom>
        </p:spPr>
      </p:pic>
      <p:sp>
        <p:nvSpPr>
          <p:cNvPr id="12" name="link-74">
            <a:extLst xmlns:a="http://schemas.openxmlformats.org/drawingml/2006/main">
              <a:ext uri="{FF2B5EF4-FFF2-40B4-BE49-F238E27FC236}">
                <a16:creationId xmlns:a16="http://schemas.microsoft.com/office/drawing/2014/main" id="{0913CF20-BD5B-436F-A901-41CABF195617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隋朝建立与统一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26281896"/>
      </p:ext>
    </p:extLst>
  </p:cSld>
  <p:transition advClick="0"/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7156A4-C82A-41B7-80EA-6147473B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75">
            <a:extLst xmlns:a="http://schemas.openxmlformats.org/drawingml/2006/main">
              <a:ext uri="{FF2B5EF4-FFF2-40B4-BE49-F238E27FC236}">
                <a16:creationId xmlns:a16="http://schemas.microsoft.com/office/drawing/2014/main" id="{3EBE063D-8DC8-4E2C-BB34-EA57C1A17381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76">
            <a:extLst xmlns:a="http://schemas.openxmlformats.org/drawingml/2006/main">
              <a:ext uri="{FF2B5EF4-FFF2-40B4-BE49-F238E27FC236}">
                <a16:creationId xmlns:a16="http://schemas.microsoft.com/office/drawing/2014/main" id="{23CE7024-5C9B-45D5-AACE-976595CF2412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77">
            <a:extLst xmlns:a="http://schemas.openxmlformats.org/drawingml/2006/main">
              <a:ext uri="{FF2B5EF4-FFF2-40B4-BE49-F238E27FC236}">
                <a16:creationId xmlns:a16="http://schemas.microsoft.com/office/drawing/2014/main" id="{AAD6B20B-2A49-442E-B8EE-8C4D5E449E35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C6D34F8-E1A2-420D-92C4-F3C0B16C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建立与统一：分清两个时间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48315A2-7020-4C87-9536-8F99D5543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建立 / 教材片段 1/1　PDF 第 1/6 页｜教材第 34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7735FDE-5C1D-4305-B713-86D8B5488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0E607BD-F36B-4A82-AFCA-8893FD1C7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link-78">
            <a:extLst xmlns:a="http://schemas.openxmlformats.org/drawingml/2006/main">
              <a:ext uri="{FF2B5EF4-FFF2-40B4-BE49-F238E27FC236}">
                <a16:creationId xmlns:a16="http://schemas.microsoft.com/office/drawing/2014/main" id="{1F1CBC78-0BC6-48D5-A4C9-1E6AB858978A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79">
            <a:extLst xmlns:a="http://schemas.openxmlformats.org/drawingml/2006/main">
              <a:ext uri="{FF2B5EF4-FFF2-40B4-BE49-F238E27FC236}">
                <a16:creationId xmlns:a16="http://schemas.microsoft.com/office/drawing/2014/main" id="{0FA66C05-5163-4E90-B73F-F77AE1EA334F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隋朝建立与统一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80">
            <a:extLst xmlns:a="http://schemas.openxmlformats.org/drawingml/2006/main">
              <a:ext uri="{FF2B5EF4-FFF2-40B4-BE49-F238E27FC236}">
                <a16:creationId xmlns:a16="http://schemas.microsoft.com/office/drawing/2014/main" id="{BB5E4346-CFAA-4BD0-B5FA-B208B7E283F2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仓储、两都与大运河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2E6B1BD-CE2D-4442-ACCD-EC5620A7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9906000" cy="461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581年 · 杨坚建隋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北周外戚杨坚代周称帝，改国号隋，定都长安，是为隋文帝。励精图治、实行改革，国力日强。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589年 · 灭陈统一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隋文帝派次子杨广率军灭陈，结束南北长期分裂。文帝死后杨广即位，是为隋炀帝。</a:t>
            </a:r>
          </a:p>
        </p:txBody>
      </p:sp>
      <p:sp>
        <p:nvSpPr>
          <p:cNvPr id="13" name="link-81">
            <a:extLst xmlns:a="http://schemas.openxmlformats.org/drawingml/2006/main">
              <a:ext uri="{FF2B5EF4-FFF2-40B4-BE49-F238E27FC236}">
                <a16:creationId xmlns:a16="http://schemas.microsoft.com/office/drawing/2014/main" id="{F7D2E4FF-2BBB-4CC7-BCAF-A626CBA0DA7A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隋朝建立与统一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524346443"/>
      </p:ext>
    </p:extLst>
  </p:cSld>
  <p:transition advClick="0"/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317606-20E6-4535-B6A6-8ED70A78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82">
            <a:extLst xmlns:a="http://schemas.openxmlformats.org/drawingml/2006/main">
              <a:ext uri="{FF2B5EF4-FFF2-40B4-BE49-F238E27FC236}">
                <a16:creationId xmlns:a16="http://schemas.microsoft.com/office/drawing/2014/main" id="{56456255-4EE5-4D13-BE80-C9E702676E22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83">
            <a:extLst xmlns:a="http://schemas.openxmlformats.org/drawingml/2006/main">
              <a:ext uri="{FF2B5EF4-FFF2-40B4-BE49-F238E27FC236}">
                <a16:creationId xmlns:a16="http://schemas.microsoft.com/office/drawing/2014/main" id="{818148FE-D93E-4056-80D2-EA9B37FDEE6B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84">
            <a:extLst xmlns:a="http://schemas.openxmlformats.org/drawingml/2006/main">
              <a:ext uri="{FF2B5EF4-FFF2-40B4-BE49-F238E27FC236}">
                <a16:creationId xmlns:a16="http://schemas.microsoft.com/office/drawing/2014/main" id="{1EA352FD-7899-4867-814E-0CEC4B5805C3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7FE40D2-078B-4CF2-BBAE-3443265A3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仓储、两都与大运河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8A90AC3-C67E-4D15-B2E0-8B7E05B9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兴盛 / 教材片段 1/1　PDF 第 1/6 页｜教材第 34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F76E9AA-75E3-4212-9717-5366A1C6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737E13C-09EB-4ED3-89AC-E978E2F7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link-85">
            <a:extLst xmlns:a="http://schemas.openxmlformats.org/drawingml/2006/main">
              <a:ext uri="{FF2B5EF4-FFF2-40B4-BE49-F238E27FC236}">
                <a16:creationId xmlns:a16="http://schemas.microsoft.com/office/drawing/2014/main" id="{EAB66D89-BB78-4F16-8242-7A3523482C87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86">
            <a:extLst xmlns:a="http://schemas.openxmlformats.org/drawingml/2006/main">
              <a:ext uri="{FF2B5EF4-FFF2-40B4-BE49-F238E27FC236}">
                <a16:creationId xmlns:a16="http://schemas.microsoft.com/office/drawing/2014/main" id="{858AD3AF-2F6D-4259-9A89-413CEEF33FF8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隋朝建立与统一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87">
            <a:extLst xmlns:a="http://schemas.openxmlformats.org/drawingml/2006/main">
              <a:ext uri="{FF2B5EF4-FFF2-40B4-BE49-F238E27FC236}">
                <a16:creationId xmlns:a16="http://schemas.microsoft.com/office/drawing/2014/main" id="{C513A044-70A4-4D0F-9682-A8572D52D4D5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兴盛的三个观察点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72960F-224D-4C81-AA8D-DB5BA1081D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7b2ec38d2f42cc"/>
          <a:stretch xmlns:a="http://schemas.openxmlformats.org/drawingml/2006/main"/>
        </p:blipFill>
        <p:spPr>
          <a:xfrm xmlns:a="http://schemas.openxmlformats.org/drawingml/2006/main">
            <a:off x="1753899" y="1552575"/>
            <a:ext cx="9827202" cy="3695700"/>
          </a:xfrm>
          <a:prstGeom xmlns:a="http://schemas.openxmlformats.org/drawingml/2006/main" prst="rect">
            <a:avLst/>
          </a:prstGeom>
        </p:spPr>
      </p:pic>
      <p:sp>
        <p:nvSpPr>
          <p:cNvPr id="13" name="link-88">
            <a:extLst xmlns:a="http://schemas.openxmlformats.org/drawingml/2006/main">
              <a:ext uri="{FF2B5EF4-FFF2-40B4-BE49-F238E27FC236}">
                <a16:creationId xmlns:a16="http://schemas.microsoft.com/office/drawing/2014/main" id="{6EE6570E-9E8E-4002-AD9C-3B924009AAA9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长安、洛阳与两京制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长安、洛阳与两京制 ↗</a:t>
            </a:r>
          </a:p>
        </p:txBody>
      </p:sp>
      <p:sp>
        <p:nvSpPr>
          <p:cNvPr id="14" name="link-89">
            <a:extLst xmlns:a="http://schemas.openxmlformats.org/drawingml/2006/main">
              <a:ext uri="{FF2B5EF4-FFF2-40B4-BE49-F238E27FC236}">
                <a16:creationId xmlns:a16="http://schemas.microsoft.com/office/drawing/2014/main" id="{3CA48A7D-09AF-4C2E-8ECD-ED8C335B653F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义仓的含义与制度演变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义仓的含义与制度演变 ↗</a:t>
            </a:r>
          </a:p>
        </p:txBody>
      </p:sp>
      <p:sp>
        <p:nvSpPr>
          <p:cNvPr id="15" name="link-90">
            <a:extLst xmlns:a="http://schemas.openxmlformats.org/drawingml/2006/main">
              <a:ext uri="{FF2B5EF4-FFF2-40B4-BE49-F238E27FC236}">
                <a16:creationId xmlns:a16="http://schemas.microsoft.com/office/drawing/2014/main" id="{1B09B995-F2A5-4339-8FA2-7816D0885FF8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大运河：作用、联系与经济重心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1980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大运河：作用、联系与经济重心 ↗</a:t>
            </a:r>
          </a:p>
        </p:txBody>
      </p:sp>
      <p:sp>
        <p:nvSpPr>
          <p:cNvPr id="16" name="link-91">
            <a:extLst xmlns:a="http://schemas.openxmlformats.org/drawingml/2006/main">
              <a:ext uri="{FF2B5EF4-FFF2-40B4-BE49-F238E27FC236}">
                <a16:creationId xmlns:a16="http://schemas.microsoft.com/office/drawing/2014/main" id="{C4E6EAAF-8483-409A-903C-411D6E16F66F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仓储、两都与大运河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84140458"/>
      </p:ext>
    </p:extLst>
  </p:cSld>
  <p:transition advClick="0"/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D0A2CB-DBA6-44D9-9223-A6DACD9F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92">
            <a:extLst xmlns:a="http://schemas.openxmlformats.org/drawingml/2006/main">
              <a:ext uri="{FF2B5EF4-FFF2-40B4-BE49-F238E27FC236}">
                <a16:creationId xmlns:a16="http://schemas.microsoft.com/office/drawing/2014/main" id="{463C9110-4FA2-4D24-B09E-E4B8D5E52DA2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93">
            <a:extLst xmlns:a="http://schemas.openxmlformats.org/drawingml/2006/main">
              <a:ext uri="{FF2B5EF4-FFF2-40B4-BE49-F238E27FC236}">
                <a16:creationId xmlns:a16="http://schemas.microsoft.com/office/drawing/2014/main" id="{AE13F77E-FD0B-4250-A866-41D6ADD4EFC3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94">
            <a:extLst xmlns:a="http://schemas.openxmlformats.org/drawingml/2006/main">
              <a:ext uri="{FF2B5EF4-FFF2-40B4-BE49-F238E27FC236}">
                <a16:creationId xmlns:a16="http://schemas.microsoft.com/office/drawing/2014/main" id="{B88DF09A-668D-4DF6-B571-3244B917BEA0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9A5F98C-1DCA-4716-AA98-5273332B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兴盛的三个观察点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6F4EFDA-DF8A-4B86-9205-DB3E2D6C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兴盛 / 教材片段 1/1　PDF 第 1/6 页｜教材第 34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9466E15-6661-4FE5-BA8B-A24D85F3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43F2A17-D929-4E4A-A10B-A075F191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link-95">
            <a:extLst xmlns:a="http://schemas.openxmlformats.org/drawingml/2006/main">
              <a:ext uri="{FF2B5EF4-FFF2-40B4-BE49-F238E27FC236}">
                <a16:creationId xmlns:a16="http://schemas.microsoft.com/office/drawing/2014/main" id="{555D2BBF-E295-43ED-BF81-5F27A8B6CE9C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96">
            <a:extLst xmlns:a="http://schemas.openxmlformats.org/drawingml/2006/main">
              <a:ext uri="{FF2B5EF4-FFF2-40B4-BE49-F238E27FC236}">
                <a16:creationId xmlns:a16="http://schemas.microsoft.com/office/drawing/2014/main" id="{5D684261-774C-4A35-BABC-08FBF3CE77B6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仓储、两都与大运河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97">
            <a:extLst xmlns:a="http://schemas.openxmlformats.org/drawingml/2006/main">
              <a:ext uri="{FF2B5EF4-FFF2-40B4-BE49-F238E27FC236}">
                <a16:creationId xmlns:a16="http://schemas.microsoft.com/office/drawing/2014/main" id="{790B3B37-1322-4CCD-B14E-A5242CBDAAA8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隋朝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8E87CAA-DD39-4B80-826E-954D397B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9906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仓储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两都及地方广设仓库；供应朝廷粮物，义仓备水旱赈济。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洛阳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隋炀帝兴建洛阳城，规模宏大。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大运河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南北贯通、沟通五大水系；巩固统一，促进南北经济交流和沿岸城市发展。</a:t>
            </a:r>
          </a:p>
        </p:txBody>
      </p:sp>
      <p:sp>
        <p:nvSpPr>
          <p:cNvPr id="13" name="link-98">
            <a:extLst xmlns:a="http://schemas.openxmlformats.org/drawingml/2006/main">
              <a:ext uri="{FF2B5EF4-FFF2-40B4-BE49-F238E27FC236}">
                <a16:creationId xmlns:a16="http://schemas.microsoft.com/office/drawing/2014/main" id="{504BC8F0-4017-4329-B675-AF86BB5611F7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长安、洛阳与两京制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长安、洛阳与两京制 ↗</a:t>
            </a:r>
          </a:p>
        </p:txBody>
      </p:sp>
      <p:sp>
        <p:nvSpPr>
          <p:cNvPr id="14" name="link-99">
            <a:extLst xmlns:a="http://schemas.openxmlformats.org/drawingml/2006/main">
              <a:ext uri="{FF2B5EF4-FFF2-40B4-BE49-F238E27FC236}">
                <a16:creationId xmlns:a16="http://schemas.microsoft.com/office/drawing/2014/main" id="{656910A7-69D1-4616-A81A-6BCBCACF34FD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义仓的含义与制度演变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义仓的含义与制度演变 ↗</a:t>
            </a:r>
          </a:p>
        </p:txBody>
      </p:sp>
      <p:sp>
        <p:nvSpPr>
          <p:cNvPr id="15" name="link-100">
            <a:extLst xmlns:a="http://schemas.openxmlformats.org/drawingml/2006/main">
              <a:ext uri="{FF2B5EF4-FFF2-40B4-BE49-F238E27FC236}">
                <a16:creationId xmlns:a16="http://schemas.microsoft.com/office/drawing/2014/main" id="{036182AC-B4BA-46DC-B746-6EBFACDFC42C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大运河：作用、联系与经济重心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1980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大运河：作用、联系与经济重心 ↗</a:t>
            </a:r>
          </a:p>
        </p:txBody>
      </p:sp>
      <p:sp>
        <p:nvSpPr>
          <p:cNvPr id="16" name="link-101">
            <a:extLst xmlns:a="http://schemas.openxmlformats.org/drawingml/2006/main">
              <a:ext uri="{FF2B5EF4-FFF2-40B4-BE49-F238E27FC236}">
                <a16:creationId xmlns:a16="http://schemas.microsoft.com/office/drawing/2014/main" id="{9005CCF6-CCB8-4D05-AF7F-F9CD9AAE49FD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仓储、两都与大运河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65861233"/>
      </p:ext>
    </p:extLst>
  </p:cSld>
  <p:transition advClick="0"/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7A9662-EC3A-44AB-B905-11AE9DD3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02">
            <a:extLst xmlns:a="http://schemas.openxmlformats.org/drawingml/2006/main">
              <a:ext uri="{FF2B5EF4-FFF2-40B4-BE49-F238E27FC236}">
                <a16:creationId xmlns:a16="http://schemas.microsoft.com/office/drawing/2014/main" id="{C1AF1257-3397-44B3-8E84-1B185FC242A4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03">
            <a:extLst xmlns:a="http://schemas.openxmlformats.org/drawingml/2006/main">
              <a:ext uri="{FF2B5EF4-FFF2-40B4-BE49-F238E27FC236}">
                <a16:creationId xmlns:a16="http://schemas.microsoft.com/office/drawing/2014/main" id="{C74B64E3-4D96-4EC4-952C-EDB1E22E1AB2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04">
            <a:extLst xmlns:a="http://schemas.openxmlformats.org/drawingml/2006/main">
              <a:ext uri="{FF2B5EF4-FFF2-40B4-BE49-F238E27FC236}">
                <a16:creationId xmlns:a16="http://schemas.microsoft.com/office/drawing/2014/main" id="{088CB250-85DF-403B-B12E-DBD9CE1E8467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7C77569-340C-4C5F-A37D-085D8DE7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隋朝灭亡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02FD2A4-EC40-4F20-810C-F5C6699B3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灭亡 / 教材片段 1/2　PDF 第 1/6 页｜教材第 34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34166B0-8754-4829-9E14-CC682840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A1DD86D-21E6-4646-A271-C707687C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link-105">
            <a:extLst xmlns:a="http://schemas.openxmlformats.org/drawingml/2006/main">
              <a:ext uri="{FF2B5EF4-FFF2-40B4-BE49-F238E27FC236}">
                <a16:creationId xmlns:a16="http://schemas.microsoft.com/office/drawing/2014/main" id="{2D9D4D5F-EC57-454B-8215-0DF7F0A3A7D8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106">
            <a:extLst xmlns:a="http://schemas.openxmlformats.org/drawingml/2006/main">
              <a:ext uri="{FF2B5EF4-FFF2-40B4-BE49-F238E27FC236}">
                <a16:creationId xmlns:a16="http://schemas.microsoft.com/office/drawing/2014/main" id="{6D038FAD-388F-4A46-9EC7-063641684657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仓储、两都与大运河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107">
            <a:extLst xmlns:a="http://schemas.openxmlformats.org/drawingml/2006/main">
              <a:ext uri="{FF2B5EF4-FFF2-40B4-BE49-F238E27FC236}">
                <a16:creationId xmlns:a16="http://schemas.microsoft.com/office/drawing/2014/main" id="{72DEF0F9-1FE6-4F53-B78D-A7597F8343AD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隋亡主线：负担、生产与反抗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B3436E-7D11-4A52-A9A3-C238ECFE76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bbf0a655224bda"/>
          <a:stretch xmlns:a="http://schemas.openxmlformats.org/drawingml/2006/main"/>
        </p:blipFill>
        <p:spPr>
          <a:xfrm xmlns:a="http://schemas.openxmlformats.org/drawingml/2006/main">
            <a:off x="1619250" y="2106002"/>
            <a:ext cx="10096500" cy="2588846"/>
          </a:xfrm>
          <a:prstGeom xmlns:a="http://schemas.openxmlformats.org/drawingml/2006/main" prst="rect">
            <a:avLst/>
          </a:prstGeom>
        </p:spPr>
      </p:pic>
      <p:sp>
        <p:nvSpPr>
          <p:cNvPr id="13" name="link-108">
            <a:extLst xmlns:a="http://schemas.openxmlformats.org/drawingml/2006/main">
              <a:ext uri="{FF2B5EF4-FFF2-40B4-BE49-F238E27FC236}">
                <a16:creationId xmlns:a16="http://schemas.microsoft.com/office/drawing/2014/main" id="{7BB7FDBE-F024-46EB-867A-FCF84677069D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秦和隋朝的相似之处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秦和隋朝的相似之处 ↗</a:t>
            </a:r>
          </a:p>
        </p:txBody>
      </p:sp>
      <p:sp>
        <p:nvSpPr>
          <p:cNvPr id="14" name="link-109">
            <a:extLst xmlns:a="http://schemas.openxmlformats.org/drawingml/2006/main">
              <a:ext uri="{FF2B5EF4-FFF2-40B4-BE49-F238E27FC236}">
                <a16:creationId xmlns:a16="http://schemas.microsoft.com/office/drawing/2014/main" id="{33535B92-6AC0-4492-B591-274CA2FD46E3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隋朝大运河的功过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隋朝大运河的功过 ↗</a:t>
            </a:r>
          </a:p>
        </p:txBody>
      </p:sp>
      <p:sp>
        <p:nvSpPr>
          <p:cNvPr id="15" name="link-110">
            <a:extLst xmlns:a="http://schemas.openxmlformats.org/drawingml/2006/main">
              <a:ext uri="{FF2B5EF4-FFF2-40B4-BE49-F238E27FC236}">
                <a16:creationId xmlns:a16="http://schemas.microsoft.com/office/drawing/2014/main" id="{D2BD6DB6-7FED-4D29-88A6-8D22F5840493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隋朝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link-111">
            <a:extLst xmlns:a="http://schemas.openxmlformats.org/drawingml/2006/main">
              <a:ext uri="{FF2B5EF4-FFF2-40B4-BE49-F238E27FC236}">
                <a16:creationId xmlns:a16="http://schemas.microsoft.com/office/drawing/2014/main" id="{15DE8172-8597-4FB4-B930-CF0BD404B6F7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学思之窗：皮日休诗与提问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47634514"/>
      </p:ext>
    </p:extLst>
  </p:cSld>
  <p:transition advClick="0"/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F2DBC7-A1A5-4800-B9EF-FD19974B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12">
            <a:extLst xmlns:a="http://schemas.openxmlformats.org/drawingml/2006/main">
              <a:ext uri="{FF2B5EF4-FFF2-40B4-BE49-F238E27FC236}">
                <a16:creationId xmlns:a16="http://schemas.microsoft.com/office/drawing/2014/main" id="{46045123-C3CD-4E99-A260-E83EADE5A619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13">
            <a:extLst xmlns:a="http://schemas.openxmlformats.org/drawingml/2006/main">
              <a:ext uri="{FF2B5EF4-FFF2-40B4-BE49-F238E27FC236}">
                <a16:creationId xmlns:a16="http://schemas.microsoft.com/office/drawing/2014/main" id="{834CCEA9-BE8B-4F6E-8A9A-E84F61451785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14">
            <a:extLst xmlns:a="http://schemas.openxmlformats.org/drawingml/2006/main">
              <a:ext uri="{FF2B5EF4-FFF2-40B4-BE49-F238E27FC236}">
                <a16:creationId xmlns:a16="http://schemas.microsoft.com/office/drawing/2014/main" id="{498D2483-6FE2-44DC-96B1-11B0721921DB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19233D0-CC89-479C-809A-9928C2AAE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隋亡主线：负担、生产与反抗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C989DD2-4013-43C8-8596-759693C3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灭亡 / 教材片段 1/2　PDF 第 1/6 页｜教材第 34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D322FD7-C773-42C1-930C-4F428CEC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8570BFB-1C06-4C96-A64A-79BA9697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link-115">
            <a:extLst xmlns:a="http://schemas.openxmlformats.org/drawingml/2006/main">
              <a:ext uri="{FF2B5EF4-FFF2-40B4-BE49-F238E27FC236}">
                <a16:creationId xmlns:a16="http://schemas.microsoft.com/office/drawing/2014/main" id="{05418B6C-9963-48BE-9CAE-9BB9D4184892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116">
            <a:extLst xmlns:a="http://schemas.openxmlformats.org/drawingml/2006/main">
              <a:ext uri="{FF2B5EF4-FFF2-40B4-BE49-F238E27FC236}">
                <a16:creationId xmlns:a16="http://schemas.microsoft.com/office/drawing/2014/main" id="{8130C7E0-6591-49F0-8A76-2791AD473173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隋朝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117">
            <a:extLst xmlns:a="http://schemas.openxmlformats.org/drawingml/2006/main">
              <a:ext uri="{FF2B5EF4-FFF2-40B4-BE49-F238E27FC236}">
                <a16:creationId xmlns:a16="http://schemas.microsoft.com/office/drawing/2014/main" id="{9BB42804-DAC8-472F-8824-0874E52EF6FF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学思之窗：皮日休诗与提问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29CA975-EB5A-4535-84BF-BB9B3D8A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9906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负担与起义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大兴土木、穷奢极欲、三次大举征伐（教材称“高丽”）→生产遭到严重破坏、民不聊生→大规模起义。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618年 · 隋朝灭亡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隋炀帝在江都被部将杀死。李渊建唐是同年的另一事件，不能混作同一政权。</a:t>
            </a:r>
          </a:p>
        </p:txBody>
      </p:sp>
      <p:sp>
        <p:nvSpPr>
          <p:cNvPr id="13" name="link-118">
            <a:extLst xmlns:a="http://schemas.openxmlformats.org/drawingml/2006/main">
              <a:ext uri="{FF2B5EF4-FFF2-40B4-BE49-F238E27FC236}">
                <a16:creationId xmlns:a16="http://schemas.microsoft.com/office/drawing/2014/main" id="{4F5BE88A-09D7-4DDC-84AD-2622D54BF177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秦和隋朝的相似之处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秦和隋朝的相似之处 ↗</a:t>
            </a:r>
          </a:p>
        </p:txBody>
      </p:sp>
      <p:sp>
        <p:nvSpPr>
          <p:cNvPr id="14" name="link-119">
            <a:extLst xmlns:a="http://schemas.openxmlformats.org/drawingml/2006/main">
              <a:ext uri="{FF2B5EF4-FFF2-40B4-BE49-F238E27FC236}">
                <a16:creationId xmlns:a16="http://schemas.microsoft.com/office/drawing/2014/main" id="{BF2EDF13-07B7-4A4F-848D-0016AD0E9EC3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隋朝大运河的功过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隋朝大运河的功过 ↗</a:t>
            </a:r>
          </a:p>
        </p:txBody>
      </p:sp>
      <p:sp>
        <p:nvSpPr>
          <p:cNvPr id="15" name="link-120">
            <a:extLst xmlns:a="http://schemas.openxmlformats.org/drawingml/2006/main">
              <a:ext uri="{FF2B5EF4-FFF2-40B4-BE49-F238E27FC236}">
                <a16:creationId xmlns:a16="http://schemas.microsoft.com/office/drawing/2014/main" id="{0002FCBA-29BF-4A09-8784-5114B1D371A5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隋朝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link-121">
            <a:extLst xmlns:a="http://schemas.openxmlformats.org/drawingml/2006/main">
              <a:ext uri="{FF2B5EF4-FFF2-40B4-BE49-F238E27FC236}">
                <a16:creationId xmlns:a16="http://schemas.microsoft.com/office/drawing/2014/main" id="{B90DEB1A-6393-4546-B652-61315916E44C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学思之窗：皮日休诗与提问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97876513"/>
      </p:ext>
    </p:extLst>
  </p:cSld>
  <p:transition advClick="0"/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EF63D4-5F30-4939-B7E4-A52AB222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22">
            <a:extLst xmlns:a="http://schemas.openxmlformats.org/drawingml/2006/main">
              <a:ext uri="{FF2B5EF4-FFF2-40B4-BE49-F238E27FC236}">
                <a16:creationId xmlns:a16="http://schemas.microsoft.com/office/drawing/2014/main" id="{2CDE5891-6A5C-49CA-ADA8-621817B3545A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23">
            <a:extLst xmlns:a="http://schemas.openxmlformats.org/drawingml/2006/main">
              <a:ext uri="{FF2B5EF4-FFF2-40B4-BE49-F238E27FC236}">
                <a16:creationId xmlns:a16="http://schemas.microsoft.com/office/drawing/2014/main" id="{725618F9-DC24-490C-A7A7-7B90262B6060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24">
            <a:extLst xmlns:a="http://schemas.openxmlformats.org/drawingml/2006/main">
              <a:ext uri="{FF2B5EF4-FFF2-40B4-BE49-F238E27FC236}">
                <a16:creationId xmlns:a16="http://schemas.microsoft.com/office/drawing/2014/main" id="{B13D8B51-91A0-4C38-973C-A2E23FD4F752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A6945AB-C5F9-4308-90F3-0B39ECA3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学思之窗：皮日休诗与提问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C31775C-F218-4947-A8A8-5B3AEAE1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灭亡 / 教材片段 2/2　PDF 第 1/6 页｜教材第 34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46513E0-2150-4676-829D-20AC4DDA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E772308-F7FA-4A87-A419-EF1141B3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link-125">
            <a:extLst xmlns:a="http://schemas.openxmlformats.org/drawingml/2006/main">
              <a:ext uri="{FF2B5EF4-FFF2-40B4-BE49-F238E27FC236}">
                <a16:creationId xmlns:a16="http://schemas.microsoft.com/office/drawing/2014/main" id="{F2827CB1-7582-4CB6-9B53-6745617C2F50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126">
            <a:extLst xmlns:a="http://schemas.openxmlformats.org/drawingml/2006/main">
              <a:ext uri="{FF2B5EF4-FFF2-40B4-BE49-F238E27FC236}">
                <a16:creationId xmlns:a16="http://schemas.microsoft.com/office/drawing/2014/main" id="{690EEE82-313B-4DAE-AD85-9967ADB54FF2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隋朝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127">
            <a:extLst xmlns:a="http://schemas.openxmlformats.org/drawingml/2006/main">
              <a:ext uri="{FF2B5EF4-FFF2-40B4-BE49-F238E27FC236}">
                <a16:creationId xmlns:a16="http://schemas.microsoft.com/office/drawing/2014/main" id="{5EEBA847-1638-4D30-9AE4-F9B67A200CC0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读诗：功效与负担分开评价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26BB10-EBC0-41B0-B687-1EEF31CBE8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602d5b41fd469b"/>
          <a:stretch xmlns:a="http://schemas.openxmlformats.org/drawingml/2006/main"/>
        </p:blipFill>
        <p:spPr>
          <a:xfrm xmlns:a="http://schemas.openxmlformats.org/drawingml/2006/main">
            <a:off x="5675612" y="1552575"/>
            <a:ext cx="1983775" cy="3695700"/>
          </a:xfrm>
          <a:prstGeom xmlns:a="http://schemas.openxmlformats.org/drawingml/2006/main" prst="rect">
            <a:avLst/>
          </a:prstGeom>
        </p:spPr>
      </p:pic>
      <p:sp>
        <p:nvSpPr>
          <p:cNvPr id="13" name="link-128">
            <a:extLst xmlns:a="http://schemas.openxmlformats.org/drawingml/2006/main">
              <a:ext uri="{FF2B5EF4-FFF2-40B4-BE49-F238E27FC236}">
                <a16:creationId xmlns:a16="http://schemas.microsoft.com/office/drawing/2014/main" id="{5BD7A79D-02AF-4114-B89E-43E9668D9626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秦和隋朝的相似之处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秦和隋朝的相似之处 ↗</a:t>
            </a:r>
          </a:p>
        </p:txBody>
      </p:sp>
      <p:sp>
        <p:nvSpPr>
          <p:cNvPr id="14" name="link-129">
            <a:extLst xmlns:a="http://schemas.openxmlformats.org/drawingml/2006/main">
              <a:ext uri="{FF2B5EF4-FFF2-40B4-BE49-F238E27FC236}">
                <a16:creationId xmlns:a16="http://schemas.microsoft.com/office/drawing/2014/main" id="{4B1C2C49-EF85-42F8-BD15-100968B98A23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隋朝大运河的功过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隋朝大运河的功过 ↗</a:t>
            </a:r>
          </a:p>
        </p:txBody>
      </p:sp>
      <p:sp>
        <p:nvSpPr>
          <p:cNvPr id="15" name="link-130">
            <a:extLst xmlns:a="http://schemas.openxmlformats.org/drawingml/2006/main">
              <a:ext uri="{FF2B5EF4-FFF2-40B4-BE49-F238E27FC236}">
                <a16:creationId xmlns:a16="http://schemas.microsoft.com/office/drawing/2014/main" id="{FA6DD630-1B6F-4019-9DEC-5B7394970BAA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隋朝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link-131">
            <a:extLst xmlns:a="http://schemas.openxmlformats.org/drawingml/2006/main">
              <a:ext uri="{FF2B5EF4-FFF2-40B4-BE49-F238E27FC236}">
                <a16:creationId xmlns:a16="http://schemas.microsoft.com/office/drawing/2014/main" id="{C565260A-1619-4962-A4F4-72E0D456D48D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学思之窗：皮日休诗与提问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42672222"/>
      </p:ext>
    </p:extLst>
  </p:cSld>
  <p:transition advClick="0"/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CDF919-A70B-4124-86F6-840723F8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32">
            <a:extLst xmlns:a="http://schemas.openxmlformats.org/drawingml/2006/main">
              <a:ext uri="{FF2B5EF4-FFF2-40B4-BE49-F238E27FC236}">
                <a16:creationId xmlns:a16="http://schemas.microsoft.com/office/drawing/2014/main" id="{42C08355-21F2-47E0-BEFE-491B11E19D14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33">
            <a:extLst xmlns:a="http://schemas.openxmlformats.org/drawingml/2006/main">
              <a:ext uri="{FF2B5EF4-FFF2-40B4-BE49-F238E27FC236}">
                <a16:creationId xmlns:a16="http://schemas.microsoft.com/office/drawing/2014/main" id="{F6D77768-8E81-479C-9F20-C018098CC14B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34">
            <a:extLst xmlns:a="http://schemas.openxmlformats.org/drawingml/2006/main">
              <a:ext uri="{FF2B5EF4-FFF2-40B4-BE49-F238E27FC236}">
                <a16:creationId xmlns:a16="http://schemas.microsoft.com/office/drawing/2014/main" id="{16C53A1E-C384-4132-8153-29BC328FDA9B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92C289D-FB31-44D0-B9B4-B74C06C6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读诗：功效与负担分开评价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2A5587E-7D2E-45CB-A3FF-298FA030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灭亡 / 教材片段 2/2　PDF 第 1/6 页｜教材第 34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F41524C-CDCA-45B3-AFD2-A5E31D6F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E7A331A-FCD2-4C75-85D4-1794FB23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link-135">
            <a:extLst xmlns:a="http://schemas.openxmlformats.org/drawingml/2006/main">
              <a:ext uri="{FF2B5EF4-FFF2-40B4-BE49-F238E27FC236}">
                <a16:creationId xmlns:a16="http://schemas.microsoft.com/office/drawing/2014/main" id="{AC871F4B-5170-4A1E-8F9A-86EAC6D87E7B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136">
            <a:extLst xmlns:a="http://schemas.openxmlformats.org/drawingml/2006/main">
              <a:ext uri="{FF2B5EF4-FFF2-40B4-BE49-F238E27FC236}">
                <a16:creationId xmlns:a16="http://schemas.microsoft.com/office/drawing/2014/main" id="{4263D259-E8F8-4812-885A-78EE6A652840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学思之窗：皮日休诗与提问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137">
            <a:extLst xmlns:a="http://schemas.openxmlformats.org/drawingml/2006/main">
              <a:ext uri="{FF2B5EF4-FFF2-40B4-BE49-F238E27FC236}">
                <a16:creationId xmlns:a16="http://schemas.microsoft.com/office/drawing/2014/main" id="{7B81A497-C3A0-43DD-9533-DA3ECFE272B1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A620C50-5006-4801-8246-BE81979A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9906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材料讨论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结合诗歌与正文，分别讨论运河的长期功效、统治者奢侈用度与民力负担。诗歌是评价材料，不能单独证明修河动机。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历史启示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国家工程需要顾及社会承受能力；不能把修运河说成隋亡唯一原因。</a:t>
            </a:r>
          </a:p>
        </p:txBody>
      </p:sp>
      <p:sp>
        <p:nvSpPr>
          <p:cNvPr id="13" name="link-138">
            <a:extLst xmlns:a="http://schemas.openxmlformats.org/drawingml/2006/main">
              <a:ext uri="{FF2B5EF4-FFF2-40B4-BE49-F238E27FC236}">
                <a16:creationId xmlns:a16="http://schemas.microsoft.com/office/drawing/2014/main" id="{CF7AF7D8-B8FA-41B7-BD66-A090E5E4F9AE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秦和隋朝的相似之处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秦和隋朝的相似之处 ↗</a:t>
            </a:r>
          </a:p>
        </p:txBody>
      </p:sp>
      <p:sp>
        <p:nvSpPr>
          <p:cNvPr id="14" name="link-139">
            <a:extLst xmlns:a="http://schemas.openxmlformats.org/drawingml/2006/main">
              <a:ext uri="{FF2B5EF4-FFF2-40B4-BE49-F238E27FC236}">
                <a16:creationId xmlns:a16="http://schemas.microsoft.com/office/drawing/2014/main" id="{DBCEDC96-60FE-406D-8041-AD85750FEC0B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隋朝大运河的功过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隋朝大运河的功过 ↗</a:t>
            </a:r>
          </a:p>
        </p:txBody>
      </p:sp>
      <p:sp>
        <p:nvSpPr>
          <p:cNvPr id="15" name="link-140">
            <a:extLst xmlns:a="http://schemas.openxmlformats.org/drawingml/2006/main">
              <a:ext uri="{FF2B5EF4-FFF2-40B4-BE49-F238E27FC236}">
                <a16:creationId xmlns:a16="http://schemas.microsoft.com/office/drawing/2014/main" id="{F60EF868-0795-439D-828F-0A5DD1177FDC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隋朝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link-141">
            <a:extLst xmlns:a="http://schemas.openxmlformats.org/drawingml/2006/main">
              <a:ext uri="{FF2B5EF4-FFF2-40B4-BE49-F238E27FC236}">
                <a16:creationId xmlns:a16="http://schemas.microsoft.com/office/drawing/2014/main" id="{3A904203-DE32-4DBB-9E79-74EF445E863B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学思之窗：皮日休诗与提问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89121684"/>
      </p:ext>
    </p:extLst>
  </p:cSld>
  <p:transition advClick="0"/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87A933-B0F5-45BF-97DB-DD3C3C3F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42">
            <a:extLst xmlns:a="http://schemas.openxmlformats.org/drawingml/2006/main">
              <a:ext uri="{FF2B5EF4-FFF2-40B4-BE49-F238E27FC236}">
                <a16:creationId xmlns:a16="http://schemas.microsoft.com/office/drawing/2014/main" id="{6C8D8B5B-7540-403E-B5E5-DC330EB9F1D1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43">
            <a:extLst xmlns:a="http://schemas.openxmlformats.org/drawingml/2006/main">
              <a:ext uri="{FF2B5EF4-FFF2-40B4-BE49-F238E27FC236}">
                <a16:creationId xmlns:a16="http://schemas.microsoft.com/office/drawing/2014/main" id="{E0737E7C-99FD-4A81-AAE3-2B211C1F6EBE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44">
            <a:extLst xmlns:a="http://schemas.openxmlformats.org/drawingml/2006/main">
              <a:ext uri="{FF2B5EF4-FFF2-40B4-BE49-F238E27FC236}">
                <a16:creationId xmlns:a16="http://schemas.microsoft.com/office/drawing/2014/main" id="{1CC7DE53-6BAB-413A-B888-5EA3F05081D2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BDCB1DD-B986-452D-A276-9E81E762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唐朝建立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76B4AB2-5E38-407D-BAD4-CAE5EE61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建立 / 教材片段 1/1　PDF 第 2/6 页｜教材第 35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5D268A8-6EFF-43DE-AFD6-AAE81BF3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F7D0E4C-AEE7-4DC2-B371-5FC596CB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145">
            <a:extLst xmlns:a="http://schemas.openxmlformats.org/drawingml/2006/main">
              <a:ext uri="{FF2B5EF4-FFF2-40B4-BE49-F238E27FC236}">
                <a16:creationId xmlns:a16="http://schemas.microsoft.com/office/drawing/2014/main" id="{FD9D68D2-BC10-4509-88BB-C512A0EAD9DF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146">
            <a:extLst xmlns:a="http://schemas.openxmlformats.org/drawingml/2006/main">
              <a:ext uri="{FF2B5EF4-FFF2-40B4-BE49-F238E27FC236}">
                <a16:creationId xmlns:a16="http://schemas.microsoft.com/office/drawing/2014/main" id="{2F667171-50EA-478C-8E8E-BEF854DAB694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唐朝建立与随后统一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DFF79F-920C-462C-ABD9-F86A8BF830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734e2b78d44dd7"/>
          <a:stretch xmlns:a="http://schemas.openxmlformats.org/drawingml/2006/main"/>
        </p:blipFill>
        <p:spPr>
          <a:xfrm xmlns:a="http://schemas.openxmlformats.org/drawingml/2006/main">
            <a:off x="1619250" y="3063274"/>
            <a:ext cx="10096500" cy="1455351"/>
          </a:xfrm>
          <a:prstGeom xmlns:a="http://schemas.openxmlformats.org/drawingml/2006/main" prst="rect">
            <a:avLst/>
          </a:prstGeom>
        </p:spPr>
      </p:pic>
      <p:sp>
        <p:nvSpPr>
          <p:cNvPr id="12" name="link-147">
            <a:extLst xmlns:a="http://schemas.openxmlformats.org/drawingml/2006/main">
              <a:ext uri="{FF2B5EF4-FFF2-40B4-BE49-F238E27FC236}">
                <a16:creationId xmlns:a16="http://schemas.microsoft.com/office/drawing/2014/main" id="{EFD15B49-E2A9-4FE9-AC23-BDF54727DEA0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唐朝建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44007598"/>
      </p:ext>
    </p:extLst>
  </p:cSld>
  <p:transition advClick="0"/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4573B1-0D79-4087-9685-322D04F8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48">
            <a:extLst xmlns:a="http://schemas.openxmlformats.org/drawingml/2006/main">
              <a:ext uri="{FF2B5EF4-FFF2-40B4-BE49-F238E27FC236}">
                <a16:creationId xmlns:a16="http://schemas.microsoft.com/office/drawing/2014/main" id="{26C07639-58BB-40CC-8F22-90F0872EA9B4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49">
            <a:extLst xmlns:a="http://schemas.openxmlformats.org/drawingml/2006/main">
              <a:ext uri="{FF2B5EF4-FFF2-40B4-BE49-F238E27FC236}">
                <a16:creationId xmlns:a16="http://schemas.microsoft.com/office/drawing/2014/main" id="{9D6F9809-55F5-44BA-BDF5-7624A4399E10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50">
            <a:extLst xmlns:a="http://schemas.openxmlformats.org/drawingml/2006/main">
              <a:ext uri="{FF2B5EF4-FFF2-40B4-BE49-F238E27FC236}">
                <a16:creationId xmlns:a16="http://schemas.microsoft.com/office/drawing/2014/main" id="{413B1FC1-E964-41BF-ADB8-5C42AE27D264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359F7C8-17B8-4D28-B6AD-9E48F320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唐朝建立与随后统一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B10518E-78DB-4685-BE87-3C334A7B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建立 / 教材片段 1/1　PDF 第 2/6 页｜教材第 35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E144AD4-F7E0-4A59-8E9C-A4877783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4FE0B50-9597-4D02-A67D-2FA00B3F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151">
            <a:extLst xmlns:a="http://schemas.openxmlformats.org/drawingml/2006/main">
              <a:ext uri="{FF2B5EF4-FFF2-40B4-BE49-F238E27FC236}">
                <a16:creationId xmlns:a16="http://schemas.microsoft.com/office/drawing/2014/main" id="{38071F16-9A42-44FC-AD67-74DCBB081DCB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152">
            <a:extLst xmlns:a="http://schemas.openxmlformats.org/drawingml/2006/main">
              <a:ext uri="{FF2B5EF4-FFF2-40B4-BE49-F238E27FC236}">
                <a16:creationId xmlns:a16="http://schemas.microsoft.com/office/drawing/2014/main" id="{9C44DDAC-6D3F-4C56-A8EC-4C82649EA0EC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唐朝建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153">
            <a:extLst xmlns:a="http://schemas.openxmlformats.org/drawingml/2006/main">
              <a:ext uri="{FF2B5EF4-FFF2-40B4-BE49-F238E27FC236}">
                <a16:creationId xmlns:a16="http://schemas.microsoft.com/office/drawing/2014/main" id="{9616127D-DC04-44C7-8AC2-EAF075C8EFB4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贞观之治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1BB2FDB-2287-47CD-84F0-795CD866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9906000" cy="461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618年 · 李渊 · 长安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李渊在长安称帝，建立唐朝，是为唐高祖。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随后 · 逐渐统一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唐军逐渐消灭各支起义军和割据势力，统一全国；建唐不等于当日已经完成统一。</a:t>
            </a:r>
          </a:p>
        </p:txBody>
      </p:sp>
      <p:sp>
        <p:nvSpPr>
          <p:cNvPr id="13" name="link-154">
            <a:extLst xmlns:a="http://schemas.openxmlformats.org/drawingml/2006/main">
              <a:ext uri="{FF2B5EF4-FFF2-40B4-BE49-F238E27FC236}">
                <a16:creationId xmlns:a16="http://schemas.microsoft.com/office/drawing/2014/main" id="{53CC4D50-5A0B-457A-B25D-63E3F74E7DD1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唐朝建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64440929"/>
      </p:ext>
    </p:extLst>
  </p:cSld>
  <p:transition advClick="0"/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E58C02-DC2C-49C3-9573-297E98BDA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55">
            <a:extLst xmlns:a="http://schemas.openxmlformats.org/drawingml/2006/main">
              <a:ext uri="{FF2B5EF4-FFF2-40B4-BE49-F238E27FC236}">
                <a16:creationId xmlns:a16="http://schemas.microsoft.com/office/drawing/2014/main" id="{BA2CF4C0-C24C-4ADB-8955-42A8587451E5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56">
            <a:extLst xmlns:a="http://schemas.openxmlformats.org/drawingml/2006/main">
              <a:ext uri="{FF2B5EF4-FFF2-40B4-BE49-F238E27FC236}">
                <a16:creationId xmlns:a16="http://schemas.microsoft.com/office/drawing/2014/main" id="{F4BC4435-39FB-4B37-B00E-A5B30B5B4C74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57">
            <a:extLst xmlns:a="http://schemas.openxmlformats.org/drawingml/2006/main">
              <a:ext uri="{FF2B5EF4-FFF2-40B4-BE49-F238E27FC236}">
                <a16:creationId xmlns:a16="http://schemas.microsoft.com/office/drawing/2014/main" id="{59CC5C59-B667-4F4C-BF79-C8159CE0A594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4507154-993C-4E3F-A4A3-FF618AEB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贞观之治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FA9CFCB-1098-4944-BAAD-648217CF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繁荣与盛世表现 / 教材片段 1/5　PDF 第 2/6 页｜教材第 35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61EFB6A-01AC-4632-B339-7D220B74F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AF43877-ED2A-4192-AABF-509EE16F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158">
            <a:extLst xmlns:a="http://schemas.openxmlformats.org/drawingml/2006/main">
              <a:ext uri="{FF2B5EF4-FFF2-40B4-BE49-F238E27FC236}">
                <a16:creationId xmlns:a16="http://schemas.microsoft.com/office/drawing/2014/main" id="{C27A80D2-BA1B-4003-8CB2-3946E1FD645B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159">
            <a:extLst xmlns:a="http://schemas.openxmlformats.org/drawingml/2006/main">
              <a:ext uri="{FF2B5EF4-FFF2-40B4-BE49-F238E27FC236}">
                <a16:creationId xmlns:a16="http://schemas.microsoft.com/office/drawing/2014/main" id="{1C4E19F0-0000-4C91-85B2-F56C86F1EFC7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唐朝建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160">
            <a:extLst xmlns:a="http://schemas.openxmlformats.org/drawingml/2006/main">
              <a:ext uri="{FF2B5EF4-FFF2-40B4-BE49-F238E27FC236}">
                <a16:creationId xmlns:a16="http://schemas.microsoft.com/office/drawing/2014/main" id="{75043619-E790-458B-B662-F70DA2DB8BFA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唐太宗：吸取隋亡教训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18D61C-5AD1-49AD-9889-0E5D756CB9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5fb350dd5643aa"/>
          <a:stretch xmlns:a="http://schemas.openxmlformats.org/drawingml/2006/main"/>
        </p:blipFill>
        <p:spPr>
          <a:xfrm xmlns:a="http://schemas.openxmlformats.org/drawingml/2006/main">
            <a:off x="1619250" y="2472639"/>
            <a:ext cx="10096500" cy="1855573"/>
          </a:xfrm>
          <a:prstGeom xmlns:a="http://schemas.openxmlformats.org/drawingml/2006/main" prst="rect">
            <a:avLst/>
          </a:prstGeom>
        </p:spPr>
      </p:pic>
      <p:sp>
        <p:nvSpPr>
          <p:cNvPr id="13" name="link-161">
            <a:extLst xmlns:a="http://schemas.openxmlformats.org/drawingml/2006/main">
              <a:ext uri="{FF2B5EF4-FFF2-40B4-BE49-F238E27FC236}">
                <a16:creationId xmlns:a16="http://schemas.microsoft.com/office/drawing/2014/main" id="{BEF6D16F-9BBB-4911-8126-87445909172A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曲辕犁与唐三彩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曲辕犁与唐三彩 ↗</a:t>
            </a:r>
          </a:p>
        </p:txBody>
      </p:sp>
      <p:sp>
        <p:nvSpPr>
          <p:cNvPr id="14" name="link-162">
            <a:extLst xmlns:a="http://schemas.openxmlformats.org/drawingml/2006/main">
              <a:ext uri="{FF2B5EF4-FFF2-40B4-BE49-F238E27FC236}">
                <a16:creationId xmlns:a16="http://schemas.microsoft.com/office/drawing/2014/main" id="{0C722096-A9CA-4C7D-8294-130DB82DC463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隋唐盛世的形成原因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隋唐盛世的形成原因 ↗</a:t>
            </a:r>
          </a:p>
        </p:txBody>
      </p:sp>
      <p:sp>
        <p:nvSpPr>
          <p:cNvPr id="15" name="link-163">
            <a:extLst xmlns:a="http://schemas.openxmlformats.org/drawingml/2006/main">
              <a:ext uri="{FF2B5EF4-FFF2-40B4-BE49-F238E27FC236}">
                <a16:creationId xmlns:a16="http://schemas.microsoft.com/office/drawing/2014/main" id="{4E038F1C-E5BC-4987-9527-8E706D539E05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贞观之治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link-164">
            <a:extLst xmlns:a="http://schemas.openxmlformats.org/drawingml/2006/main">
              <a:ext uri="{FF2B5EF4-FFF2-40B4-BE49-F238E27FC236}">
                <a16:creationId xmlns:a16="http://schemas.microsoft.com/office/drawing/2014/main" id="{94308A49-0866-441F-AB0F-F52EF30E42FD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武则天时期与开元盛世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link-165">
            <a:extLst xmlns:a="http://schemas.openxmlformats.org/drawingml/2006/main">
              <a:ext uri="{FF2B5EF4-FFF2-40B4-BE49-F238E27FC236}">
                <a16:creationId xmlns:a16="http://schemas.microsoft.com/office/drawing/2014/main" id="{4F846995-A865-48F4-A6D7-CC64EEA76E6F}"/>
              </a:ext>
            </a:extLst>
            <ns20:hlinkClick xmlns:ns20="http://schemas.openxmlformats.org/drawingml/2006/main" xmlns:ns21="http://schemas.openxmlformats.org/officeDocument/2006/relationships" ns21:id="rIdNav10" action="ppaction://hlinksldjump" tooltip="历史纵横：唐朝曲辕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link-166">
            <a:extLst xmlns:a="http://schemas.openxmlformats.org/drawingml/2006/main">
              <a:ext uri="{FF2B5EF4-FFF2-40B4-BE49-F238E27FC236}">
                <a16:creationId xmlns:a16="http://schemas.microsoft.com/office/drawing/2014/main" id="{4637FEF4-4B5A-471E-8BC7-D1BB51A9BB37}"/>
              </a:ext>
            </a:extLst>
            <ns22:hlinkClick xmlns:ns22="http://schemas.openxmlformats.org/drawingml/2006/main" xmlns:ns23="http://schemas.openxmlformats.org/officeDocument/2006/relationships" ns23:id="rIdNav11" action="ppaction://hlinksldjump" tooltip="敦煌莫高窟壁画唐朝牛耕图中的曲辕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link-167">
            <a:extLst xmlns:a="http://schemas.openxmlformats.org/drawingml/2006/main">
              <a:ext uri="{FF2B5EF4-FFF2-40B4-BE49-F238E27FC236}">
                <a16:creationId xmlns:a16="http://schemas.microsoft.com/office/drawing/2014/main" id="{90574EF6-B7BE-4780-BDB5-E0E885FCDCCA}"/>
              </a:ext>
            </a:extLst>
            <ns24:hlinkClick xmlns:ns24="http://schemas.openxmlformats.org/drawingml/2006/main" xmlns:ns25="http://schemas.openxmlformats.org/officeDocument/2006/relationships" ns25:id="rIdNav12" action="ppaction://hlinksldjump" tooltip="唐三彩盘及说明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957196758"/>
      </p:ext>
    </p:extLst>
  </p:cSld>
  <p:transition advClick="0"/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52E619-C2DB-486C-9D6B-615BC9D3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68">
            <a:extLst xmlns:a="http://schemas.openxmlformats.org/drawingml/2006/main">
              <a:ext uri="{FF2B5EF4-FFF2-40B4-BE49-F238E27FC236}">
                <a16:creationId xmlns:a16="http://schemas.microsoft.com/office/drawing/2014/main" id="{6ED25B91-5A51-4039-9C9B-99EC93E35B9D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69">
            <a:extLst xmlns:a="http://schemas.openxmlformats.org/drawingml/2006/main">
              <a:ext uri="{FF2B5EF4-FFF2-40B4-BE49-F238E27FC236}">
                <a16:creationId xmlns:a16="http://schemas.microsoft.com/office/drawing/2014/main" id="{673D9544-E8A3-4C7C-9FFF-6515195B42F5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70">
            <a:extLst xmlns:a="http://schemas.openxmlformats.org/drawingml/2006/main">
              <a:ext uri="{FF2B5EF4-FFF2-40B4-BE49-F238E27FC236}">
                <a16:creationId xmlns:a16="http://schemas.microsoft.com/office/drawing/2014/main" id="{4BFCED50-BC5D-43CE-BB19-AEC371820870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F7342DB-3F41-4EF4-ACAA-237F84AB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唐太宗：吸取隋亡教训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2ABF227-99A2-403C-9E85-E1DDB225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繁荣与盛世表现 / 教材片段 1/5　PDF 第 2/6 页｜教材第 35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51A73A2-CBE9-41E8-B257-E7075989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5CCD268-F2A6-4860-9175-3FFDD5E8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171">
            <a:extLst xmlns:a="http://schemas.openxmlformats.org/drawingml/2006/main">
              <a:ext uri="{FF2B5EF4-FFF2-40B4-BE49-F238E27FC236}">
                <a16:creationId xmlns:a16="http://schemas.microsoft.com/office/drawing/2014/main" id="{F25D1B25-BBC4-4D09-B33D-8E60ED4B9051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172">
            <a:extLst xmlns:a="http://schemas.openxmlformats.org/drawingml/2006/main">
              <a:ext uri="{FF2B5EF4-FFF2-40B4-BE49-F238E27FC236}">
                <a16:creationId xmlns:a16="http://schemas.microsoft.com/office/drawing/2014/main" id="{419EAC13-0E9E-46AE-8355-B48FF3E41508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贞观之治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173">
            <a:extLst xmlns:a="http://schemas.openxmlformats.org/drawingml/2006/main">
              <a:ext uri="{FF2B5EF4-FFF2-40B4-BE49-F238E27FC236}">
                <a16:creationId xmlns:a16="http://schemas.microsoft.com/office/drawing/2014/main" id="{A255A054-38CA-4B9C-A2A6-0149F2F526BE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武则天时期与开元盛世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DC8A881-C58D-4195-848D-4A785E43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9906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治理措施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李世民轻徭薄赋、劝课农桑、戒奢从简、知人善任、虚怀纳谏。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贞观之治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统治时期出现开明政治局面。与唐玄宗时期的开元盛世相区别。</a:t>
            </a:r>
          </a:p>
        </p:txBody>
      </p:sp>
      <p:sp>
        <p:nvSpPr>
          <p:cNvPr id="13" name="link-174">
            <a:extLst xmlns:a="http://schemas.openxmlformats.org/drawingml/2006/main">
              <a:ext uri="{FF2B5EF4-FFF2-40B4-BE49-F238E27FC236}">
                <a16:creationId xmlns:a16="http://schemas.microsoft.com/office/drawing/2014/main" id="{8F15F542-BE97-4CD5-AFF8-32FCAE7A738B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曲辕犁与唐三彩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曲辕犁与唐三彩 ↗</a:t>
            </a:r>
          </a:p>
        </p:txBody>
      </p:sp>
      <p:sp>
        <p:nvSpPr>
          <p:cNvPr id="14" name="link-175">
            <a:extLst xmlns:a="http://schemas.openxmlformats.org/drawingml/2006/main">
              <a:ext uri="{FF2B5EF4-FFF2-40B4-BE49-F238E27FC236}">
                <a16:creationId xmlns:a16="http://schemas.microsoft.com/office/drawing/2014/main" id="{4EFBE402-9A77-451E-87EA-1C52F7040E15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隋唐盛世的形成原因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隋唐盛世的形成原因 ↗</a:t>
            </a:r>
          </a:p>
        </p:txBody>
      </p:sp>
      <p:sp>
        <p:nvSpPr>
          <p:cNvPr id="15" name="link-176">
            <a:extLst xmlns:a="http://schemas.openxmlformats.org/drawingml/2006/main">
              <a:ext uri="{FF2B5EF4-FFF2-40B4-BE49-F238E27FC236}">
                <a16:creationId xmlns:a16="http://schemas.microsoft.com/office/drawing/2014/main" id="{DD1629EC-4558-4666-9019-9AD89A20E670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贞观之治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link-177">
            <a:extLst xmlns:a="http://schemas.openxmlformats.org/drawingml/2006/main">
              <a:ext uri="{FF2B5EF4-FFF2-40B4-BE49-F238E27FC236}">
                <a16:creationId xmlns:a16="http://schemas.microsoft.com/office/drawing/2014/main" id="{CF0310D5-183B-4CBE-8324-7C73E65F088F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武则天时期与开元盛世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link-178">
            <a:extLst xmlns:a="http://schemas.openxmlformats.org/drawingml/2006/main">
              <a:ext uri="{FF2B5EF4-FFF2-40B4-BE49-F238E27FC236}">
                <a16:creationId xmlns:a16="http://schemas.microsoft.com/office/drawing/2014/main" id="{28141B39-EDFB-49E5-9D2E-43224822AE6C}"/>
              </a:ext>
            </a:extLst>
            <ns20:hlinkClick xmlns:ns20="http://schemas.openxmlformats.org/drawingml/2006/main" xmlns:ns21="http://schemas.openxmlformats.org/officeDocument/2006/relationships" ns21:id="rIdNav10" action="ppaction://hlinksldjump" tooltip="历史纵横：唐朝曲辕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link-179">
            <a:extLst xmlns:a="http://schemas.openxmlformats.org/drawingml/2006/main">
              <a:ext uri="{FF2B5EF4-FFF2-40B4-BE49-F238E27FC236}">
                <a16:creationId xmlns:a16="http://schemas.microsoft.com/office/drawing/2014/main" id="{04B363AA-DC58-4C57-B53B-BA653087E65B}"/>
              </a:ext>
            </a:extLst>
            <ns22:hlinkClick xmlns:ns22="http://schemas.openxmlformats.org/drawingml/2006/main" xmlns:ns23="http://schemas.openxmlformats.org/officeDocument/2006/relationships" ns23:id="rIdNav11" action="ppaction://hlinksldjump" tooltip="敦煌莫高窟壁画唐朝牛耕图中的曲辕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link-180">
            <a:extLst xmlns:a="http://schemas.openxmlformats.org/drawingml/2006/main">
              <a:ext uri="{FF2B5EF4-FFF2-40B4-BE49-F238E27FC236}">
                <a16:creationId xmlns:a16="http://schemas.microsoft.com/office/drawing/2014/main" id="{28DEC687-53F7-4F18-B61F-ED9798D2997B}"/>
              </a:ext>
            </a:extLst>
            <ns24:hlinkClick xmlns:ns24="http://schemas.openxmlformats.org/drawingml/2006/main" xmlns:ns25="http://schemas.openxmlformats.org/officeDocument/2006/relationships" ns25:id="rIdNav12" action="ppaction://hlinksldjump" tooltip="唐三彩盘及说明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886191579"/>
      </p:ext>
    </p:extLst>
  </p:cSld>
  <p:transition advClick="0"/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0F1A33-6530-4B6C-8195-B220609C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81">
            <a:extLst xmlns:a="http://schemas.openxmlformats.org/drawingml/2006/main">
              <a:ext uri="{FF2B5EF4-FFF2-40B4-BE49-F238E27FC236}">
                <a16:creationId xmlns:a16="http://schemas.microsoft.com/office/drawing/2014/main" id="{3F679009-D45B-4FD7-B0E5-D8BE77689709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82">
            <a:extLst xmlns:a="http://schemas.openxmlformats.org/drawingml/2006/main">
              <a:ext uri="{FF2B5EF4-FFF2-40B4-BE49-F238E27FC236}">
                <a16:creationId xmlns:a16="http://schemas.microsoft.com/office/drawing/2014/main" id="{AEA91C64-F383-498C-AFFB-70E6D526177B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83">
            <a:extLst xmlns:a="http://schemas.openxmlformats.org/drawingml/2006/main">
              <a:ext uri="{FF2B5EF4-FFF2-40B4-BE49-F238E27FC236}">
                <a16:creationId xmlns:a16="http://schemas.microsoft.com/office/drawing/2014/main" id="{EA30FD68-D3EE-4D76-9A31-B69ADDD33A86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0C26F3F-2904-42FB-8565-550E5479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武则天时期与开元盛世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B2DD27A-20E6-485A-8932-A766C1E22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繁荣与盛世表现 / 教材片段 2/5　PDF 第 2/6 页｜教材第 35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232079F-A3F6-4B7A-8460-8CC89A50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8E908C4-50C3-4F5B-B9E1-913D7C6C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184">
            <a:extLst xmlns:a="http://schemas.openxmlformats.org/drawingml/2006/main">
              <a:ext uri="{FF2B5EF4-FFF2-40B4-BE49-F238E27FC236}">
                <a16:creationId xmlns:a16="http://schemas.microsoft.com/office/drawing/2014/main" id="{D826F73E-4BF1-4A71-98BC-63EE4C91C8DC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185">
            <a:extLst xmlns:a="http://schemas.openxmlformats.org/drawingml/2006/main">
              <a:ext uri="{FF2B5EF4-FFF2-40B4-BE49-F238E27FC236}">
                <a16:creationId xmlns:a16="http://schemas.microsoft.com/office/drawing/2014/main" id="{F42E2051-69D8-403F-BA47-32AF996052E5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贞观之治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186">
            <a:extLst xmlns:a="http://schemas.openxmlformats.org/drawingml/2006/main">
              <a:ext uri="{FF2B5EF4-FFF2-40B4-BE49-F238E27FC236}">
                <a16:creationId xmlns:a16="http://schemas.microsoft.com/office/drawing/2014/main" id="{C7238C24-3177-4F16-B600-40954D556195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走向盛世的三个教学阶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5055DE-12CE-4FEA-B12C-5534AA65DE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119273468d4569"/>
          <a:stretch xmlns:a="http://schemas.openxmlformats.org/drawingml/2006/main"/>
        </p:blipFill>
        <p:spPr>
          <a:xfrm xmlns:a="http://schemas.openxmlformats.org/drawingml/2006/main">
            <a:off x="2129638" y="1552575"/>
            <a:ext cx="9075723" cy="3695700"/>
          </a:xfrm>
          <a:prstGeom xmlns:a="http://schemas.openxmlformats.org/drawingml/2006/main" prst="rect">
            <a:avLst/>
          </a:prstGeom>
        </p:spPr>
      </p:pic>
      <p:sp>
        <p:nvSpPr>
          <p:cNvPr id="13" name="link-187">
            <a:extLst xmlns:a="http://schemas.openxmlformats.org/drawingml/2006/main">
              <a:ext uri="{FF2B5EF4-FFF2-40B4-BE49-F238E27FC236}">
                <a16:creationId xmlns:a16="http://schemas.microsoft.com/office/drawing/2014/main" id="{C6F9546C-90E3-4062-B8B5-C7C14874439E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曲辕犁与唐三彩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曲辕犁与唐三彩 ↗</a:t>
            </a:r>
          </a:p>
        </p:txBody>
      </p:sp>
      <p:sp>
        <p:nvSpPr>
          <p:cNvPr id="14" name="link-188">
            <a:extLst xmlns:a="http://schemas.openxmlformats.org/drawingml/2006/main">
              <a:ext uri="{FF2B5EF4-FFF2-40B4-BE49-F238E27FC236}">
                <a16:creationId xmlns:a16="http://schemas.microsoft.com/office/drawing/2014/main" id="{176DF356-F96E-4354-9EE5-0BB20579CB47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隋唐盛世的形成原因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隋唐盛世的形成原因 ↗</a:t>
            </a:r>
          </a:p>
        </p:txBody>
      </p:sp>
      <p:sp>
        <p:nvSpPr>
          <p:cNvPr id="15" name="link-189">
            <a:extLst xmlns:a="http://schemas.openxmlformats.org/drawingml/2006/main">
              <a:ext uri="{FF2B5EF4-FFF2-40B4-BE49-F238E27FC236}">
                <a16:creationId xmlns:a16="http://schemas.microsoft.com/office/drawing/2014/main" id="{1BBDDDDA-A2EA-429F-A815-A3CBB961E9F7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贞观之治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link-190">
            <a:extLst xmlns:a="http://schemas.openxmlformats.org/drawingml/2006/main">
              <a:ext uri="{FF2B5EF4-FFF2-40B4-BE49-F238E27FC236}">
                <a16:creationId xmlns:a16="http://schemas.microsoft.com/office/drawing/2014/main" id="{CBDB4D69-D2B5-4EEB-9BB8-A29223282428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武则天时期与开元盛世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link-191">
            <a:extLst xmlns:a="http://schemas.openxmlformats.org/drawingml/2006/main">
              <a:ext uri="{FF2B5EF4-FFF2-40B4-BE49-F238E27FC236}">
                <a16:creationId xmlns:a16="http://schemas.microsoft.com/office/drawing/2014/main" id="{97D666EC-D503-4B15-88AC-EB09197203E0}"/>
              </a:ext>
            </a:extLst>
            <ns20:hlinkClick xmlns:ns20="http://schemas.openxmlformats.org/drawingml/2006/main" xmlns:ns21="http://schemas.openxmlformats.org/officeDocument/2006/relationships" ns21:id="rIdNav10" action="ppaction://hlinksldjump" tooltip="历史纵横：唐朝曲辕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link-192">
            <a:extLst xmlns:a="http://schemas.openxmlformats.org/drawingml/2006/main">
              <a:ext uri="{FF2B5EF4-FFF2-40B4-BE49-F238E27FC236}">
                <a16:creationId xmlns:a16="http://schemas.microsoft.com/office/drawing/2014/main" id="{0F64B11E-F082-4F25-92DF-CB05944906BE}"/>
              </a:ext>
            </a:extLst>
            <ns22:hlinkClick xmlns:ns22="http://schemas.openxmlformats.org/drawingml/2006/main" xmlns:ns23="http://schemas.openxmlformats.org/officeDocument/2006/relationships" ns23:id="rIdNav11" action="ppaction://hlinksldjump" tooltip="敦煌莫高窟壁画唐朝牛耕图中的曲辕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link-193">
            <a:extLst xmlns:a="http://schemas.openxmlformats.org/drawingml/2006/main">
              <a:ext uri="{FF2B5EF4-FFF2-40B4-BE49-F238E27FC236}">
                <a16:creationId xmlns:a16="http://schemas.microsoft.com/office/drawing/2014/main" id="{55A69FEE-A943-464D-A1E9-3E55C4D778BD}"/>
              </a:ext>
            </a:extLst>
            <ns24:hlinkClick xmlns:ns24="http://schemas.openxmlformats.org/drawingml/2006/main" xmlns:ns25="http://schemas.openxmlformats.org/officeDocument/2006/relationships" ns25:id="rIdNav12" action="ppaction://hlinksldjump" tooltip="唐三彩盘及说明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748720601"/>
      </p:ext>
    </p:extLst>
  </p:cSld>
  <p:transition advClick="0"/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695D74-BC7C-43C6-8F94-8D9F3881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94">
            <a:extLst xmlns:a="http://schemas.openxmlformats.org/drawingml/2006/main">
              <a:ext uri="{FF2B5EF4-FFF2-40B4-BE49-F238E27FC236}">
                <a16:creationId xmlns:a16="http://schemas.microsoft.com/office/drawing/2014/main" id="{794D0690-184D-4E5A-B59E-A528C3F2B4B7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95">
            <a:extLst xmlns:a="http://schemas.openxmlformats.org/drawingml/2006/main">
              <a:ext uri="{FF2B5EF4-FFF2-40B4-BE49-F238E27FC236}">
                <a16:creationId xmlns:a16="http://schemas.microsoft.com/office/drawing/2014/main" id="{FE603062-85A8-48E0-809C-FC45B9A2F434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96">
            <a:extLst xmlns:a="http://schemas.openxmlformats.org/drawingml/2006/main">
              <a:ext uri="{FF2B5EF4-FFF2-40B4-BE49-F238E27FC236}">
                <a16:creationId xmlns:a16="http://schemas.microsoft.com/office/drawing/2014/main" id="{B19E4F2A-FE7D-41C5-81D6-351949A9345B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E912E12-C4D3-4E72-B960-263950F2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走向盛世的三个教学阶段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254CA29-BA43-4C3F-B472-055A5DE8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繁荣与盛世表现 / 教材片段 2/5　PDF 第 2/6 页｜教材第 35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2434539-7CC3-4A72-A48A-546FE5FE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04E875D-55AB-4B91-8B80-3B9F7340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197">
            <a:extLst xmlns:a="http://schemas.openxmlformats.org/drawingml/2006/main">
              <a:ext uri="{FF2B5EF4-FFF2-40B4-BE49-F238E27FC236}">
                <a16:creationId xmlns:a16="http://schemas.microsoft.com/office/drawing/2014/main" id="{B1630520-C167-48E0-B86E-E0303F6ECCA6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198">
            <a:extLst xmlns:a="http://schemas.openxmlformats.org/drawingml/2006/main">
              <a:ext uri="{FF2B5EF4-FFF2-40B4-BE49-F238E27FC236}">
                <a16:creationId xmlns:a16="http://schemas.microsoft.com/office/drawing/2014/main" id="{AA5F661D-0DA9-4072-9C6A-4AD6F5723BDE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武则天时期与开元盛世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199">
            <a:extLst xmlns:a="http://schemas.openxmlformats.org/drawingml/2006/main">
              <a:ext uri="{FF2B5EF4-FFF2-40B4-BE49-F238E27FC236}">
                <a16:creationId xmlns:a16="http://schemas.microsoft.com/office/drawing/2014/main" id="{514A62F9-1B2A-467C-881A-DAE141B48FFC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历史纵横：唐朝曲辕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A964EC8-8649-435F-9472-BE4A9C90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9906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唐太宗 · 贞观之治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吸取隋亡教训，轻徭薄赋、劝课农桑，戒奢从简、知人善任、虚怀纳谏。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武则天当权时期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唐高宗时参与朝政，后废唐称帝、改国号周。当权期间社会经济持续发展。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唐玄宗 · 开元盛世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李隆基选贤任能、改革吏治、发展生产、大兴文治、改革兵制，将唐朝推向全盛。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“承上启下”指发展线索，不把武周与唐朝混成同一朝号。</a:t>
            </a:r>
          </a:p>
        </p:txBody>
      </p:sp>
      <p:sp>
        <p:nvSpPr>
          <p:cNvPr id="13" name="link-200">
            <a:extLst xmlns:a="http://schemas.openxmlformats.org/drawingml/2006/main">
              <a:ext uri="{FF2B5EF4-FFF2-40B4-BE49-F238E27FC236}">
                <a16:creationId xmlns:a16="http://schemas.microsoft.com/office/drawing/2014/main" id="{677B9C14-A9C4-48A7-A8FE-33AA51E5C035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曲辕犁与唐三彩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曲辕犁与唐三彩 ↗</a:t>
            </a:r>
          </a:p>
        </p:txBody>
      </p:sp>
      <p:sp>
        <p:nvSpPr>
          <p:cNvPr id="14" name="link-201">
            <a:extLst xmlns:a="http://schemas.openxmlformats.org/drawingml/2006/main">
              <a:ext uri="{FF2B5EF4-FFF2-40B4-BE49-F238E27FC236}">
                <a16:creationId xmlns:a16="http://schemas.microsoft.com/office/drawing/2014/main" id="{638135C8-9A89-4E61-A280-CDD8346CB337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隋唐盛世的形成原因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隋唐盛世的形成原因 ↗</a:t>
            </a:r>
          </a:p>
        </p:txBody>
      </p:sp>
      <p:sp>
        <p:nvSpPr>
          <p:cNvPr id="15" name="link-202">
            <a:extLst xmlns:a="http://schemas.openxmlformats.org/drawingml/2006/main">
              <a:ext uri="{FF2B5EF4-FFF2-40B4-BE49-F238E27FC236}">
                <a16:creationId xmlns:a16="http://schemas.microsoft.com/office/drawing/2014/main" id="{313AF595-50BB-4AE8-AC7E-4FEF3D97F9CD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贞观之治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link-203">
            <a:extLst xmlns:a="http://schemas.openxmlformats.org/drawingml/2006/main">
              <a:ext uri="{FF2B5EF4-FFF2-40B4-BE49-F238E27FC236}">
                <a16:creationId xmlns:a16="http://schemas.microsoft.com/office/drawing/2014/main" id="{DCD675C4-69FD-4C8C-9F7A-FEC51CF7A2F3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武则天时期与开元盛世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link-204">
            <a:extLst xmlns:a="http://schemas.openxmlformats.org/drawingml/2006/main">
              <a:ext uri="{FF2B5EF4-FFF2-40B4-BE49-F238E27FC236}">
                <a16:creationId xmlns:a16="http://schemas.microsoft.com/office/drawing/2014/main" id="{22CEC7BA-A054-419E-A3AA-6E8D9A7005A9}"/>
              </a:ext>
            </a:extLst>
            <ns20:hlinkClick xmlns:ns20="http://schemas.openxmlformats.org/drawingml/2006/main" xmlns:ns21="http://schemas.openxmlformats.org/officeDocument/2006/relationships" ns21:id="rIdNav10" action="ppaction://hlinksldjump" tooltip="历史纵横：唐朝曲辕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link-205">
            <a:extLst xmlns:a="http://schemas.openxmlformats.org/drawingml/2006/main">
              <a:ext uri="{FF2B5EF4-FFF2-40B4-BE49-F238E27FC236}">
                <a16:creationId xmlns:a16="http://schemas.microsoft.com/office/drawing/2014/main" id="{6EE44B19-72C1-4DDC-8C02-BDA37530E9FF}"/>
              </a:ext>
            </a:extLst>
            <ns22:hlinkClick xmlns:ns22="http://schemas.openxmlformats.org/drawingml/2006/main" xmlns:ns23="http://schemas.openxmlformats.org/officeDocument/2006/relationships" ns23:id="rIdNav11" action="ppaction://hlinksldjump" tooltip="敦煌莫高窟壁画唐朝牛耕图中的曲辕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link-206">
            <a:extLst xmlns:a="http://schemas.openxmlformats.org/drawingml/2006/main">
              <a:ext uri="{FF2B5EF4-FFF2-40B4-BE49-F238E27FC236}">
                <a16:creationId xmlns:a16="http://schemas.microsoft.com/office/drawing/2014/main" id="{B8AEB90F-CC7D-4A87-9C30-8571BD7A8ECE}"/>
              </a:ext>
            </a:extLst>
            <ns24:hlinkClick xmlns:ns24="http://schemas.openxmlformats.org/drawingml/2006/main" xmlns:ns25="http://schemas.openxmlformats.org/officeDocument/2006/relationships" ns25:id="rIdNav12" action="ppaction://hlinksldjump" tooltip="唐三彩盘及说明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49567237"/>
      </p:ext>
    </p:extLst>
  </p:cSld>
  <p:transition advClick="0"/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70799E-D6F7-4B01-B12A-2970EDEC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207">
            <a:extLst xmlns:a="http://schemas.openxmlformats.org/drawingml/2006/main">
              <a:ext uri="{FF2B5EF4-FFF2-40B4-BE49-F238E27FC236}">
                <a16:creationId xmlns:a16="http://schemas.microsoft.com/office/drawing/2014/main" id="{D453F92C-4331-409D-B50A-19D894CA7745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208">
            <a:extLst xmlns:a="http://schemas.openxmlformats.org/drawingml/2006/main">
              <a:ext uri="{FF2B5EF4-FFF2-40B4-BE49-F238E27FC236}">
                <a16:creationId xmlns:a16="http://schemas.microsoft.com/office/drawing/2014/main" id="{37F34FAB-CAE0-40B8-BB11-02360384516E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209">
            <a:extLst xmlns:a="http://schemas.openxmlformats.org/drawingml/2006/main">
              <a:ext uri="{FF2B5EF4-FFF2-40B4-BE49-F238E27FC236}">
                <a16:creationId xmlns:a16="http://schemas.microsoft.com/office/drawing/2014/main" id="{8B69D64B-1353-4AFB-A51E-953B6B471030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50DA66A-BC56-4166-B6D6-A5812C21F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历史纵横：唐朝曲辕犁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BB0B762-704E-41C5-A76F-2DA18F16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繁荣与盛世表现 / 教材片段 3/5　PDF 第 2/6 页｜教材第 35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C7C43AA-12B6-4614-80DF-E6C81F3A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516B9A1-E976-4E7B-BF93-11458EAB7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210">
            <a:extLst xmlns:a="http://schemas.openxmlformats.org/drawingml/2006/main">
              <a:ext uri="{FF2B5EF4-FFF2-40B4-BE49-F238E27FC236}">
                <a16:creationId xmlns:a16="http://schemas.microsoft.com/office/drawing/2014/main" id="{A381E7F5-7C42-4D50-A976-1CBB51733CDA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211">
            <a:extLst xmlns:a="http://schemas.openxmlformats.org/drawingml/2006/main">
              <a:ext uri="{FF2B5EF4-FFF2-40B4-BE49-F238E27FC236}">
                <a16:creationId xmlns:a16="http://schemas.microsoft.com/office/drawing/2014/main" id="{C9C68C96-C06C-4CBD-B4BC-DE8334CC8AB7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武则天时期与开元盛世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212">
            <a:extLst xmlns:a="http://schemas.openxmlformats.org/drawingml/2006/main">
              <a:ext uri="{FF2B5EF4-FFF2-40B4-BE49-F238E27FC236}">
                <a16:creationId xmlns:a16="http://schemas.microsoft.com/office/drawing/2014/main" id="{9EAA9B07-3AC8-444A-9B45-9301CF13C696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曲辕犁：三项改进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EFE870-89ED-417C-9913-4443B2DD10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c8283be3e345e8"/>
          <a:stretch xmlns:a="http://schemas.openxmlformats.org/drawingml/2006/main"/>
        </p:blipFill>
        <p:spPr>
          <a:xfrm xmlns:a="http://schemas.openxmlformats.org/drawingml/2006/main">
            <a:off x="3130006" y="1552575"/>
            <a:ext cx="7074987" cy="3695700"/>
          </a:xfrm>
          <a:prstGeom xmlns:a="http://schemas.openxmlformats.org/drawingml/2006/main" prst="rect">
            <a:avLst/>
          </a:prstGeom>
        </p:spPr>
      </p:pic>
      <p:sp>
        <p:nvSpPr>
          <p:cNvPr id="13" name="link-213">
            <a:extLst xmlns:a="http://schemas.openxmlformats.org/drawingml/2006/main">
              <a:ext uri="{FF2B5EF4-FFF2-40B4-BE49-F238E27FC236}">
                <a16:creationId xmlns:a16="http://schemas.microsoft.com/office/drawing/2014/main" id="{B62B67CF-896B-4BBC-9E54-491EDA635B59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曲辕犁与唐三彩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曲辕犁与唐三彩 ↗</a:t>
            </a:r>
          </a:p>
        </p:txBody>
      </p:sp>
      <p:sp>
        <p:nvSpPr>
          <p:cNvPr id="14" name="link-214">
            <a:extLst xmlns:a="http://schemas.openxmlformats.org/drawingml/2006/main">
              <a:ext uri="{FF2B5EF4-FFF2-40B4-BE49-F238E27FC236}">
                <a16:creationId xmlns:a16="http://schemas.microsoft.com/office/drawing/2014/main" id="{84E2F7E3-FA37-4133-AD8C-CDB9469819CA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隋唐盛世的形成原因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隋唐盛世的形成原因 ↗</a:t>
            </a:r>
          </a:p>
        </p:txBody>
      </p:sp>
      <p:sp>
        <p:nvSpPr>
          <p:cNvPr id="15" name="link-215">
            <a:extLst xmlns:a="http://schemas.openxmlformats.org/drawingml/2006/main">
              <a:ext uri="{FF2B5EF4-FFF2-40B4-BE49-F238E27FC236}">
                <a16:creationId xmlns:a16="http://schemas.microsoft.com/office/drawing/2014/main" id="{56B34544-F1EC-4DA9-AA5A-F8530302DE6E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贞观之治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link-216">
            <a:extLst xmlns:a="http://schemas.openxmlformats.org/drawingml/2006/main">
              <a:ext uri="{FF2B5EF4-FFF2-40B4-BE49-F238E27FC236}">
                <a16:creationId xmlns:a16="http://schemas.microsoft.com/office/drawing/2014/main" id="{379A4704-03CC-4861-B80F-6B0A0EE5F935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武则天时期与开元盛世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link-217">
            <a:extLst xmlns:a="http://schemas.openxmlformats.org/drawingml/2006/main">
              <a:ext uri="{FF2B5EF4-FFF2-40B4-BE49-F238E27FC236}">
                <a16:creationId xmlns:a16="http://schemas.microsoft.com/office/drawing/2014/main" id="{8B6562F6-E0BC-4D36-90CA-BEE184EFAAA4}"/>
              </a:ext>
            </a:extLst>
            <ns20:hlinkClick xmlns:ns20="http://schemas.openxmlformats.org/drawingml/2006/main" xmlns:ns21="http://schemas.openxmlformats.org/officeDocument/2006/relationships" ns21:id="rIdNav10" action="ppaction://hlinksldjump" tooltip="历史纵横：唐朝曲辕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link-218">
            <a:extLst xmlns:a="http://schemas.openxmlformats.org/drawingml/2006/main">
              <a:ext uri="{FF2B5EF4-FFF2-40B4-BE49-F238E27FC236}">
                <a16:creationId xmlns:a16="http://schemas.microsoft.com/office/drawing/2014/main" id="{6F52A724-3CC0-4597-A55E-12FF3D29FF8D}"/>
              </a:ext>
            </a:extLst>
            <ns22:hlinkClick xmlns:ns22="http://schemas.openxmlformats.org/drawingml/2006/main" xmlns:ns23="http://schemas.openxmlformats.org/officeDocument/2006/relationships" ns23:id="rIdNav11" action="ppaction://hlinksldjump" tooltip="敦煌莫高窟壁画唐朝牛耕图中的曲辕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link-219">
            <a:extLst xmlns:a="http://schemas.openxmlformats.org/drawingml/2006/main">
              <a:ext uri="{FF2B5EF4-FFF2-40B4-BE49-F238E27FC236}">
                <a16:creationId xmlns:a16="http://schemas.microsoft.com/office/drawing/2014/main" id="{A03AC68C-B565-49D8-BA09-9E34E7F7AD4F}"/>
              </a:ext>
            </a:extLst>
            <ns24:hlinkClick xmlns:ns24="http://schemas.openxmlformats.org/drawingml/2006/main" xmlns:ns25="http://schemas.openxmlformats.org/officeDocument/2006/relationships" ns25:id="rIdNav12" action="ppaction://hlinksldjump" tooltip="唐三彩盘及说明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922160009"/>
      </p:ext>
    </p:extLst>
  </p:cSld>
  <p:transition advClick="0"/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B28C7A-53A8-49D4-BE2E-AAEA6069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220">
            <a:extLst xmlns:a="http://schemas.openxmlformats.org/drawingml/2006/main">
              <a:ext uri="{FF2B5EF4-FFF2-40B4-BE49-F238E27FC236}">
                <a16:creationId xmlns:a16="http://schemas.microsoft.com/office/drawing/2014/main" id="{AE0C2685-4EBC-40ED-B1AB-77ADF2DC2CC2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221">
            <a:extLst xmlns:a="http://schemas.openxmlformats.org/drawingml/2006/main">
              <a:ext uri="{FF2B5EF4-FFF2-40B4-BE49-F238E27FC236}">
                <a16:creationId xmlns:a16="http://schemas.microsoft.com/office/drawing/2014/main" id="{5C4DB899-61E6-457A-8541-2D72382F4F17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222">
            <a:extLst xmlns:a="http://schemas.openxmlformats.org/drawingml/2006/main">
              <a:ext uri="{FF2B5EF4-FFF2-40B4-BE49-F238E27FC236}">
                <a16:creationId xmlns:a16="http://schemas.microsoft.com/office/drawing/2014/main" id="{4430E814-BBC6-4DDA-912C-F7C8A25D483D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1FBCF7E-D3F4-46C7-B8E3-44849631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曲辕犁：三项改进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6D6C0B4-7A2B-4671-88FA-44637345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繁荣与盛世表现 / 教材片段 3/5　PDF 第 2/6 页｜教材第 35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5101265-70F7-4467-93DF-05577E5B7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4BE3E31-5CFD-4F0B-8AC7-FCE9A93C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223">
            <a:extLst xmlns:a="http://schemas.openxmlformats.org/drawingml/2006/main">
              <a:ext uri="{FF2B5EF4-FFF2-40B4-BE49-F238E27FC236}">
                <a16:creationId xmlns:a16="http://schemas.microsoft.com/office/drawing/2014/main" id="{B87DDDF0-5F1F-44A4-AE52-00BFE270F9F3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224">
            <a:extLst xmlns:a="http://schemas.openxmlformats.org/drawingml/2006/main">
              <a:ext uri="{FF2B5EF4-FFF2-40B4-BE49-F238E27FC236}">
                <a16:creationId xmlns:a16="http://schemas.microsoft.com/office/drawing/2014/main" id="{D606617F-387E-4D3C-95D6-C4DBB3FD5857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历史纵横：唐朝曲辕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225">
            <a:extLst xmlns:a="http://schemas.openxmlformats.org/drawingml/2006/main">
              <a:ext uri="{FF2B5EF4-FFF2-40B4-BE49-F238E27FC236}">
                <a16:creationId xmlns:a16="http://schemas.microsoft.com/office/drawing/2014/main" id="{F05B8259-4A30-47D8-A3DA-89883E6C7141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敦煌莫高窟壁画唐朝牛耕图中的曲辕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4106FE4-4089-4E58-9074-68FBECF8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9906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短曲辕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由长直辕改为轻便的短曲辕。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犁评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加装犁评，调节耕作深浅。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犁壁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改进犁壁；这种犁在江南水田推广，耕犁基本定型。</a:t>
            </a:r>
          </a:p>
        </p:txBody>
      </p:sp>
      <p:sp>
        <p:nvSpPr>
          <p:cNvPr id="13" name="link-226">
            <a:extLst xmlns:a="http://schemas.openxmlformats.org/drawingml/2006/main">
              <a:ext uri="{FF2B5EF4-FFF2-40B4-BE49-F238E27FC236}">
                <a16:creationId xmlns:a16="http://schemas.microsoft.com/office/drawing/2014/main" id="{08558D0C-DBFB-4286-96B7-15DC71747C9D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曲辕犁与唐三彩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曲辕犁与唐三彩 ↗</a:t>
            </a:r>
          </a:p>
        </p:txBody>
      </p:sp>
      <p:sp>
        <p:nvSpPr>
          <p:cNvPr id="14" name="link-227">
            <a:extLst xmlns:a="http://schemas.openxmlformats.org/drawingml/2006/main">
              <a:ext uri="{FF2B5EF4-FFF2-40B4-BE49-F238E27FC236}">
                <a16:creationId xmlns:a16="http://schemas.microsoft.com/office/drawing/2014/main" id="{00937260-89A1-4E13-B350-FD5EA47EC3C8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隋唐盛世的形成原因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隋唐盛世的形成原因 ↗</a:t>
            </a:r>
          </a:p>
        </p:txBody>
      </p:sp>
      <p:sp>
        <p:nvSpPr>
          <p:cNvPr id="15" name="link-228">
            <a:extLst xmlns:a="http://schemas.openxmlformats.org/drawingml/2006/main">
              <a:ext uri="{FF2B5EF4-FFF2-40B4-BE49-F238E27FC236}">
                <a16:creationId xmlns:a16="http://schemas.microsoft.com/office/drawing/2014/main" id="{D1B685BA-030E-4003-B777-BBF041893758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贞观之治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link-229">
            <a:extLst xmlns:a="http://schemas.openxmlformats.org/drawingml/2006/main">
              <a:ext uri="{FF2B5EF4-FFF2-40B4-BE49-F238E27FC236}">
                <a16:creationId xmlns:a16="http://schemas.microsoft.com/office/drawing/2014/main" id="{79BCB9CA-0805-4309-809A-47B571F92E46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武则天时期与开元盛世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link-230">
            <a:extLst xmlns:a="http://schemas.openxmlformats.org/drawingml/2006/main">
              <a:ext uri="{FF2B5EF4-FFF2-40B4-BE49-F238E27FC236}">
                <a16:creationId xmlns:a16="http://schemas.microsoft.com/office/drawing/2014/main" id="{DF02B5FB-8679-4A5A-B1BF-D4F231F40BB7}"/>
              </a:ext>
            </a:extLst>
            <ns20:hlinkClick xmlns:ns20="http://schemas.openxmlformats.org/drawingml/2006/main" xmlns:ns21="http://schemas.openxmlformats.org/officeDocument/2006/relationships" ns21:id="rIdNav10" action="ppaction://hlinksldjump" tooltip="历史纵横：唐朝曲辕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link-231">
            <a:extLst xmlns:a="http://schemas.openxmlformats.org/drawingml/2006/main">
              <a:ext uri="{FF2B5EF4-FFF2-40B4-BE49-F238E27FC236}">
                <a16:creationId xmlns:a16="http://schemas.microsoft.com/office/drawing/2014/main" id="{A8CA0FC8-FBFE-4C93-B730-D19AD16CA67F}"/>
              </a:ext>
            </a:extLst>
            <ns22:hlinkClick xmlns:ns22="http://schemas.openxmlformats.org/drawingml/2006/main" xmlns:ns23="http://schemas.openxmlformats.org/officeDocument/2006/relationships" ns23:id="rIdNav11" action="ppaction://hlinksldjump" tooltip="敦煌莫高窟壁画唐朝牛耕图中的曲辕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link-232">
            <a:extLst xmlns:a="http://schemas.openxmlformats.org/drawingml/2006/main">
              <a:ext uri="{FF2B5EF4-FFF2-40B4-BE49-F238E27FC236}">
                <a16:creationId xmlns:a16="http://schemas.microsoft.com/office/drawing/2014/main" id="{ED14C7C8-F28E-499A-B76B-3245F0B00C31}"/>
              </a:ext>
            </a:extLst>
            <ns24:hlinkClick xmlns:ns24="http://schemas.openxmlformats.org/drawingml/2006/main" xmlns:ns25="http://schemas.openxmlformats.org/officeDocument/2006/relationships" ns25:id="rIdNav12" action="ppaction://hlinksldjump" tooltip="唐三彩盘及说明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613838608"/>
      </p:ext>
    </p:extLst>
  </p:cSld>
  <p:transition advClick="0"/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3CFF3B-E321-4FED-B1E2-63936C06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233">
            <a:extLst xmlns:a="http://schemas.openxmlformats.org/drawingml/2006/main">
              <a:ext uri="{FF2B5EF4-FFF2-40B4-BE49-F238E27FC236}">
                <a16:creationId xmlns:a16="http://schemas.microsoft.com/office/drawing/2014/main" id="{8F44E28B-56B5-4381-BDA4-A044282F266E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234">
            <a:extLst xmlns:a="http://schemas.openxmlformats.org/drawingml/2006/main">
              <a:ext uri="{FF2B5EF4-FFF2-40B4-BE49-F238E27FC236}">
                <a16:creationId xmlns:a16="http://schemas.microsoft.com/office/drawing/2014/main" id="{BC8D20E6-108D-4BF3-A9D7-1C4A51C6626E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235">
            <a:extLst xmlns:a="http://schemas.openxmlformats.org/drawingml/2006/main">
              <a:ext uri="{FF2B5EF4-FFF2-40B4-BE49-F238E27FC236}">
                <a16:creationId xmlns:a16="http://schemas.microsoft.com/office/drawing/2014/main" id="{61627E75-9781-48DE-BA10-8E7D4293762B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182FF0E-9213-4FAE-933F-F93E5A02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敦煌莫高窟壁画唐朝牛耕图中的曲辕犁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D932C56-1BD7-4325-B6A9-D9330C583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繁荣与盛世表现 / 教材片段 4/5　PDF 第 2/6 页｜教材第 35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0C3987B-153D-4887-9160-BA5CC744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5B22C2E-951D-4280-B619-B04ECD15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236">
            <a:extLst xmlns:a="http://schemas.openxmlformats.org/drawingml/2006/main">
              <a:ext uri="{FF2B5EF4-FFF2-40B4-BE49-F238E27FC236}">
                <a16:creationId xmlns:a16="http://schemas.microsoft.com/office/drawing/2014/main" id="{96A5868E-A71C-401A-9953-ADD01491502A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237">
            <a:extLst xmlns:a="http://schemas.openxmlformats.org/drawingml/2006/main">
              <a:ext uri="{FF2B5EF4-FFF2-40B4-BE49-F238E27FC236}">
                <a16:creationId xmlns:a16="http://schemas.microsoft.com/office/drawing/2014/main" id="{4F5113A2-35C9-45F4-B46B-51AE37A84B44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历史纵横：唐朝曲辕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238">
            <a:extLst xmlns:a="http://schemas.openxmlformats.org/drawingml/2006/main">
              <a:ext uri="{FF2B5EF4-FFF2-40B4-BE49-F238E27FC236}">
                <a16:creationId xmlns:a16="http://schemas.microsoft.com/office/drawing/2014/main" id="{881E7678-AFF1-4212-BF03-FFD628A4187E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观察牛耕图：图像与传播范围要区分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D9432B-EC04-4FA3-B8E1-AA3551F4D4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db27df3cf74869"/>
          <a:stretch xmlns:a="http://schemas.openxmlformats.org/drawingml/2006/main"/>
        </p:blipFill>
        <p:spPr>
          <a:xfrm xmlns:a="http://schemas.openxmlformats.org/drawingml/2006/main">
            <a:off x="4872113" y="1552575"/>
            <a:ext cx="3590775" cy="3695700"/>
          </a:xfrm>
          <a:prstGeom xmlns:a="http://schemas.openxmlformats.org/drawingml/2006/main" prst="rect">
            <a:avLst/>
          </a:prstGeom>
        </p:spPr>
      </p:pic>
      <p:sp>
        <p:nvSpPr>
          <p:cNvPr id="13" name="link-239">
            <a:extLst xmlns:a="http://schemas.openxmlformats.org/drawingml/2006/main">
              <a:ext uri="{FF2B5EF4-FFF2-40B4-BE49-F238E27FC236}">
                <a16:creationId xmlns:a16="http://schemas.microsoft.com/office/drawing/2014/main" id="{E583DD5F-430F-49F7-B1C1-5BAA747CD630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曲辕犁与唐三彩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曲辕犁与唐三彩 ↗</a:t>
            </a:r>
          </a:p>
        </p:txBody>
      </p:sp>
      <p:sp>
        <p:nvSpPr>
          <p:cNvPr id="14" name="link-240">
            <a:extLst xmlns:a="http://schemas.openxmlformats.org/drawingml/2006/main">
              <a:ext uri="{FF2B5EF4-FFF2-40B4-BE49-F238E27FC236}">
                <a16:creationId xmlns:a16="http://schemas.microsoft.com/office/drawing/2014/main" id="{3B40B860-C61E-4773-AD07-2697E6239431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隋唐盛世的形成原因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隋唐盛世的形成原因 ↗</a:t>
            </a:r>
          </a:p>
        </p:txBody>
      </p:sp>
      <p:sp>
        <p:nvSpPr>
          <p:cNvPr id="15" name="link-241">
            <a:extLst xmlns:a="http://schemas.openxmlformats.org/drawingml/2006/main">
              <a:ext uri="{FF2B5EF4-FFF2-40B4-BE49-F238E27FC236}">
                <a16:creationId xmlns:a16="http://schemas.microsoft.com/office/drawing/2014/main" id="{061539C0-AE67-499D-8797-F99F6862576C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贞观之治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link-242">
            <a:extLst xmlns:a="http://schemas.openxmlformats.org/drawingml/2006/main">
              <a:ext uri="{FF2B5EF4-FFF2-40B4-BE49-F238E27FC236}">
                <a16:creationId xmlns:a16="http://schemas.microsoft.com/office/drawing/2014/main" id="{FA701C4C-F014-4C3E-AB6E-C25038FB5335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武则天时期与开元盛世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link-243">
            <a:extLst xmlns:a="http://schemas.openxmlformats.org/drawingml/2006/main">
              <a:ext uri="{FF2B5EF4-FFF2-40B4-BE49-F238E27FC236}">
                <a16:creationId xmlns:a16="http://schemas.microsoft.com/office/drawing/2014/main" id="{8BBF9080-A42C-41D3-AE8B-CF4386F3BF04}"/>
              </a:ext>
            </a:extLst>
            <ns20:hlinkClick xmlns:ns20="http://schemas.openxmlformats.org/drawingml/2006/main" xmlns:ns21="http://schemas.openxmlformats.org/officeDocument/2006/relationships" ns21:id="rIdNav10" action="ppaction://hlinksldjump" tooltip="历史纵横：唐朝曲辕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link-244">
            <a:extLst xmlns:a="http://schemas.openxmlformats.org/drawingml/2006/main">
              <a:ext uri="{FF2B5EF4-FFF2-40B4-BE49-F238E27FC236}">
                <a16:creationId xmlns:a16="http://schemas.microsoft.com/office/drawing/2014/main" id="{CB313484-F306-4F4B-8208-745C76A28E27}"/>
              </a:ext>
            </a:extLst>
            <ns22:hlinkClick xmlns:ns22="http://schemas.openxmlformats.org/drawingml/2006/main" xmlns:ns23="http://schemas.openxmlformats.org/officeDocument/2006/relationships" ns23:id="rIdNav11" action="ppaction://hlinksldjump" tooltip="敦煌莫高窟壁画唐朝牛耕图中的曲辕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link-245">
            <a:extLst xmlns:a="http://schemas.openxmlformats.org/drawingml/2006/main">
              <a:ext uri="{FF2B5EF4-FFF2-40B4-BE49-F238E27FC236}">
                <a16:creationId xmlns:a16="http://schemas.microsoft.com/office/drawing/2014/main" id="{0C01353C-1342-4E9A-A3C0-7F7F0484B1F7}"/>
              </a:ext>
            </a:extLst>
            <ns24:hlinkClick xmlns:ns24="http://schemas.openxmlformats.org/drawingml/2006/main" xmlns:ns25="http://schemas.openxmlformats.org/officeDocument/2006/relationships" ns25:id="rIdNav12" action="ppaction://hlinksldjump" tooltip="唐三彩盘及说明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626397551"/>
      </p:ext>
    </p:extLst>
  </p:cSld>
  <p:transition advClick="0"/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5F357C-8A80-456A-B98A-4477044B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246">
            <a:extLst xmlns:a="http://schemas.openxmlformats.org/drawingml/2006/main">
              <a:ext uri="{FF2B5EF4-FFF2-40B4-BE49-F238E27FC236}">
                <a16:creationId xmlns:a16="http://schemas.microsoft.com/office/drawing/2014/main" id="{E844D1EF-87DD-4D4C-8CE4-29243121D29E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247">
            <a:extLst xmlns:a="http://schemas.openxmlformats.org/drawingml/2006/main">
              <a:ext uri="{FF2B5EF4-FFF2-40B4-BE49-F238E27FC236}">
                <a16:creationId xmlns:a16="http://schemas.microsoft.com/office/drawing/2014/main" id="{AE1393F4-BED8-4E01-9AB8-B374D732394E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248">
            <a:extLst xmlns:a="http://schemas.openxmlformats.org/drawingml/2006/main">
              <a:ext uri="{FF2B5EF4-FFF2-40B4-BE49-F238E27FC236}">
                <a16:creationId xmlns:a16="http://schemas.microsoft.com/office/drawing/2014/main" id="{57A1C9B1-21B6-41B5-B921-F7F634DF2695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32946C1-AA93-45EF-A6C2-0677A416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观察牛耕图：图像与传播范围要区分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E9A3A2D-27B5-4F51-BAC3-B71ADAFE2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繁荣与盛世表现 / 教材片段 4/5　PDF 第 2/6 页｜教材第 35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3B00B02-A1A3-4893-AE5B-A1F16863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73D4E28-613E-49C7-8168-1739C3009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249">
            <a:extLst xmlns:a="http://schemas.openxmlformats.org/drawingml/2006/main">
              <a:ext uri="{FF2B5EF4-FFF2-40B4-BE49-F238E27FC236}">
                <a16:creationId xmlns:a16="http://schemas.microsoft.com/office/drawing/2014/main" id="{ABAED55F-F79E-47F5-BD28-4D6A0B716AAD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250">
            <a:extLst xmlns:a="http://schemas.openxmlformats.org/drawingml/2006/main">
              <a:ext uri="{FF2B5EF4-FFF2-40B4-BE49-F238E27FC236}">
                <a16:creationId xmlns:a16="http://schemas.microsoft.com/office/drawing/2014/main" id="{53BA1B9F-458E-48CE-8E92-DB7431A31698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敦煌莫高窟壁画唐朝牛耕图中的曲辕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251">
            <a:extLst xmlns:a="http://schemas.openxmlformats.org/drawingml/2006/main">
              <a:ext uri="{FF2B5EF4-FFF2-40B4-BE49-F238E27FC236}">
                <a16:creationId xmlns:a16="http://schemas.microsoft.com/office/drawing/2014/main" id="{81A08295-BAEA-4AC8-B414-41B0D832F984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唐三彩盘及说明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A8C2180-2635-4F16-BBE5-D1FDD3E56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9906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配图定位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图题明确为“敦煌莫高窟壁画唐朝牛耕图中的曲辕犁”；结合旁栏三项改进观察农具。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观察方法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壁画所在地不能单独证明技术起源或实际推广范围；不据此推定敦煌为曲辕犁发源地。</a:t>
            </a:r>
          </a:p>
        </p:txBody>
      </p:sp>
      <p:sp>
        <p:nvSpPr>
          <p:cNvPr id="13" name="link-252">
            <a:extLst xmlns:a="http://schemas.openxmlformats.org/drawingml/2006/main">
              <a:ext uri="{FF2B5EF4-FFF2-40B4-BE49-F238E27FC236}">
                <a16:creationId xmlns:a16="http://schemas.microsoft.com/office/drawing/2014/main" id="{8ADCE070-AD2E-4F77-B81B-068C40699349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曲辕犁与唐三彩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曲辕犁与唐三彩 ↗</a:t>
            </a:r>
          </a:p>
        </p:txBody>
      </p:sp>
      <p:sp>
        <p:nvSpPr>
          <p:cNvPr id="14" name="link-253">
            <a:extLst xmlns:a="http://schemas.openxmlformats.org/drawingml/2006/main">
              <a:ext uri="{FF2B5EF4-FFF2-40B4-BE49-F238E27FC236}">
                <a16:creationId xmlns:a16="http://schemas.microsoft.com/office/drawing/2014/main" id="{A2E8CADB-C2AA-4E69-ADBA-8E61FEC0780A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隋唐盛世的形成原因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隋唐盛世的形成原因 ↗</a:t>
            </a:r>
          </a:p>
        </p:txBody>
      </p:sp>
      <p:sp>
        <p:nvSpPr>
          <p:cNvPr id="15" name="link-254">
            <a:extLst xmlns:a="http://schemas.openxmlformats.org/drawingml/2006/main">
              <a:ext uri="{FF2B5EF4-FFF2-40B4-BE49-F238E27FC236}">
                <a16:creationId xmlns:a16="http://schemas.microsoft.com/office/drawing/2014/main" id="{F2021548-5209-4357-BB8B-AD92A9D656F1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贞观之治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link-255">
            <a:extLst xmlns:a="http://schemas.openxmlformats.org/drawingml/2006/main">
              <a:ext uri="{FF2B5EF4-FFF2-40B4-BE49-F238E27FC236}">
                <a16:creationId xmlns:a16="http://schemas.microsoft.com/office/drawing/2014/main" id="{5C15E296-97C8-4071-9446-B6F578FB2284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武则天时期与开元盛世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link-256">
            <a:extLst xmlns:a="http://schemas.openxmlformats.org/drawingml/2006/main">
              <a:ext uri="{FF2B5EF4-FFF2-40B4-BE49-F238E27FC236}">
                <a16:creationId xmlns:a16="http://schemas.microsoft.com/office/drawing/2014/main" id="{203714A6-2654-4AB0-9B37-EB5F518031D2}"/>
              </a:ext>
            </a:extLst>
            <ns20:hlinkClick xmlns:ns20="http://schemas.openxmlformats.org/drawingml/2006/main" xmlns:ns21="http://schemas.openxmlformats.org/officeDocument/2006/relationships" ns21:id="rIdNav10" action="ppaction://hlinksldjump" tooltip="历史纵横：唐朝曲辕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link-257">
            <a:extLst xmlns:a="http://schemas.openxmlformats.org/drawingml/2006/main">
              <a:ext uri="{FF2B5EF4-FFF2-40B4-BE49-F238E27FC236}">
                <a16:creationId xmlns:a16="http://schemas.microsoft.com/office/drawing/2014/main" id="{732C8786-4161-4B44-9BB6-58E295CF0E02}"/>
              </a:ext>
            </a:extLst>
            <ns22:hlinkClick xmlns:ns22="http://schemas.openxmlformats.org/drawingml/2006/main" xmlns:ns23="http://schemas.openxmlformats.org/officeDocument/2006/relationships" ns23:id="rIdNav11" action="ppaction://hlinksldjump" tooltip="敦煌莫高窟壁画唐朝牛耕图中的曲辕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link-258">
            <a:extLst xmlns:a="http://schemas.openxmlformats.org/drawingml/2006/main">
              <a:ext uri="{FF2B5EF4-FFF2-40B4-BE49-F238E27FC236}">
                <a16:creationId xmlns:a16="http://schemas.microsoft.com/office/drawing/2014/main" id="{4B0AA6B2-8FA2-4644-BDCC-CC821D848520}"/>
              </a:ext>
            </a:extLst>
            <ns24:hlinkClick xmlns:ns24="http://schemas.openxmlformats.org/drawingml/2006/main" xmlns:ns25="http://schemas.openxmlformats.org/officeDocument/2006/relationships" ns25:id="rIdNav12" action="ppaction://hlinksldjump" tooltip="唐三彩盘及说明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94441345"/>
      </p:ext>
    </p:extLst>
  </p:cSld>
  <p:transition advClick="0"/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790DE2-C4E1-4413-85FD-AADA86AB1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259">
            <a:extLst xmlns:a="http://schemas.openxmlformats.org/drawingml/2006/main">
              <a:ext uri="{FF2B5EF4-FFF2-40B4-BE49-F238E27FC236}">
                <a16:creationId xmlns:a16="http://schemas.microsoft.com/office/drawing/2014/main" id="{96859037-815C-45ED-9108-83DD80CBD427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260">
            <a:extLst xmlns:a="http://schemas.openxmlformats.org/drawingml/2006/main">
              <a:ext uri="{FF2B5EF4-FFF2-40B4-BE49-F238E27FC236}">
                <a16:creationId xmlns:a16="http://schemas.microsoft.com/office/drawing/2014/main" id="{9C753A98-541A-422A-A416-14ADD482ECC9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261">
            <a:extLst xmlns:a="http://schemas.openxmlformats.org/drawingml/2006/main">
              <a:ext uri="{FF2B5EF4-FFF2-40B4-BE49-F238E27FC236}">
                <a16:creationId xmlns:a16="http://schemas.microsoft.com/office/drawing/2014/main" id="{14E1158A-90BF-4120-AEF3-4B9006EEC057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ACE46FE-4FE0-40AB-A241-344A655E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唐三彩盘及说明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50346C6-9632-4123-9223-A7BA7EE6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繁荣与盛世表现 / 教材片段 5/5　PDF 第 2/6 页｜教材第 35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5321C17-AFA9-42D1-9032-50D247B2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90F98D4-15EA-4725-89F3-D00DB007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262">
            <a:extLst xmlns:a="http://schemas.openxmlformats.org/drawingml/2006/main">
              <a:ext uri="{FF2B5EF4-FFF2-40B4-BE49-F238E27FC236}">
                <a16:creationId xmlns:a16="http://schemas.microsoft.com/office/drawing/2014/main" id="{E8DCF9ED-0700-41F8-82F5-ACC1DF13AC40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263">
            <a:extLst xmlns:a="http://schemas.openxmlformats.org/drawingml/2006/main">
              <a:ext uri="{FF2B5EF4-FFF2-40B4-BE49-F238E27FC236}">
                <a16:creationId xmlns:a16="http://schemas.microsoft.com/office/drawing/2014/main" id="{270F3FF0-13F6-4D46-B164-C7957A21D72C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敦煌莫高窟壁画唐朝牛耕图中的曲辕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264">
            <a:extLst xmlns:a="http://schemas.openxmlformats.org/drawingml/2006/main">
              <a:ext uri="{FF2B5EF4-FFF2-40B4-BE49-F238E27FC236}">
                <a16:creationId xmlns:a16="http://schemas.microsoft.com/office/drawing/2014/main" id="{532BEAF9-B230-4787-9843-F527B1BCB8ED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唐三彩盘：观察工艺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176EB1-394D-4822-9DB7-73637A2948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1bf9cd1b624be6"/>
          <a:stretch xmlns:a="http://schemas.openxmlformats.org/drawingml/2006/main"/>
        </p:blipFill>
        <p:spPr>
          <a:xfrm xmlns:a="http://schemas.openxmlformats.org/drawingml/2006/main">
            <a:off x="4982313" y="1552575"/>
            <a:ext cx="3370374" cy="3695700"/>
          </a:xfrm>
          <a:prstGeom xmlns:a="http://schemas.openxmlformats.org/drawingml/2006/main" prst="rect">
            <a:avLst/>
          </a:prstGeom>
        </p:spPr>
      </p:pic>
      <p:sp>
        <p:nvSpPr>
          <p:cNvPr id="13" name="link-265">
            <a:extLst xmlns:a="http://schemas.openxmlformats.org/drawingml/2006/main">
              <a:ext uri="{FF2B5EF4-FFF2-40B4-BE49-F238E27FC236}">
                <a16:creationId xmlns:a16="http://schemas.microsoft.com/office/drawing/2014/main" id="{D4B7203F-D44C-4EFA-9088-AED45E473BDA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曲辕犁与唐三彩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曲辕犁与唐三彩 ↗</a:t>
            </a:r>
          </a:p>
        </p:txBody>
      </p:sp>
      <p:sp>
        <p:nvSpPr>
          <p:cNvPr id="14" name="link-266">
            <a:extLst xmlns:a="http://schemas.openxmlformats.org/drawingml/2006/main">
              <a:ext uri="{FF2B5EF4-FFF2-40B4-BE49-F238E27FC236}">
                <a16:creationId xmlns:a16="http://schemas.microsoft.com/office/drawing/2014/main" id="{CCB1EE28-1437-4489-9588-E96C9597EC56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隋唐盛世的形成原因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隋唐盛世的形成原因 ↗</a:t>
            </a:r>
          </a:p>
        </p:txBody>
      </p:sp>
      <p:sp>
        <p:nvSpPr>
          <p:cNvPr id="15" name="link-267">
            <a:extLst xmlns:a="http://schemas.openxmlformats.org/drawingml/2006/main">
              <a:ext uri="{FF2B5EF4-FFF2-40B4-BE49-F238E27FC236}">
                <a16:creationId xmlns:a16="http://schemas.microsoft.com/office/drawing/2014/main" id="{44514C40-7902-47FF-A083-EE2EF27132ED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贞观之治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link-268">
            <a:extLst xmlns:a="http://schemas.openxmlformats.org/drawingml/2006/main">
              <a:ext uri="{FF2B5EF4-FFF2-40B4-BE49-F238E27FC236}">
                <a16:creationId xmlns:a16="http://schemas.microsoft.com/office/drawing/2014/main" id="{D148D18A-53D4-4049-8B00-79B3A8230C0A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武则天时期与开元盛世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link-269">
            <a:extLst xmlns:a="http://schemas.openxmlformats.org/drawingml/2006/main">
              <a:ext uri="{FF2B5EF4-FFF2-40B4-BE49-F238E27FC236}">
                <a16:creationId xmlns:a16="http://schemas.microsoft.com/office/drawing/2014/main" id="{70261A12-62FD-4D1B-A5D3-D374335C2CB6}"/>
              </a:ext>
            </a:extLst>
            <ns20:hlinkClick xmlns:ns20="http://schemas.openxmlformats.org/drawingml/2006/main" xmlns:ns21="http://schemas.openxmlformats.org/officeDocument/2006/relationships" ns21:id="rIdNav10" action="ppaction://hlinksldjump" tooltip="历史纵横：唐朝曲辕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link-270">
            <a:extLst xmlns:a="http://schemas.openxmlformats.org/drawingml/2006/main">
              <a:ext uri="{FF2B5EF4-FFF2-40B4-BE49-F238E27FC236}">
                <a16:creationId xmlns:a16="http://schemas.microsoft.com/office/drawing/2014/main" id="{E21CEBA7-F664-45CB-860B-26EE0A300665}"/>
              </a:ext>
            </a:extLst>
            <ns22:hlinkClick xmlns:ns22="http://schemas.openxmlformats.org/drawingml/2006/main" xmlns:ns23="http://schemas.openxmlformats.org/officeDocument/2006/relationships" ns23:id="rIdNav11" action="ppaction://hlinksldjump" tooltip="敦煌莫高窟壁画唐朝牛耕图中的曲辕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link-271">
            <a:extLst xmlns:a="http://schemas.openxmlformats.org/drawingml/2006/main">
              <a:ext uri="{FF2B5EF4-FFF2-40B4-BE49-F238E27FC236}">
                <a16:creationId xmlns:a16="http://schemas.microsoft.com/office/drawing/2014/main" id="{0A87CA89-65F9-49F8-BB7B-1CB7656509F5}"/>
              </a:ext>
            </a:extLst>
            <ns24:hlinkClick xmlns:ns24="http://schemas.openxmlformats.org/drawingml/2006/main" xmlns:ns25="http://schemas.openxmlformats.org/officeDocument/2006/relationships" ns25:id="rIdNav12" action="ppaction://hlinksldjump" tooltip="唐三彩盘及说明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115918780"/>
      </p:ext>
    </p:extLst>
  </p:cSld>
  <p:transition advClick="0"/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AD014D-2E65-4E1D-A10A-E57EAA6F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272">
            <a:extLst xmlns:a="http://schemas.openxmlformats.org/drawingml/2006/main">
              <a:ext uri="{FF2B5EF4-FFF2-40B4-BE49-F238E27FC236}">
                <a16:creationId xmlns:a16="http://schemas.microsoft.com/office/drawing/2014/main" id="{12969690-1827-4B6D-B806-76A9A55D8B7D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273">
            <a:extLst xmlns:a="http://schemas.openxmlformats.org/drawingml/2006/main">
              <a:ext uri="{FF2B5EF4-FFF2-40B4-BE49-F238E27FC236}">
                <a16:creationId xmlns:a16="http://schemas.microsoft.com/office/drawing/2014/main" id="{8B42ACD6-D582-4F76-AE0B-957BA98807A6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274">
            <a:extLst xmlns:a="http://schemas.openxmlformats.org/drawingml/2006/main">
              <a:ext uri="{FF2B5EF4-FFF2-40B4-BE49-F238E27FC236}">
                <a16:creationId xmlns:a16="http://schemas.microsoft.com/office/drawing/2014/main" id="{E5B98128-2D5E-4872-B914-291093B1CE85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8BBCC33-1CE2-4B85-9E44-C4A028B4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唐三彩盘：观察工艺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D47757C-7FFD-46D2-A76A-2E1B3E2F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繁荣与盛世表现 / 教材片段 5/5　PDF 第 2/6 页｜教材第 35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12A6E2A-4654-4D9F-8C0B-B0714CB6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542CB9B-4FDC-43E6-819F-63889BD1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275">
            <a:extLst xmlns:a="http://schemas.openxmlformats.org/drawingml/2006/main">
              <a:ext uri="{FF2B5EF4-FFF2-40B4-BE49-F238E27FC236}">
                <a16:creationId xmlns:a16="http://schemas.microsoft.com/office/drawing/2014/main" id="{7B129374-8084-47E3-B40E-FC124A5ECE86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276">
            <a:extLst xmlns:a="http://schemas.openxmlformats.org/drawingml/2006/main">
              <a:ext uri="{FF2B5EF4-FFF2-40B4-BE49-F238E27FC236}">
                <a16:creationId xmlns:a16="http://schemas.microsoft.com/office/drawing/2014/main" id="{34B39221-5AFD-4E49-891F-25034D59CE7E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唐三彩盘及说明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277">
            <a:extLst xmlns:a="http://schemas.openxmlformats.org/drawingml/2006/main">
              <a:ext uri="{FF2B5EF4-FFF2-40B4-BE49-F238E27FC236}">
                <a16:creationId xmlns:a16="http://schemas.microsoft.com/office/drawing/2014/main" id="{541122B6-429B-4662-8270-1ABCD2033777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突厥兴起与分裂（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C8C3E9A-2288-43F2-9709-276C3668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9906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器物信息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出土于陕西乾县唐永泰公主墓；该盘釉色绿、褐、白相间，兼具图案规律与釉色自然流动的特点。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经济门类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可归入手工业中的陶瓷工艺与装饰技术。该盘的三色不是全部唐三彩颜色的严格定义，也不能由一件文物推算贸易规模。</a:t>
            </a:r>
          </a:p>
        </p:txBody>
      </p:sp>
      <p:sp>
        <p:nvSpPr>
          <p:cNvPr id="13" name="link-278">
            <a:extLst xmlns:a="http://schemas.openxmlformats.org/drawingml/2006/main">
              <a:ext uri="{FF2B5EF4-FFF2-40B4-BE49-F238E27FC236}">
                <a16:creationId xmlns:a16="http://schemas.microsoft.com/office/drawing/2014/main" id="{2AE3DF3F-50D5-4529-83D7-99D21CF06122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曲辕犁与唐三彩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曲辕犁与唐三彩 ↗</a:t>
            </a:r>
          </a:p>
        </p:txBody>
      </p:sp>
      <p:sp>
        <p:nvSpPr>
          <p:cNvPr id="14" name="link-279">
            <a:extLst xmlns:a="http://schemas.openxmlformats.org/drawingml/2006/main">
              <a:ext uri="{FF2B5EF4-FFF2-40B4-BE49-F238E27FC236}">
                <a16:creationId xmlns:a16="http://schemas.microsoft.com/office/drawing/2014/main" id="{316DB484-883F-4F64-B874-EB3A13AB9762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隋唐盛世的形成原因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隋唐盛世的形成原因 ↗</a:t>
            </a:r>
          </a:p>
        </p:txBody>
      </p:sp>
      <p:sp>
        <p:nvSpPr>
          <p:cNvPr id="15" name="link-280">
            <a:extLst xmlns:a="http://schemas.openxmlformats.org/drawingml/2006/main">
              <a:ext uri="{FF2B5EF4-FFF2-40B4-BE49-F238E27FC236}">
                <a16:creationId xmlns:a16="http://schemas.microsoft.com/office/drawing/2014/main" id="{5987D9F6-51B1-4EF1-9A76-1630AF0B147A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贞观之治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link-281">
            <a:extLst xmlns:a="http://schemas.openxmlformats.org/drawingml/2006/main">
              <a:ext uri="{FF2B5EF4-FFF2-40B4-BE49-F238E27FC236}">
                <a16:creationId xmlns:a16="http://schemas.microsoft.com/office/drawing/2014/main" id="{014810C0-245A-47C4-83F3-CD41A0B3D3E6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武则天时期与开元盛世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link-282">
            <a:extLst xmlns:a="http://schemas.openxmlformats.org/drawingml/2006/main">
              <a:ext uri="{FF2B5EF4-FFF2-40B4-BE49-F238E27FC236}">
                <a16:creationId xmlns:a16="http://schemas.microsoft.com/office/drawing/2014/main" id="{5E737B2D-8D64-4FEB-BE9B-1333DBDB1E29}"/>
              </a:ext>
            </a:extLst>
            <ns20:hlinkClick xmlns:ns20="http://schemas.openxmlformats.org/drawingml/2006/main" xmlns:ns21="http://schemas.openxmlformats.org/officeDocument/2006/relationships" ns21:id="rIdNav10" action="ppaction://hlinksldjump" tooltip="历史纵横：唐朝曲辕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link-283">
            <a:extLst xmlns:a="http://schemas.openxmlformats.org/drawingml/2006/main">
              <a:ext uri="{FF2B5EF4-FFF2-40B4-BE49-F238E27FC236}">
                <a16:creationId xmlns:a16="http://schemas.microsoft.com/office/drawing/2014/main" id="{C8E26A1C-EF30-40B0-BF8B-3212ADA0EFDD}"/>
              </a:ext>
            </a:extLst>
            <ns22:hlinkClick xmlns:ns22="http://schemas.openxmlformats.org/drawingml/2006/main" xmlns:ns23="http://schemas.openxmlformats.org/officeDocument/2006/relationships" ns23:id="rIdNav11" action="ppaction://hlinksldjump" tooltip="敦煌莫高窟壁画唐朝牛耕图中的曲辕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link-284">
            <a:extLst xmlns:a="http://schemas.openxmlformats.org/drawingml/2006/main">
              <a:ext uri="{FF2B5EF4-FFF2-40B4-BE49-F238E27FC236}">
                <a16:creationId xmlns:a16="http://schemas.microsoft.com/office/drawing/2014/main" id="{6FD2CB9B-5B9A-4811-B05D-A4CF9646E165}"/>
              </a:ext>
            </a:extLst>
            <ns24:hlinkClick xmlns:ns24="http://schemas.openxmlformats.org/drawingml/2006/main" xmlns:ns25="http://schemas.openxmlformats.org/officeDocument/2006/relationships" ns25:id="rIdNav12" action="ppaction://hlinksldjump" tooltip="唐三彩盘及说明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91229693"/>
      </p:ext>
    </p:extLst>
  </p:cSld>
  <p:transition advClick="0"/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A3F0F3-7FA3-42F4-A330-DF0065E13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285">
            <a:extLst xmlns:a="http://schemas.openxmlformats.org/drawingml/2006/main">
              <a:ext uri="{FF2B5EF4-FFF2-40B4-BE49-F238E27FC236}">
                <a16:creationId xmlns:a16="http://schemas.microsoft.com/office/drawing/2014/main" id="{B74451CA-DA7F-420A-A7DD-14049B4F29B3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286">
            <a:extLst xmlns:a="http://schemas.openxmlformats.org/drawingml/2006/main">
              <a:ext uri="{FF2B5EF4-FFF2-40B4-BE49-F238E27FC236}">
                <a16:creationId xmlns:a16="http://schemas.microsoft.com/office/drawing/2014/main" id="{B3EBCA9E-6CBF-4D06-87CD-E0DD349B48C7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287">
            <a:extLst xmlns:a="http://schemas.openxmlformats.org/drawingml/2006/main">
              <a:ext uri="{FF2B5EF4-FFF2-40B4-BE49-F238E27FC236}">
                <a16:creationId xmlns:a16="http://schemas.microsoft.com/office/drawing/2014/main" id="{B8C4F8EF-6DAB-4B64-9517-1B4BBC37B201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4D2B465-526F-4AF5-BF8A-0E0A8512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突厥兴起与分裂（接下片）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E226E7C-47B0-499F-A780-40B33A8A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民族关系与区域开发 / 教材片段 1/6　PDF 第 2/6 页｜教材第 35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0C88CB1-0FF8-4CAB-8E85-0B8AAEDD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DBB459C-E271-4167-8635-DC37C3C4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288">
            <a:extLst xmlns:a="http://schemas.openxmlformats.org/drawingml/2006/main">
              <a:ext uri="{FF2B5EF4-FFF2-40B4-BE49-F238E27FC236}">
                <a16:creationId xmlns:a16="http://schemas.microsoft.com/office/drawing/2014/main" id="{EAB8E7D1-5DE1-4F0A-A404-6B1632AA152C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289">
            <a:extLst xmlns:a="http://schemas.openxmlformats.org/drawingml/2006/main">
              <a:ext uri="{FF2B5EF4-FFF2-40B4-BE49-F238E27FC236}">
                <a16:creationId xmlns:a16="http://schemas.microsoft.com/office/drawing/2014/main" id="{32715CB6-01C7-4B31-A94D-C23B11832421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唐三彩盘及说明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290">
            <a:extLst xmlns:a="http://schemas.openxmlformats.org/drawingml/2006/main">
              <a:ext uri="{FF2B5EF4-FFF2-40B4-BE49-F238E27FC236}">
                <a16:creationId xmlns:a16="http://schemas.microsoft.com/office/drawing/2014/main" id="{9E0172FB-9673-4C0C-B534-3AA27EA9C6CD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突厥：从兴起到分裂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E5D106-869E-4603-A8AB-AE8CC35977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05019428a94270"/>
          <a:stretch xmlns:a="http://schemas.openxmlformats.org/drawingml/2006/main"/>
        </p:blipFill>
        <p:spPr>
          <a:xfrm xmlns:a="http://schemas.openxmlformats.org/drawingml/2006/main">
            <a:off x="1619250" y="2966041"/>
            <a:ext cx="10096500" cy="868769"/>
          </a:xfrm>
          <a:prstGeom xmlns:a="http://schemas.openxmlformats.org/drawingml/2006/main" prst="rect">
            <a:avLst/>
          </a:prstGeom>
        </p:spPr>
      </p:pic>
      <p:sp>
        <p:nvSpPr>
          <p:cNvPr id="13" name="link-291">
            <a:extLst xmlns:a="http://schemas.openxmlformats.org/drawingml/2006/main">
              <a:ext uri="{FF2B5EF4-FFF2-40B4-BE49-F238E27FC236}">
                <a16:creationId xmlns:a16="http://schemas.microsoft.com/office/drawing/2014/main" id="{08493277-D88B-4574-9EC3-701D9C5A2B73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民族关系的处理方式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民族关系的处理方式 ↗</a:t>
            </a:r>
          </a:p>
        </p:txBody>
      </p:sp>
      <p:sp>
        <p:nvSpPr>
          <p:cNvPr id="14" name="link-292">
            <a:extLst xmlns:a="http://schemas.openxmlformats.org/drawingml/2006/main">
              <a:ext uri="{FF2B5EF4-FFF2-40B4-BE49-F238E27FC236}">
                <a16:creationId xmlns:a16="http://schemas.microsoft.com/office/drawing/2014/main" id="{20FDF3AD-197F-4068-907F-43C1FA560A0C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两者关系题的四个视角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两者关系题的四个视角 ↗</a:t>
            </a:r>
          </a:p>
        </p:txBody>
      </p:sp>
      <p:sp>
        <p:nvSpPr>
          <p:cNvPr id="15" name="link-293">
            <a:extLst xmlns:a="http://schemas.openxmlformats.org/drawingml/2006/main">
              <a:ext uri="{FF2B5EF4-FFF2-40B4-BE49-F238E27FC236}">
                <a16:creationId xmlns:a16="http://schemas.microsoft.com/office/drawing/2014/main" id="{01A9E6C7-0286-4C5E-8107-E0857BE48352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民族边疆与对外外交关系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1980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民族边疆与对外外交关系 ↗</a:t>
            </a:r>
          </a:p>
        </p:txBody>
      </p:sp>
      <p:sp>
        <p:nvSpPr>
          <p:cNvPr id="16" name="link-294">
            <a:extLst xmlns:a="http://schemas.openxmlformats.org/drawingml/2006/main">
              <a:ext uri="{FF2B5EF4-FFF2-40B4-BE49-F238E27FC236}">
                <a16:creationId xmlns:a16="http://schemas.microsoft.com/office/drawing/2014/main" id="{EE96791B-65A9-4F72-9B75-1A515A08FE34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突厥兴起与分裂（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7" name="link-295">
            <a:extLst xmlns:a="http://schemas.openxmlformats.org/drawingml/2006/main">
              <a:ext uri="{FF2B5EF4-FFF2-40B4-BE49-F238E27FC236}">
                <a16:creationId xmlns:a16="http://schemas.microsoft.com/office/drawing/2014/main" id="{ECD591D5-0672-4A0C-97C3-0EDF6ACFFB50}"/>
              </a:ext>
            </a:extLst>
            <ns20:hlinkClick xmlns:ns20="http://schemas.openxmlformats.org/drawingml/2006/main" xmlns:ns21="http://schemas.openxmlformats.org/officeDocument/2006/relationships" ns21:id="rIdNav10" action="ppaction://hlinksldjump" tooltip="突厥、安西与北庭都护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link-296">
            <a:extLst xmlns:a="http://schemas.openxmlformats.org/drawingml/2006/main">
              <a:ext uri="{FF2B5EF4-FFF2-40B4-BE49-F238E27FC236}">
                <a16:creationId xmlns:a16="http://schemas.microsoft.com/office/drawing/2014/main" id="{7A7BAA12-2596-4B09-8886-CD4F9C179337}"/>
              </a:ext>
            </a:extLst>
            <ns22:hlinkClick xmlns:ns22="http://schemas.openxmlformats.org/drawingml/2006/main" xmlns:ns23="http://schemas.openxmlformats.org/officeDocument/2006/relationships" ns23:id="rIdNav11" action="ppaction://hlinksldjump" tooltip="历史纵横：回纥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link-297">
            <a:extLst xmlns:a="http://schemas.openxmlformats.org/drawingml/2006/main">
              <a:ext uri="{FF2B5EF4-FFF2-40B4-BE49-F238E27FC236}">
                <a16:creationId xmlns:a16="http://schemas.microsoft.com/office/drawing/2014/main" id="{72775B2F-040B-4E5B-AA24-43696A3DF30B}"/>
              </a:ext>
            </a:extLst>
            <ns24:hlinkClick xmlns:ns24="http://schemas.openxmlformats.org/drawingml/2006/main" xmlns:ns25="http://schemas.openxmlformats.org/officeDocument/2006/relationships" ns25:id="rIdNav12" action="ppaction://hlinksldjump" tooltip="吐蕃与文成公主（末句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link-298">
            <a:extLst xmlns:a="http://schemas.openxmlformats.org/drawingml/2006/main">
              <a:ext uri="{FF2B5EF4-FFF2-40B4-BE49-F238E27FC236}">
                <a16:creationId xmlns:a16="http://schemas.microsoft.com/office/drawing/2014/main" id="{35A1808D-18E3-41AE-82CD-AC5403CDAA6D}"/>
              </a:ext>
            </a:extLst>
            <ns26:hlinkClick xmlns:ns26="http://schemas.openxmlformats.org/drawingml/2006/main" xmlns:ns27="http://schemas.openxmlformats.org/officeDocument/2006/relationships" ns27:id="rIdNav13" action="ppaction://hlinksldjump" tooltip="唐蕃会盟、靺鞨与边疆开发（续前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1" name="link-299">
            <a:extLst xmlns:a="http://schemas.openxmlformats.org/drawingml/2006/main">
              <a:ext uri="{FF2B5EF4-FFF2-40B4-BE49-F238E27FC236}">
                <a16:creationId xmlns:a16="http://schemas.microsoft.com/office/drawing/2014/main" id="{49019AE8-AFFC-4050-96EC-776987441E4F}"/>
              </a:ext>
            </a:extLst>
            <ns28:hlinkClick xmlns:ns28="http://schemas.openxmlformats.org/drawingml/2006/main" xmlns:ns29="http://schemas.openxmlformats.org/officeDocument/2006/relationships" ns29:id="rIdNav14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55960808"/>
      </p:ext>
    </p:extLst>
  </p:cSld>
  <p:transition advClick="0"/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6B38E3-7ED6-474E-BF31-475C0EA6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300">
            <a:extLst xmlns:a="http://schemas.openxmlformats.org/drawingml/2006/main">
              <a:ext uri="{FF2B5EF4-FFF2-40B4-BE49-F238E27FC236}">
                <a16:creationId xmlns:a16="http://schemas.microsoft.com/office/drawing/2014/main" id="{8697BB24-23D2-47C8-B04B-8C0D2DB24C5C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301">
            <a:extLst xmlns:a="http://schemas.openxmlformats.org/drawingml/2006/main">
              <a:ext uri="{FF2B5EF4-FFF2-40B4-BE49-F238E27FC236}">
                <a16:creationId xmlns:a16="http://schemas.microsoft.com/office/drawing/2014/main" id="{66F7D98D-2456-4C20-BEF9-EC69A7409CFC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302">
            <a:extLst xmlns:a="http://schemas.openxmlformats.org/drawingml/2006/main">
              <a:ext uri="{FF2B5EF4-FFF2-40B4-BE49-F238E27FC236}">
                <a16:creationId xmlns:a16="http://schemas.microsoft.com/office/drawing/2014/main" id="{294A5F02-47F5-416B-9B90-C0D77D1CBB4D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D020287-9B48-4B64-BEE1-591B341A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突厥：从兴起到分裂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1722110-2B21-4E64-B367-15FC2D0C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民族关系与区域开发 / 教材片段 1/6　PDF 第 2/6 页｜教材第 35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A56ECDB-389B-47BF-9450-D4CC3D74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96451AC-DD9A-4FC6-BD53-662B2428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303">
            <a:extLst xmlns:a="http://schemas.openxmlformats.org/drawingml/2006/main">
              <a:ext uri="{FF2B5EF4-FFF2-40B4-BE49-F238E27FC236}">
                <a16:creationId xmlns:a16="http://schemas.microsoft.com/office/drawing/2014/main" id="{DF9BE9FF-79EB-4E1B-B115-75CA06699FC9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304">
            <a:extLst xmlns:a="http://schemas.openxmlformats.org/drawingml/2006/main">
              <a:ext uri="{FF2B5EF4-FFF2-40B4-BE49-F238E27FC236}">
                <a16:creationId xmlns:a16="http://schemas.microsoft.com/office/drawing/2014/main" id="{1B637203-D7C4-4E64-B391-64A9C6D17A75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突厥兴起与分裂（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305">
            <a:extLst xmlns:a="http://schemas.openxmlformats.org/drawingml/2006/main">
              <a:ext uri="{FF2B5EF4-FFF2-40B4-BE49-F238E27FC236}">
                <a16:creationId xmlns:a16="http://schemas.microsoft.com/office/drawing/2014/main" id="{466AE2D1-C988-4123-ABA9-0C835E2DD1B9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突厥、安西与北庭都护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D978BC9-24AC-4FF9-8F03-794453A3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9906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衔接下一片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突厥兴起于阿尔泰山地区，建立政权，后分为东、西突厥。下一片继续读唐朝的战争、联合行动与西域管理。</a:t>
            </a:r>
          </a:p>
        </p:txBody>
      </p:sp>
      <p:sp>
        <p:nvSpPr>
          <p:cNvPr id="13" name="link-306">
            <a:extLst xmlns:a="http://schemas.openxmlformats.org/drawingml/2006/main">
              <a:ext uri="{FF2B5EF4-FFF2-40B4-BE49-F238E27FC236}">
                <a16:creationId xmlns:a16="http://schemas.microsoft.com/office/drawing/2014/main" id="{9B7DE48B-8A4A-4A1F-8730-92F7B29CFD03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民族关系的处理方式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民族关系的处理方式 ↗</a:t>
            </a:r>
          </a:p>
        </p:txBody>
      </p:sp>
      <p:sp>
        <p:nvSpPr>
          <p:cNvPr id="14" name="link-307">
            <a:extLst xmlns:a="http://schemas.openxmlformats.org/drawingml/2006/main">
              <a:ext uri="{FF2B5EF4-FFF2-40B4-BE49-F238E27FC236}">
                <a16:creationId xmlns:a16="http://schemas.microsoft.com/office/drawing/2014/main" id="{7009B6C2-8C91-4398-A5C8-B9A56A0E9617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两者关系题的四个视角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两者关系题的四个视角 ↗</a:t>
            </a:r>
          </a:p>
        </p:txBody>
      </p:sp>
      <p:sp>
        <p:nvSpPr>
          <p:cNvPr id="15" name="link-308">
            <a:extLst xmlns:a="http://schemas.openxmlformats.org/drawingml/2006/main">
              <a:ext uri="{FF2B5EF4-FFF2-40B4-BE49-F238E27FC236}">
                <a16:creationId xmlns:a16="http://schemas.microsoft.com/office/drawing/2014/main" id="{234D4557-E919-45B2-B3A2-448FF9BE6D6A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民族边疆与对外外交关系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1980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民族边疆与对外外交关系 ↗</a:t>
            </a:r>
          </a:p>
        </p:txBody>
      </p:sp>
      <p:sp>
        <p:nvSpPr>
          <p:cNvPr id="16" name="link-309">
            <a:extLst xmlns:a="http://schemas.openxmlformats.org/drawingml/2006/main">
              <a:ext uri="{FF2B5EF4-FFF2-40B4-BE49-F238E27FC236}">
                <a16:creationId xmlns:a16="http://schemas.microsoft.com/office/drawing/2014/main" id="{9FEBAF6B-4F93-45DB-B05A-1D5B1DC96D13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突厥兴起与分裂（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7" name="link-310">
            <a:extLst xmlns:a="http://schemas.openxmlformats.org/drawingml/2006/main">
              <a:ext uri="{FF2B5EF4-FFF2-40B4-BE49-F238E27FC236}">
                <a16:creationId xmlns:a16="http://schemas.microsoft.com/office/drawing/2014/main" id="{BF6C3D2B-569D-44FF-8C0D-F3665E601273}"/>
              </a:ext>
            </a:extLst>
            <ns20:hlinkClick xmlns:ns20="http://schemas.openxmlformats.org/drawingml/2006/main" xmlns:ns21="http://schemas.openxmlformats.org/officeDocument/2006/relationships" ns21:id="rIdNav10" action="ppaction://hlinksldjump" tooltip="突厥、安西与北庭都护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link-311">
            <a:extLst xmlns:a="http://schemas.openxmlformats.org/drawingml/2006/main">
              <a:ext uri="{FF2B5EF4-FFF2-40B4-BE49-F238E27FC236}">
                <a16:creationId xmlns:a16="http://schemas.microsoft.com/office/drawing/2014/main" id="{7181E505-9963-4C11-B874-DA361180FF03}"/>
              </a:ext>
            </a:extLst>
            <ns22:hlinkClick xmlns:ns22="http://schemas.openxmlformats.org/drawingml/2006/main" xmlns:ns23="http://schemas.openxmlformats.org/officeDocument/2006/relationships" ns23:id="rIdNav11" action="ppaction://hlinksldjump" tooltip="历史纵横：回纥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link-312">
            <a:extLst xmlns:a="http://schemas.openxmlformats.org/drawingml/2006/main">
              <a:ext uri="{FF2B5EF4-FFF2-40B4-BE49-F238E27FC236}">
                <a16:creationId xmlns:a16="http://schemas.microsoft.com/office/drawing/2014/main" id="{83E4F4E3-E0E4-430F-A9EB-95563F45AC1F}"/>
              </a:ext>
            </a:extLst>
            <ns24:hlinkClick xmlns:ns24="http://schemas.openxmlformats.org/drawingml/2006/main" xmlns:ns25="http://schemas.openxmlformats.org/officeDocument/2006/relationships" ns25:id="rIdNav12" action="ppaction://hlinksldjump" tooltip="吐蕃与文成公主（末句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link-313">
            <a:extLst xmlns:a="http://schemas.openxmlformats.org/drawingml/2006/main">
              <a:ext uri="{FF2B5EF4-FFF2-40B4-BE49-F238E27FC236}">
                <a16:creationId xmlns:a16="http://schemas.microsoft.com/office/drawing/2014/main" id="{8C41FC1C-1AC5-4EF6-9508-05963EB99554}"/>
              </a:ext>
            </a:extLst>
            <ns26:hlinkClick xmlns:ns26="http://schemas.openxmlformats.org/drawingml/2006/main" xmlns:ns27="http://schemas.openxmlformats.org/officeDocument/2006/relationships" ns27:id="rIdNav13" action="ppaction://hlinksldjump" tooltip="唐蕃会盟、靺鞨与边疆开发（续前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1" name="link-314">
            <a:extLst xmlns:a="http://schemas.openxmlformats.org/drawingml/2006/main">
              <a:ext uri="{FF2B5EF4-FFF2-40B4-BE49-F238E27FC236}">
                <a16:creationId xmlns:a16="http://schemas.microsoft.com/office/drawing/2014/main" id="{3CFA9E30-6061-4B69-8D7A-37BD2DFE2267}"/>
              </a:ext>
            </a:extLst>
            <ns28:hlinkClick xmlns:ns28="http://schemas.openxmlformats.org/drawingml/2006/main" xmlns:ns29="http://schemas.openxmlformats.org/officeDocument/2006/relationships" ns29:id="rIdNav14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886329469"/>
      </p:ext>
    </p:extLst>
  </p:cSld>
  <p:transition advClick="0"/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4DB49F-10FF-49B7-956E-C4DF9647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315">
            <a:extLst xmlns:a="http://schemas.openxmlformats.org/drawingml/2006/main">
              <a:ext uri="{FF2B5EF4-FFF2-40B4-BE49-F238E27FC236}">
                <a16:creationId xmlns:a16="http://schemas.microsoft.com/office/drawing/2014/main" id="{32C4A029-5041-4B49-8A22-DAC3FC4F82E9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316">
            <a:extLst xmlns:a="http://schemas.openxmlformats.org/drawingml/2006/main">
              <a:ext uri="{FF2B5EF4-FFF2-40B4-BE49-F238E27FC236}">
                <a16:creationId xmlns:a16="http://schemas.microsoft.com/office/drawing/2014/main" id="{DD48EABA-CCA4-4382-B79E-09A0BC7CD2B4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317">
            <a:extLst xmlns:a="http://schemas.openxmlformats.org/drawingml/2006/main">
              <a:ext uri="{FF2B5EF4-FFF2-40B4-BE49-F238E27FC236}">
                <a16:creationId xmlns:a16="http://schemas.microsoft.com/office/drawing/2014/main" id="{C6B2A079-57DA-4A6D-BF59-575F495AE164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5753B33-91B7-4B12-8A71-ECA68200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突厥、安西与北庭都护府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67E7379-DB2D-496B-8DAF-2B190933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民族关系与区域开发 / 教材片段 2/6　PDF 第 3/6 页｜教材第 36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5721E05-CF47-4042-89D5-3DFD722C7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93793D4-574D-46A3-B119-71DCCCF87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318">
            <a:extLst xmlns:a="http://schemas.openxmlformats.org/drawingml/2006/main">
              <a:ext uri="{FF2B5EF4-FFF2-40B4-BE49-F238E27FC236}">
                <a16:creationId xmlns:a16="http://schemas.microsoft.com/office/drawing/2014/main" id="{08DFFCC1-1777-4874-837F-4AA3BACDD785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319">
            <a:extLst xmlns:a="http://schemas.openxmlformats.org/drawingml/2006/main">
              <a:ext uri="{FF2B5EF4-FFF2-40B4-BE49-F238E27FC236}">
                <a16:creationId xmlns:a16="http://schemas.microsoft.com/office/drawing/2014/main" id="{ADAE3EA0-B8A2-4F2B-91A5-1670EAC4B1B0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突厥兴起与分裂（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320">
            <a:extLst xmlns:a="http://schemas.openxmlformats.org/drawingml/2006/main">
              <a:ext uri="{FF2B5EF4-FFF2-40B4-BE49-F238E27FC236}">
                <a16:creationId xmlns:a16="http://schemas.microsoft.com/office/drawing/2014/main" id="{3599CA6B-D70A-4C9D-B1F0-4594A3B5977A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突厥与西域管理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2BC3DC-ADB9-4021-B8FB-CFFF0FECFD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7a14c436d84e97"/>
          <a:stretch xmlns:a="http://schemas.openxmlformats.org/drawingml/2006/main"/>
        </p:blipFill>
        <p:spPr>
          <a:xfrm xmlns:a="http://schemas.openxmlformats.org/drawingml/2006/main">
            <a:off x="3053508" y="1552575"/>
            <a:ext cx="7227985" cy="3695700"/>
          </a:xfrm>
          <a:prstGeom xmlns:a="http://schemas.openxmlformats.org/drawingml/2006/main" prst="rect">
            <a:avLst/>
          </a:prstGeom>
        </p:spPr>
      </p:pic>
      <p:sp>
        <p:nvSpPr>
          <p:cNvPr id="13" name="link-321">
            <a:extLst xmlns:a="http://schemas.openxmlformats.org/drawingml/2006/main">
              <a:ext uri="{FF2B5EF4-FFF2-40B4-BE49-F238E27FC236}">
                <a16:creationId xmlns:a16="http://schemas.microsoft.com/office/drawing/2014/main" id="{45E7E63E-590E-463D-AEC2-462DE3D1E6CD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民族关系的处理方式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民族关系的处理方式 ↗</a:t>
            </a:r>
          </a:p>
        </p:txBody>
      </p:sp>
      <p:sp>
        <p:nvSpPr>
          <p:cNvPr id="14" name="link-322">
            <a:extLst xmlns:a="http://schemas.openxmlformats.org/drawingml/2006/main">
              <a:ext uri="{FF2B5EF4-FFF2-40B4-BE49-F238E27FC236}">
                <a16:creationId xmlns:a16="http://schemas.microsoft.com/office/drawing/2014/main" id="{5F5A980A-591E-4A8C-82D2-970AF1685AF3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两者关系题的四个视角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两者关系题的四个视角 ↗</a:t>
            </a:r>
          </a:p>
        </p:txBody>
      </p:sp>
      <p:sp>
        <p:nvSpPr>
          <p:cNvPr id="15" name="link-323">
            <a:extLst xmlns:a="http://schemas.openxmlformats.org/drawingml/2006/main">
              <a:ext uri="{FF2B5EF4-FFF2-40B4-BE49-F238E27FC236}">
                <a16:creationId xmlns:a16="http://schemas.microsoft.com/office/drawing/2014/main" id="{3DBD129D-04E3-42C1-A902-994D3D3D3C8B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民族边疆与对外外交关系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1980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民族边疆与对外外交关系 ↗</a:t>
            </a:r>
          </a:p>
        </p:txBody>
      </p:sp>
      <p:sp>
        <p:nvSpPr>
          <p:cNvPr id="16" name="link-324">
            <a:extLst xmlns:a="http://schemas.openxmlformats.org/drawingml/2006/main">
              <a:ext uri="{FF2B5EF4-FFF2-40B4-BE49-F238E27FC236}">
                <a16:creationId xmlns:a16="http://schemas.microsoft.com/office/drawing/2014/main" id="{04E148B4-60D8-4AF9-AF98-FCD8154B25AC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突厥兴起与分裂（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7" name="link-325">
            <a:extLst xmlns:a="http://schemas.openxmlformats.org/drawingml/2006/main">
              <a:ext uri="{FF2B5EF4-FFF2-40B4-BE49-F238E27FC236}">
                <a16:creationId xmlns:a16="http://schemas.microsoft.com/office/drawing/2014/main" id="{FD91372B-4618-4EDC-BD68-0C2806F2E5BA}"/>
              </a:ext>
            </a:extLst>
            <ns20:hlinkClick xmlns:ns20="http://schemas.openxmlformats.org/drawingml/2006/main" xmlns:ns21="http://schemas.openxmlformats.org/officeDocument/2006/relationships" ns21:id="rIdNav10" action="ppaction://hlinksldjump" tooltip="突厥、安西与北庭都护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link-326">
            <a:extLst xmlns:a="http://schemas.openxmlformats.org/drawingml/2006/main">
              <a:ext uri="{FF2B5EF4-FFF2-40B4-BE49-F238E27FC236}">
                <a16:creationId xmlns:a16="http://schemas.microsoft.com/office/drawing/2014/main" id="{B7C574FC-F465-4FEF-B592-1A08AE8689E7}"/>
              </a:ext>
            </a:extLst>
            <ns22:hlinkClick xmlns:ns22="http://schemas.openxmlformats.org/drawingml/2006/main" xmlns:ns23="http://schemas.openxmlformats.org/officeDocument/2006/relationships" ns23:id="rIdNav11" action="ppaction://hlinksldjump" tooltip="历史纵横：回纥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link-327">
            <a:extLst xmlns:a="http://schemas.openxmlformats.org/drawingml/2006/main">
              <a:ext uri="{FF2B5EF4-FFF2-40B4-BE49-F238E27FC236}">
                <a16:creationId xmlns:a16="http://schemas.microsoft.com/office/drawing/2014/main" id="{6C4A776B-FEAF-4F98-A270-39FD0B24042B}"/>
              </a:ext>
            </a:extLst>
            <ns24:hlinkClick xmlns:ns24="http://schemas.openxmlformats.org/drawingml/2006/main" xmlns:ns25="http://schemas.openxmlformats.org/officeDocument/2006/relationships" ns25:id="rIdNav12" action="ppaction://hlinksldjump" tooltip="吐蕃与文成公主（末句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link-328">
            <a:extLst xmlns:a="http://schemas.openxmlformats.org/drawingml/2006/main">
              <a:ext uri="{FF2B5EF4-FFF2-40B4-BE49-F238E27FC236}">
                <a16:creationId xmlns:a16="http://schemas.microsoft.com/office/drawing/2014/main" id="{23280669-2A1F-42B0-AE35-51B6C2962C8D}"/>
              </a:ext>
            </a:extLst>
            <ns26:hlinkClick xmlns:ns26="http://schemas.openxmlformats.org/drawingml/2006/main" xmlns:ns27="http://schemas.openxmlformats.org/officeDocument/2006/relationships" ns27:id="rIdNav13" action="ppaction://hlinksldjump" tooltip="唐蕃会盟、靺鞨与边疆开发（续前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1" name="link-329">
            <a:extLst xmlns:a="http://schemas.openxmlformats.org/drawingml/2006/main">
              <a:ext uri="{FF2B5EF4-FFF2-40B4-BE49-F238E27FC236}">
                <a16:creationId xmlns:a16="http://schemas.microsoft.com/office/drawing/2014/main" id="{5881918A-E55F-4F9E-B4B7-28130107A5DC}"/>
              </a:ext>
            </a:extLst>
            <ns28:hlinkClick xmlns:ns28="http://schemas.openxmlformats.org/drawingml/2006/main" xmlns:ns29="http://schemas.openxmlformats.org/officeDocument/2006/relationships" ns29:id="rIdNav14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66041252"/>
      </p:ext>
    </p:extLst>
  </p:cSld>
  <p:transition advClick="0"/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F02639-26B8-415D-914A-1C5B8D55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330">
            <a:extLst xmlns:a="http://schemas.openxmlformats.org/drawingml/2006/main">
              <a:ext uri="{FF2B5EF4-FFF2-40B4-BE49-F238E27FC236}">
                <a16:creationId xmlns:a16="http://schemas.microsoft.com/office/drawing/2014/main" id="{149E6C49-4414-4883-8844-6C171C086EAD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331">
            <a:extLst xmlns:a="http://schemas.openxmlformats.org/drawingml/2006/main">
              <a:ext uri="{FF2B5EF4-FFF2-40B4-BE49-F238E27FC236}">
                <a16:creationId xmlns:a16="http://schemas.microsoft.com/office/drawing/2014/main" id="{2F07D705-D958-4EEB-938B-479E1D2BF0BB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332">
            <a:extLst xmlns:a="http://schemas.openxmlformats.org/drawingml/2006/main">
              <a:ext uri="{FF2B5EF4-FFF2-40B4-BE49-F238E27FC236}">
                <a16:creationId xmlns:a16="http://schemas.microsoft.com/office/drawing/2014/main" id="{9189E13F-C51E-41CE-B539-72DC9A491B9D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95AA1E1-4D07-4842-9F1B-8D6E10CE1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突厥与西域管理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51B6707-A8CB-4EE0-94FB-EBC72C7C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民族关系与区域开发 / 教材片段 2/6　PDF 第 3/6 页｜教材第 36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C51802A-AABB-4030-BF7B-3B65B1A5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37690C8-77FE-4FF7-85CE-19D867EE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333">
            <a:extLst xmlns:a="http://schemas.openxmlformats.org/drawingml/2006/main">
              <a:ext uri="{FF2B5EF4-FFF2-40B4-BE49-F238E27FC236}">
                <a16:creationId xmlns:a16="http://schemas.microsoft.com/office/drawing/2014/main" id="{F59D7A97-E651-450E-BF34-C5634C681B90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334">
            <a:extLst xmlns:a="http://schemas.openxmlformats.org/drawingml/2006/main">
              <a:ext uri="{FF2B5EF4-FFF2-40B4-BE49-F238E27FC236}">
                <a16:creationId xmlns:a16="http://schemas.microsoft.com/office/drawing/2014/main" id="{69C84B78-5826-4FB0-BEC1-B4E87E01BA6C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突厥、安西与北庭都护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335">
            <a:extLst xmlns:a="http://schemas.openxmlformats.org/drawingml/2006/main">
              <a:ext uri="{FF2B5EF4-FFF2-40B4-BE49-F238E27FC236}">
                <a16:creationId xmlns:a16="http://schemas.microsoft.com/office/drawing/2014/main" id="{9AFE0129-9AFE-4C2A-8388-7A753A99FC70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历史纵横：回纥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386EBD4-7EB4-44E9-8E25-87B8CC9FC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9906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战争与合作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唐太宗反击东突厥；草原各族尊奉其为“天可汗”。唐高宗联合回纥灭西突厥。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设置管理机构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先后设安西、北庭都护府，统辖天山南北，加强西域管理。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时序要分清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682年后突厥建立；744年唐与回纥、葛逻禄等联手平定。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这是跨时期的交往线索，不能全归入669年，更不能推定唐直接统治所有周边政权。</a:t>
            </a:r>
          </a:p>
        </p:txBody>
      </p:sp>
      <p:sp>
        <p:nvSpPr>
          <p:cNvPr id="13" name="link-336">
            <a:extLst xmlns:a="http://schemas.openxmlformats.org/drawingml/2006/main">
              <a:ext uri="{FF2B5EF4-FFF2-40B4-BE49-F238E27FC236}">
                <a16:creationId xmlns:a16="http://schemas.microsoft.com/office/drawing/2014/main" id="{EB898D14-7007-4204-A133-4FB864C1058F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民族关系的处理方式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民族关系的处理方式 ↗</a:t>
            </a:r>
          </a:p>
        </p:txBody>
      </p:sp>
      <p:sp>
        <p:nvSpPr>
          <p:cNvPr id="14" name="link-337">
            <a:extLst xmlns:a="http://schemas.openxmlformats.org/drawingml/2006/main">
              <a:ext uri="{FF2B5EF4-FFF2-40B4-BE49-F238E27FC236}">
                <a16:creationId xmlns:a16="http://schemas.microsoft.com/office/drawing/2014/main" id="{EFD8DE19-943C-4438-801A-BDD509DFCE38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两者关系题的四个视角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两者关系题的四个视角 ↗</a:t>
            </a:r>
          </a:p>
        </p:txBody>
      </p:sp>
      <p:sp>
        <p:nvSpPr>
          <p:cNvPr id="15" name="link-338">
            <a:extLst xmlns:a="http://schemas.openxmlformats.org/drawingml/2006/main">
              <a:ext uri="{FF2B5EF4-FFF2-40B4-BE49-F238E27FC236}">
                <a16:creationId xmlns:a16="http://schemas.microsoft.com/office/drawing/2014/main" id="{E4CA51B4-0827-461E-95A3-D329CB3C214D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民族边疆与对外外交关系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1980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民族边疆与对外外交关系 ↗</a:t>
            </a:r>
          </a:p>
        </p:txBody>
      </p:sp>
      <p:sp>
        <p:nvSpPr>
          <p:cNvPr id="16" name="link-339">
            <a:extLst xmlns:a="http://schemas.openxmlformats.org/drawingml/2006/main">
              <a:ext uri="{FF2B5EF4-FFF2-40B4-BE49-F238E27FC236}">
                <a16:creationId xmlns:a16="http://schemas.microsoft.com/office/drawing/2014/main" id="{75CAEEA4-165A-4EE0-8750-08210C9C0CA8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突厥兴起与分裂（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7" name="link-340">
            <a:extLst xmlns:a="http://schemas.openxmlformats.org/drawingml/2006/main">
              <a:ext uri="{FF2B5EF4-FFF2-40B4-BE49-F238E27FC236}">
                <a16:creationId xmlns:a16="http://schemas.microsoft.com/office/drawing/2014/main" id="{8A62B1CF-5D64-40F4-9092-F421C2DF637A}"/>
              </a:ext>
            </a:extLst>
            <ns20:hlinkClick xmlns:ns20="http://schemas.openxmlformats.org/drawingml/2006/main" xmlns:ns21="http://schemas.openxmlformats.org/officeDocument/2006/relationships" ns21:id="rIdNav10" action="ppaction://hlinksldjump" tooltip="突厥、安西与北庭都护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link-341">
            <a:extLst xmlns:a="http://schemas.openxmlformats.org/drawingml/2006/main">
              <a:ext uri="{FF2B5EF4-FFF2-40B4-BE49-F238E27FC236}">
                <a16:creationId xmlns:a16="http://schemas.microsoft.com/office/drawing/2014/main" id="{7FD500FB-F863-49C4-A18E-B4281671EF78}"/>
              </a:ext>
            </a:extLst>
            <ns22:hlinkClick xmlns:ns22="http://schemas.openxmlformats.org/drawingml/2006/main" xmlns:ns23="http://schemas.openxmlformats.org/officeDocument/2006/relationships" ns23:id="rIdNav11" action="ppaction://hlinksldjump" tooltip="历史纵横：回纥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link-342">
            <a:extLst xmlns:a="http://schemas.openxmlformats.org/drawingml/2006/main">
              <a:ext uri="{FF2B5EF4-FFF2-40B4-BE49-F238E27FC236}">
                <a16:creationId xmlns:a16="http://schemas.microsoft.com/office/drawing/2014/main" id="{8B11DAE5-CB47-4002-B64E-76665DFCD8B2}"/>
              </a:ext>
            </a:extLst>
            <ns24:hlinkClick xmlns:ns24="http://schemas.openxmlformats.org/drawingml/2006/main" xmlns:ns25="http://schemas.openxmlformats.org/officeDocument/2006/relationships" ns25:id="rIdNav12" action="ppaction://hlinksldjump" tooltip="吐蕃与文成公主（末句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link-343">
            <a:extLst xmlns:a="http://schemas.openxmlformats.org/drawingml/2006/main">
              <a:ext uri="{FF2B5EF4-FFF2-40B4-BE49-F238E27FC236}">
                <a16:creationId xmlns:a16="http://schemas.microsoft.com/office/drawing/2014/main" id="{34A6379B-B4AC-41BB-A806-234740339881}"/>
              </a:ext>
            </a:extLst>
            <ns26:hlinkClick xmlns:ns26="http://schemas.openxmlformats.org/drawingml/2006/main" xmlns:ns27="http://schemas.openxmlformats.org/officeDocument/2006/relationships" ns27:id="rIdNav13" action="ppaction://hlinksldjump" tooltip="唐蕃会盟、靺鞨与边疆开发（续前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1" name="link-344">
            <a:extLst xmlns:a="http://schemas.openxmlformats.org/drawingml/2006/main">
              <a:ext uri="{FF2B5EF4-FFF2-40B4-BE49-F238E27FC236}">
                <a16:creationId xmlns:a16="http://schemas.microsoft.com/office/drawing/2014/main" id="{8ADAECFF-A92A-4C43-86BC-2BBBD7DE587B}"/>
              </a:ext>
            </a:extLst>
            <ns28:hlinkClick xmlns:ns28="http://schemas.openxmlformats.org/drawingml/2006/main" xmlns:ns29="http://schemas.openxmlformats.org/officeDocument/2006/relationships" ns29:id="rIdNav14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244355886"/>
      </p:ext>
    </p:extLst>
  </p:cSld>
  <p:transition advClick="0"/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FAD5AE-F769-4B96-9CA8-A8F1E238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345">
            <a:extLst xmlns:a="http://schemas.openxmlformats.org/drawingml/2006/main">
              <a:ext uri="{FF2B5EF4-FFF2-40B4-BE49-F238E27FC236}">
                <a16:creationId xmlns:a16="http://schemas.microsoft.com/office/drawing/2014/main" id="{4C81B377-3998-4EAD-8B55-FBA3D182B3BD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346">
            <a:extLst xmlns:a="http://schemas.openxmlformats.org/drawingml/2006/main">
              <a:ext uri="{FF2B5EF4-FFF2-40B4-BE49-F238E27FC236}">
                <a16:creationId xmlns:a16="http://schemas.microsoft.com/office/drawing/2014/main" id="{411E23B3-E76D-4B84-B328-832B81AFBD1E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347">
            <a:extLst xmlns:a="http://schemas.openxmlformats.org/drawingml/2006/main">
              <a:ext uri="{FF2B5EF4-FFF2-40B4-BE49-F238E27FC236}">
                <a16:creationId xmlns:a16="http://schemas.microsoft.com/office/drawing/2014/main" id="{267F5596-26C7-426F-8CB8-2B1A923C6240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E5798B6-526F-4A78-8E04-7A2C1F919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历史纵横：回纥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37CF34B-5B22-459F-A54A-DFAE1853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民族关系与区域开发 / 教材片段 3/6　PDF 第 3/6 页｜教材第 36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EF0A5DF-C4B8-4ACB-9BA9-380CD9B11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40ED31D-AB76-4B6C-B3E7-8583FCC4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348">
            <a:extLst xmlns:a="http://schemas.openxmlformats.org/drawingml/2006/main">
              <a:ext uri="{FF2B5EF4-FFF2-40B4-BE49-F238E27FC236}">
                <a16:creationId xmlns:a16="http://schemas.microsoft.com/office/drawing/2014/main" id="{E42A6DA0-CF1C-4493-BECD-AC4F0B5C2F95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349">
            <a:extLst xmlns:a="http://schemas.openxmlformats.org/drawingml/2006/main">
              <a:ext uri="{FF2B5EF4-FFF2-40B4-BE49-F238E27FC236}">
                <a16:creationId xmlns:a16="http://schemas.microsoft.com/office/drawing/2014/main" id="{A01FED42-7ADA-4863-9F19-56ACD94971C6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突厥、安西与北庭都护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350">
            <a:extLst xmlns:a="http://schemas.openxmlformats.org/drawingml/2006/main">
              <a:ext uri="{FF2B5EF4-FFF2-40B4-BE49-F238E27FC236}">
                <a16:creationId xmlns:a16="http://schemas.microsoft.com/office/drawing/2014/main" id="{484AE23A-1EE3-4DA9-956A-02483802A8D6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回纥、回鹘与交融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49D127-0AB3-4D6E-B3EC-CED35C0972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c54e9f34974744"/>
          <a:stretch xmlns:a="http://schemas.openxmlformats.org/drawingml/2006/main"/>
        </p:blipFill>
        <p:spPr>
          <a:xfrm xmlns:a="http://schemas.openxmlformats.org/drawingml/2006/main">
            <a:off x="5934825" y="1552575"/>
            <a:ext cx="1465350" cy="3695700"/>
          </a:xfrm>
          <a:prstGeom xmlns:a="http://schemas.openxmlformats.org/drawingml/2006/main" prst="rect">
            <a:avLst/>
          </a:prstGeom>
        </p:spPr>
      </p:pic>
      <p:sp>
        <p:nvSpPr>
          <p:cNvPr id="13" name="link-351">
            <a:extLst xmlns:a="http://schemas.openxmlformats.org/drawingml/2006/main">
              <a:ext uri="{FF2B5EF4-FFF2-40B4-BE49-F238E27FC236}">
                <a16:creationId xmlns:a16="http://schemas.microsoft.com/office/drawing/2014/main" id="{D8DEBB5A-CBBC-40F2-9923-773339B10E35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民族关系的处理方式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民族关系的处理方式 ↗</a:t>
            </a:r>
          </a:p>
        </p:txBody>
      </p:sp>
      <p:sp>
        <p:nvSpPr>
          <p:cNvPr id="14" name="link-352">
            <a:extLst xmlns:a="http://schemas.openxmlformats.org/drawingml/2006/main">
              <a:ext uri="{FF2B5EF4-FFF2-40B4-BE49-F238E27FC236}">
                <a16:creationId xmlns:a16="http://schemas.microsoft.com/office/drawing/2014/main" id="{285AB2F8-2C45-4662-BFCA-D7F280563274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两者关系题的四个视角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两者关系题的四个视角 ↗</a:t>
            </a:r>
          </a:p>
        </p:txBody>
      </p:sp>
      <p:sp>
        <p:nvSpPr>
          <p:cNvPr id="15" name="link-353">
            <a:extLst xmlns:a="http://schemas.openxmlformats.org/drawingml/2006/main">
              <a:ext uri="{FF2B5EF4-FFF2-40B4-BE49-F238E27FC236}">
                <a16:creationId xmlns:a16="http://schemas.microsoft.com/office/drawing/2014/main" id="{9C4D8481-94DA-4F8B-93B9-BE52835AEB48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民族边疆与对外外交关系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1980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民族边疆与对外外交关系 ↗</a:t>
            </a:r>
          </a:p>
        </p:txBody>
      </p:sp>
      <p:sp>
        <p:nvSpPr>
          <p:cNvPr id="16" name="link-354">
            <a:extLst xmlns:a="http://schemas.openxmlformats.org/drawingml/2006/main">
              <a:ext uri="{FF2B5EF4-FFF2-40B4-BE49-F238E27FC236}">
                <a16:creationId xmlns:a16="http://schemas.microsoft.com/office/drawing/2014/main" id="{0CECA34D-9C83-4580-A1FB-F054CF012BF4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突厥兴起与分裂（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7" name="link-355">
            <a:extLst xmlns:a="http://schemas.openxmlformats.org/drawingml/2006/main">
              <a:ext uri="{FF2B5EF4-FFF2-40B4-BE49-F238E27FC236}">
                <a16:creationId xmlns:a16="http://schemas.microsoft.com/office/drawing/2014/main" id="{D7ADE708-FE56-4C12-A75C-E7D4D87C879E}"/>
              </a:ext>
            </a:extLst>
            <ns20:hlinkClick xmlns:ns20="http://schemas.openxmlformats.org/drawingml/2006/main" xmlns:ns21="http://schemas.openxmlformats.org/officeDocument/2006/relationships" ns21:id="rIdNav10" action="ppaction://hlinksldjump" tooltip="突厥、安西与北庭都护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link-356">
            <a:extLst xmlns:a="http://schemas.openxmlformats.org/drawingml/2006/main">
              <a:ext uri="{FF2B5EF4-FFF2-40B4-BE49-F238E27FC236}">
                <a16:creationId xmlns:a16="http://schemas.microsoft.com/office/drawing/2014/main" id="{02991F4A-3517-4F44-8148-125C8A379F24}"/>
              </a:ext>
            </a:extLst>
            <ns22:hlinkClick xmlns:ns22="http://schemas.openxmlformats.org/drawingml/2006/main" xmlns:ns23="http://schemas.openxmlformats.org/officeDocument/2006/relationships" ns23:id="rIdNav11" action="ppaction://hlinksldjump" tooltip="历史纵横：回纥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link-357">
            <a:extLst xmlns:a="http://schemas.openxmlformats.org/drawingml/2006/main">
              <a:ext uri="{FF2B5EF4-FFF2-40B4-BE49-F238E27FC236}">
                <a16:creationId xmlns:a16="http://schemas.microsoft.com/office/drawing/2014/main" id="{2E3CDAD4-13E9-4DC5-AAC0-3DD34C11EE65}"/>
              </a:ext>
            </a:extLst>
            <ns24:hlinkClick xmlns:ns24="http://schemas.openxmlformats.org/drawingml/2006/main" xmlns:ns25="http://schemas.openxmlformats.org/officeDocument/2006/relationships" ns25:id="rIdNav12" action="ppaction://hlinksldjump" tooltip="吐蕃与文成公主（末句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link-358">
            <a:extLst xmlns:a="http://schemas.openxmlformats.org/drawingml/2006/main">
              <a:ext uri="{FF2B5EF4-FFF2-40B4-BE49-F238E27FC236}">
                <a16:creationId xmlns:a16="http://schemas.microsoft.com/office/drawing/2014/main" id="{48E66C82-BF4E-4556-980C-04DB30F8F9C4}"/>
              </a:ext>
            </a:extLst>
            <ns26:hlinkClick xmlns:ns26="http://schemas.openxmlformats.org/drawingml/2006/main" xmlns:ns27="http://schemas.openxmlformats.org/officeDocument/2006/relationships" ns27:id="rIdNav13" action="ppaction://hlinksldjump" tooltip="唐蕃会盟、靺鞨与边疆开发（续前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1" name="link-359">
            <a:extLst xmlns:a="http://schemas.openxmlformats.org/drawingml/2006/main">
              <a:ext uri="{FF2B5EF4-FFF2-40B4-BE49-F238E27FC236}">
                <a16:creationId xmlns:a16="http://schemas.microsoft.com/office/drawing/2014/main" id="{F3716677-0893-45B5-A7C8-CBA563B685A8}"/>
              </a:ext>
            </a:extLst>
            <ns28:hlinkClick xmlns:ns28="http://schemas.openxmlformats.org/drawingml/2006/main" xmlns:ns29="http://schemas.openxmlformats.org/officeDocument/2006/relationships" ns29:id="rIdNav14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4924369"/>
      </p:ext>
    </p:extLst>
  </p:cSld>
  <p:transition advClick="0"/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0BEAC8-5CF9-4333-BDDF-6A826E64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360">
            <a:extLst xmlns:a="http://schemas.openxmlformats.org/drawingml/2006/main">
              <a:ext uri="{FF2B5EF4-FFF2-40B4-BE49-F238E27FC236}">
                <a16:creationId xmlns:a16="http://schemas.microsoft.com/office/drawing/2014/main" id="{E23E981B-43F0-4BD1-A7D1-D82CE2862D4C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361">
            <a:extLst xmlns:a="http://schemas.openxmlformats.org/drawingml/2006/main">
              <a:ext uri="{FF2B5EF4-FFF2-40B4-BE49-F238E27FC236}">
                <a16:creationId xmlns:a16="http://schemas.microsoft.com/office/drawing/2014/main" id="{5B0BDE3F-26D0-4F16-97F1-A65CF0EF56D4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362">
            <a:extLst xmlns:a="http://schemas.openxmlformats.org/drawingml/2006/main">
              <a:ext uri="{FF2B5EF4-FFF2-40B4-BE49-F238E27FC236}">
                <a16:creationId xmlns:a16="http://schemas.microsoft.com/office/drawing/2014/main" id="{4B569FF7-6671-4662-B232-EEF5FA5F4924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122048F-59B8-4DFE-8A1D-D2121F22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回纥、回鹘与交融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180E47A-A033-4BAA-9E12-A75C5455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民族关系与区域开发 / 教材片段 3/6　PDF 第 3/6 页｜教材第 36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0D72218-1DC4-4FD3-9231-D26B1329D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CFF0620-875E-4806-A2C0-0BA03E97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363">
            <a:extLst xmlns:a="http://schemas.openxmlformats.org/drawingml/2006/main">
              <a:ext uri="{FF2B5EF4-FFF2-40B4-BE49-F238E27FC236}">
                <a16:creationId xmlns:a16="http://schemas.microsoft.com/office/drawing/2014/main" id="{A2CBFC11-0086-4391-A984-AD61A23921F8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364">
            <a:extLst xmlns:a="http://schemas.openxmlformats.org/drawingml/2006/main">
              <a:ext uri="{FF2B5EF4-FFF2-40B4-BE49-F238E27FC236}">
                <a16:creationId xmlns:a16="http://schemas.microsoft.com/office/drawing/2014/main" id="{F914C8AF-701B-40AC-B8CC-8099C3B4E8F9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历史纵横：回纥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365">
            <a:extLst xmlns:a="http://schemas.openxmlformats.org/drawingml/2006/main">
              <a:ext uri="{FF2B5EF4-FFF2-40B4-BE49-F238E27FC236}">
                <a16:creationId xmlns:a16="http://schemas.microsoft.com/office/drawing/2014/main" id="{2ED5F50A-8432-4641-90F2-B463399045BF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吐蕃与文成公主（末句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D884AC3-DC56-421F-9B6F-009F4DD9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9906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合作与册封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回纥与唐合作；唐玄宗册封骨力裴罗为怀仁可汗。后来改称回鹘。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迁徙与融合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9世纪回鹘政权瓦解，部分迁入内地，大部分西迁河西走廊和西域，与当地居民融合。教材称隋唐回纥人为维吾尔族先民的主体。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历史演变不等于名称、政权与现代族群完全不变的简单等号。</a:t>
            </a:r>
          </a:p>
        </p:txBody>
      </p:sp>
      <p:sp>
        <p:nvSpPr>
          <p:cNvPr id="13" name="link-366">
            <a:extLst xmlns:a="http://schemas.openxmlformats.org/drawingml/2006/main">
              <a:ext uri="{FF2B5EF4-FFF2-40B4-BE49-F238E27FC236}">
                <a16:creationId xmlns:a16="http://schemas.microsoft.com/office/drawing/2014/main" id="{4C5B4DC6-9793-4C08-A4C7-7C477D2CE4CD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民族关系的处理方式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民族关系的处理方式 ↗</a:t>
            </a:r>
          </a:p>
        </p:txBody>
      </p:sp>
      <p:sp>
        <p:nvSpPr>
          <p:cNvPr id="14" name="link-367">
            <a:extLst xmlns:a="http://schemas.openxmlformats.org/drawingml/2006/main">
              <a:ext uri="{FF2B5EF4-FFF2-40B4-BE49-F238E27FC236}">
                <a16:creationId xmlns:a16="http://schemas.microsoft.com/office/drawing/2014/main" id="{D77C8360-7387-48D5-AD98-7E76F78946EC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两者关系题的四个视角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两者关系题的四个视角 ↗</a:t>
            </a:r>
          </a:p>
        </p:txBody>
      </p:sp>
      <p:sp>
        <p:nvSpPr>
          <p:cNvPr id="15" name="link-368">
            <a:extLst xmlns:a="http://schemas.openxmlformats.org/drawingml/2006/main">
              <a:ext uri="{FF2B5EF4-FFF2-40B4-BE49-F238E27FC236}">
                <a16:creationId xmlns:a16="http://schemas.microsoft.com/office/drawing/2014/main" id="{1602F7C8-7E49-48C0-A9A7-5F0EB6521E4A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民族边疆与对外外交关系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1980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民族边疆与对外外交关系 ↗</a:t>
            </a:r>
          </a:p>
        </p:txBody>
      </p:sp>
      <p:sp>
        <p:nvSpPr>
          <p:cNvPr id="16" name="link-369">
            <a:extLst xmlns:a="http://schemas.openxmlformats.org/drawingml/2006/main">
              <a:ext uri="{FF2B5EF4-FFF2-40B4-BE49-F238E27FC236}">
                <a16:creationId xmlns:a16="http://schemas.microsoft.com/office/drawing/2014/main" id="{EE7DC8AF-4FA4-4C00-B55E-A5F0A88E627E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突厥兴起与分裂（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7" name="link-370">
            <a:extLst xmlns:a="http://schemas.openxmlformats.org/drawingml/2006/main">
              <a:ext uri="{FF2B5EF4-FFF2-40B4-BE49-F238E27FC236}">
                <a16:creationId xmlns:a16="http://schemas.microsoft.com/office/drawing/2014/main" id="{B266170A-D018-4716-B99D-29ADE903F525}"/>
              </a:ext>
            </a:extLst>
            <ns20:hlinkClick xmlns:ns20="http://schemas.openxmlformats.org/drawingml/2006/main" xmlns:ns21="http://schemas.openxmlformats.org/officeDocument/2006/relationships" ns21:id="rIdNav10" action="ppaction://hlinksldjump" tooltip="突厥、安西与北庭都护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link-371">
            <a:extLst xmlns:a="http://schemas.openxmlformats.org/drawingml/2006/main">
              <a:ext uri="{FF2B5EF4-FFF2-40B4-BE49-F238E27FC236}">
                <a16:creationId xmlns:a16="http://schemas.microsoft.com/office/drawing/2014/main" id="{3FD7A32F-E98A-40C7-8E5D-52626C98FEF4}"/>
              </a:ext>
            </a:extLst>
            <ns22:hlinkClick xmlns:ns22="http://schemas.openxmlformats.org/drawingml/2006/main" xmlns:ns23="http://schemas.openxmlformats.org/officeDocument/2006/relationships" ns23:id="rIdNav11" action="ppaction://hlinksldjump" tooltip="历史纵横：回纥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link-372">
            <a:extLst xmlns:a="http://schemas.openxmlformats.org/drawingml/2006/main">
              <a:ext uri="{FF2B5EF4-FFF2-40B4-BE49-F238E27FC236}">
                <a16:creationId xmlns:a16="http://schemas.microsoft.com/office/drawing/2014/main" id="{9BA40CD7-98B4-40E5-82F4-A25454E1CC22}"/>
              </a:ext>
            </a:extLst>
            <ns24:hlinkClick xmlns:ns24="http://schemas.openxmlformats.org/drawingml/2006/main" xmlns:ns25="http://schemas.openxmlformats.org/officeDocument/2006/relationships" ns25:id="rIdNav12" action="ppaction://hlinksldjump" tooltip="吐蕃与文成公主（末句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link-373">
            <a:extLst xmlns:a="http://schemas.openxmlformats.org/drawingml/2006/main">
              <a:ext uri="{FF2B5EF4-FFF2-40B4-BE49-F238E27FC236}">
                <a16:creationId xmlns:a16="http://schemas.microsoft.com/office/drawing/2014/main" id="{6CFF9439-DD2B-4BAF-81DF-1634890CD6E3}"/>
              </a:ext>
            </a:extLst>
            <ns26:hlinkClick xmlns:ns26="http://schemas.openxmlformats.org/drawingml/2006/main" xmlns:ns27="http://schemas.openxmlformats.org/officeDocument/2006/relationships" ns27:id="rIdNav13" action="ppaction://hlinksldjump" tooltip="唐蕃会盟、靺鞨与边疆开发（续前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1" name="link-374">
            <a:extLst xmlns:a="http://schemas.openxmlformats.org/drawingml/2006/main">
              <a:ext uri="{FF2B5EF4-FFF2-40B4-BE49-F238E27FC236}">
                <a16:creationId xmlns:a16="http://schemas.microsoft.com/office/drawing/2014/main" id="{894D5261-A389-4E51-ACC6-B8715F37DEA4}"/>
              </a:ext>
            </a:extLst>
            <ns28:hlinkClick xmlns:ns28="http://schemas.openxmlformats.org/drawingml/2006/main" xmlns:ns29="http://schemas.openxmlformats.org/officeDocument/2006/relationships" ns29:id="rIdNav14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139873662"/>
      </p:ext>
    </p:extLst>
  </p:cSld>
  <p:transition advClick="0"/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AEEA70-C793-4DF2-B0C4-6F57C88C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375">
            <a:extLst xmlns:a="http://schemas.openxmlformats.org/drawingml/2006/main">
              <a:ext uri="{FF2B5EF4-FFF2-40B4-BE49-F238E27FC236}">
                <a16:creationId xmlns:a16="http://schemas.microsoft.com/office/drawing/2014/main" id="{4C0BDC2B-F13F-461D-BF80-DB3C8E150515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376">
            <a:extLst xmlns:a="http://schemas.openxmlformats.org/drawingml/2006/main">
              <a:ext uri="{FF2B5EF4-FFF2-40B4-BE49-F238E27FC236}">
                <a16:creationId xmlns:a16="http://schemas.microsoft.com/office/drawing/2014/main" id="{3AF1FA4F-A12E-4CB1-8C30-1C50D15F3F95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377">
            <a:extLst xmlns:a="http://schemas.openxmlformats.org/drawingml/2006/main">
              <a:ext uri="{FF2B5EF4-FFF2-40B4-BE49-F238E27FC236}">
                <a16:creationId xmlns:a16="http://schemas.microsoft.com/office/drawing/2014/main" id="{6EBAAE16-FAE6-451D-9780-3697C68394F0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EBFD2A7-06FF-4976-8205-336AB959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吐蕃与文成公主（末句接下片）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8527985-AFA9-421A-AEA7-80A6EA28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民族关系与区域开发 / 教材片段 4/6　PDF 第 3/6 页｜教材第 36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158EDEF-DABA-4F20-948A-4318FC70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955B808-F174-40A5-BA8C-8ABBC055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378">
            <a:extLst xmlns:a="http://schemas.openxmlformats.org/drawingml/2006/main">
              <a:ext uri="{FF2B5EF4-FFF2-40B4-BE49-F238E27FC236}">
                <a16:creationId xmlns:a16="http://schemas.microsoft.com/office/drawing/2014/main" id="{8B9D2698-4D02-4042-9592-13D2E095E5A5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379">
            <a:extLst xmlns:a="http://schemas.openxmlformats.org/drawingml/2006/main">
              <a:ext uri="{FF2B5EF4-FFF2-40B4-BE49-F238E27FC236}">
                <a16:creationId xmlns:a16="http://schemas.microsoft.com/office/drawing/2014/main" id="{15CCA93F-CCA6-4627-9658-C7146E34F3A6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历史纵横：回纥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380">
            <a:extLst xmlns:a="http://schemas.openxmlformats.org/drawingml/2006/main">
              <a:ext uri="{FF2B5EF4-FFF2-40B4-BE49-F238E27FC236}">
                <a16:creationId xmlns:a16="http://schemas.microsoft.com/office/drawing/2014/main" id="{36684D06-CC95-4110-8EE5-E2B44A78C36F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吐蕃：和亲与交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5658D0-4348-4424-B580-DE599B1BCE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6a9602f6a14e70"/>
          <a:stretch xmlns:a="http://schemas.openxmlformats.org/drawingml/2006/main"/>
        </p:blipFill>
        <p:spPr>
          <a:xfrm xmlns:a="http://schemas.openxmlformats.org/drawingml/2006/main">
            <a:off x="1619250" y="1764337"/>
            <a:ext cx="10096500" cy="3272176"/>
          </a:xfrm>
          <a:prstGeom xmlns:a="http://schemas.openxmlformats.org/drawingml/2006/main" prst="rect">
            <a:avLst/>
          </a:prstGeom>
        </p:spPr>
      </p:pic>
      <p:sp>
        <p:nvSpPr>
          <p:cNvPr id="13" name="link-381">
            <a:extLst xmlns:a="http://schemas.openxmlformats.org/drawingml/2006/main">
              <a:ext uri="{FF2B5EF4-FFF2-40B4-BE49-F238E27FC236}">
                <a16:creationId xmlns:a16="http://schemas.microsoft.com/office/drawing/2014/main" id="{17D2004A-9C9E-4E82-8B44-1D70A564C362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民族关系的处理方式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民族关系的处理方式 ↗</a:t>
            </a:r>
          </a:p>
        </p:txBody>
      </p:sp>
      <p:sp>
        <p:nvSpPr>
          <p:cNvPr id="14" name="link-382">
            <a:extLst xmlns:a="http://schemas.openxmlformats.org/drawingml/2006/main">
              <a:ext uri="{FF2B5EF4-FFF2-40B4-BE49-F238E27FC236}">
                <a16:creationId xmlns:a16="http://schemas.microsoft.com/office/drawing/2014/main" id="{DEAE5FB1-7CE0-4E34-B7D3-A28B6680BA44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两者关系题的四个视角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两者关系题的四个视角 ↗</a:t>
            </a:r>
          </a:p>
        </p:txBody>
      </p:sp>
      <p:sp>
        <p:nvSpPr>
          <p:cNvPr id="15" name="link-383">
            <a:extLst xmlns:a="http://schemas.openxmlformats.org/drawingml/2006/main">
              <a:ext uri="{FF2B5EF4-FFF2-40B4-BE49-F238E27FC236}">
                <a16:creationId xmlns:a16="http://schemas.microsoft.com/office/drawing/2014/main" id="{9329121D-C4C3-4389-BC6C-1234BBC98623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民族边疆与对外外交关系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1980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民族边疆与对外外交关系 ↗</a:t>
            </a:r>
          </a:p>
        </p:txBody>
      </p:sp>
      <p:sp>
        <p:nvSpPr>
          <p:cNvPr id="16" name="link-384">
            <a:extLst xmlns:a="http://schemas.openxmlformats.org/drawingml/2006/main">
              <a:ext uri="{FF2B5EF4-FFF2-40B4-BE49-F238E27FC236}">
                <a16:creationId xmlns:a16="http://schemas.microsoft.com/office/drawing/2014/main" id="{7BBB8F12-9B4C-453F-A7CD-AFB86F523BB4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突厥兴起与分裂（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7" name="link-385">
            <a:extLst xmlns:a="http://schemas.openxmlformats.org/drawingml/2006/main">
              <a:ext uri="{FF2B5EF4-FFF2-40B4-BE49-F238E27FC236}">
                <a16:creationId xmlns:a16="http://schemas.microsoft.com/office/drawing/2014/main" id="{F7772693-6615-4181-B663-E8F2724A7974}"/>
              </a:ext>
            </a:extLst>
            <ns20:hlinkClick xmlns:ns20="http://schemas.openxmlformats.org/drawingml/2006/main" xmlns:ns21="http://schemas.openxmlformats.org/officeDocument/2006/relationships" ns21:id="rIdNav10" action="ppaction://hlinksldjump" tooltip="突厥、安西与北庭都护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link-386">
            <a:extLst xmlns:a="http://schemas.openxmlformats.org/drawingml/2006/main">
              <a:ext uri="{FF2B5EF4-FFF2-40B4-BE49-F238E27FC236}">
                <a16:creationId xmlns:a16="http://schemas.microsoft.com/office/drawing/2014/main" id="{05402913-B1E5-4A5B-9868-17960F71AFCD}"/>
              </a:ext>
            </a:extLst>
            <ns22:hlinkClick xmlns:ns22="http://schemas.openxmlformats.org/drawingml/2006/main" xmlns:ns23="http://schemas.openxmlformats.org/officeDocument/2006/relationships" ns23:id="rIdNav11" action="ppaction://hlinksldjump" tooltip="历史纵横：回纥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link-387">
            <a:extLst xmlns:a="http://schemas.openxmlformats.org/drawingml/2006/main">
              <a:ext uri="{FF2B5EF4-FFF2-40B4-BE49-F238E27FC236}">
                <a16:creationId xmlns:a16="http://schemas.microsoft.com/office/drawing/2014/main" id="{E1408039-C7A3-46B6-80D7-C09D2C3DD578}"/>
              </a:ext>
            </a:extLst>
            <ns24:hlinkClick xmlns:ns24="http://schemas.openxmlformats.org/drawingml/2006/main" xmlns:ns25="http://schemas.openxmlformats.org/officeDocument/2006/relationships" ns25:id="rIdNav12" action="ppaction://hlinksldjump" tooltip="吐蕃与文成公主（末句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link-388">
            <a:extLst xmlns:a="http://schemas.openxmlformats.org/drawingml/2006/main">
              <a:ext uri="{FF2B5EF4-FFF2-40B4-BE49-F238E27FC236}">
                <a16:creationId xmlns:a16="http://schemas.microsoft.com/office/drawing/2014/main" id="{540EA9AE-6753-47EF-A987-EAC564AE8194}"/>
              </a:ext>
            </a:extLst>
            <ns26:hlinkClick xmlns:ns26="http://schemas.openxmlformats.org/drawingml/2006/main" xmlns:ns27="http://schemas.openxmlformats.org/officeDocument/2006/relationships" ns27:id="rIdNav13" action="ppaction://hlinksldjump" tooltip="唐蕃会盟、靺鞨与边疆开发（续前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1" name="link-389">
            <a:extLst xmlns:a="http://schemas.openxmlformats.org/drawingml/2006/main">
              <a:ext uri="{FF2B5EF4-FFF2-40B4-BE49-F238E27FC236}">
                <a16:creationId xmlns:a16="http://schemas.microsoft.com/office/drawing/2014/main" id="{3AA11E8B-C1FB-433E-B711-1C871F9B71CC}"/>
              </a:ext>
            </a:extLst>
            <ns28:hlinkClick xmlns:ns28="http://schemas.openxmlformats.org/drawingml/2006/main" xmlns:ns29="http://schemas.openxmlformats.org/officeDocument/2006/relationships" ns29:id="rIdNav14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34406896"/>
      </p:ext>
    </p:extLst>
  </p:cSld>
  <p:transition advClick="0"/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50D82F-59DC-4451-97C7-9CBD185A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390">
            <a:extLst xmlns:a="http://schemas.openxmlformats.org/drawingml/2006/main">
              <a:ext uri="{FF2B5EF4-FFF2-40B4-BE49-F238E27FC236}">
                <a16:creationId xmlns:a16="http://schemas.microsoft.com/office/drawing/2014/main" id="{65D95963-2503-4A31-9A32-4E93F10FDD77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391">
            <a:extLst xmlns:a="http://schemas.openxmlformats.org/drawingml/2006/main">
              <a:ext uri="{FF2B5EF4-FFF2-40B4-BE49-F238E27FC236}">
                <a16:creationId xmlns:a16="http://schemas.microsoft.com/office/drawing/2014/main" id="{8016ABD0-BEEF-4AC3-BF55-126157D1239E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392">
            <a:extLst xmlns:a="http://schemas.openxmlformats.org/drawingml/2006/main">
              <a:ext uri="{FF2B5EF4-FFF2-40B4-BE49-F238E27FC236}">
                <a16:creationId xmlns:a16="http://schemas.microsoft.com/office/drawing/2014/main" id="{140DC033-78E3-4EC3-BA0D-CE8D1ACBC778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4C767A8-0E82-4FF8-A826-E04A5AF9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吐蕃：和亲与交流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AF58AC5-345B-4D96-8271-6726D671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民族关系与区域开发 / 教材片段 4/6　PDF 第 3/6 页｜教材第 36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396055A-BAFF-4E0B-94E1-0A7739B3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D8D6E83-040E-4407-8789-27C9105D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393">
            <a:extLst xmlns:a="http://schemas.openxmlformats.org/drawingml/2006/main">
              <a:ext uri="{FF2B5EF4-FFF2-40B4-BE49-F238E27FC236}">
                <a16:creationId xmlns:a16="http://schemas.microsoft.com/office/drawing/2014/main" id="{D83F3942-C74B-4AFF-9C8F-2E31271AC909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394">
            <a:extLst xmlns:a="http://schemas.openxmlformats.org/drawingml/2006/main">
              <a:ext uri="{FF2B5EF4-FFF2-40B4-BE49-F238E27FC236}">
                <a16:creationId xmlns:a16="http://schemas.microsoft.com/office/drawing/2014/main" id="{73BCFFCA-6EC5-42EC-BA9F-F635358CA973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吐蕃与文成公主（末句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395">
            <a:extLst xmlns:a="http://schemas.openxmlformats.org/drawingml/2006/main">
              <a:ext uri="{FF2B5EF4-FFF2-40B4-BE49-F238E27FC236}">
                <a16:creationId xmlns:a16="http://schemas.microsoft.com/office/drawing/2014/main" id="{5016411E-42B5-49A5-BC3D-3F865EAF956D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唐蕃会盟、靺鞨与边疆开发（续前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DC57453-51F3-4828-AD82-AA6F133B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9906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人物与方式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7世纪前期，松赞干布统一青藏高原；唐太宗以文成公主和亲。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影响与后续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手工艺品、技术、医药书籍交流促进汉藏友好。9世纪前期会盟的结尾须接读下一页。</a:t>
            </a:r>
          </a:p>
        </p:txBody>
      </p:sp>
      <p:sp>
        <p:nvSpPr>
          <p:cNvPr id="13" name="link-396">
            <a:extLst xmlns:a="http://schemas.openxmlformats.org/drawingml/2006/main">
              <a:ext uri="{FF2B5EF4-FFF2-40B4-BE49-F238E27FC236}">
                <a16:creationId xmlns:a16="http://schemas.microsoft.com/office/drawing/2014/main" id="{FD4A6824-5A66-4258-B249-FB7D804B7524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民族关系的处理方式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民族关系的处理方式 ↗</a:t>
            </a:r>
          </a:p>
        </p:txBody>
      </p:sp>
      <p:sp>
        <p:nvSpPr>
          <p:cNvPr id="14" name="link-397">
            <a:extLst xmlns:a="http://schemas.openxmlformats.org/drawingml/2006/main">
              <a:ext uri="{FF2B5EF4-FFF2-40B4-BE49-F238E27FC236}">
                <a16:creationId xmlns:a16="http://schemas.microsoft.com/office/drawing/2014/main" id="{A3050E23-8EBD-4232-8725-3B9AFF84CEEA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两者关系题的四个视角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两者关系题的四个视角 ↗</a:t>
            </a:r>
          </a:p>
        </p:txBody>
      </p:sp>
      <p:sp>
        <p:nvSpPr>
          <p:cNvPr id="15" name="link-398">
            <a:extLst xmlns:a="http://schemas.openxmlformats.org/drawingml/2006/main">
              <a:ext uri="{FF2B5EF4-FFF2-40B4-BE49-F238E27FC236}">
                <a16:creationId xmlns:a16="http://schemas.microsoft.com/office/drawing/2014/main" id="{229B5AE7-0D0E-4D53-985C-20F8AB11AE45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民族边疆与对外外交关系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1980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民族边疆与对外外交关系 ↗</a:t>
            </a:r>
          </a:p>
        </p:txBody>
      </p:sp>
      <p:sp>
        <p:nvSpPr>
          <p:cNvPr id="16" name="link-399">
            <a:extLst xmlns:a="http://schemas.openxmlformats.org/drawingml/2006/main">
              <a:ext uri="{FF2B5EF4-FFF2-40B4-BE49-F238E27FC236}">
                <a16:creationId xmlns:a16="http://schemas.microsoft.com/office/drawing/2014/main" id="{02BB8B02-896F-48F1-B080-873310AC51C4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突厥兴起与分裂（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7" name="link-400">
            <a:extLst xmlns:a="http://schemas.openxmlformats.org/drawingml/2006/main">
              <a:ext uri="{FF2B5EF4-FFF2-40B4-BE49-F238E27FC236}">
                <a16:creationId xmlns:a16="http://schemas.microsoft.com/office/drawing/2014/main" id="{F0732BAC-0D6B-4995-BCEB-59FE594B4F57}"/>
              </a:ext>
            </a:extLst>
            <ns20:hlinkClick xmlns:ns20="http://schemas.openxmlformats.org/drawingml/2006/main" xmlns:ns21="http://schemas.openxmlformats.org/officeDocument/2006/relationships" ns21:id="rIdNav10" action="ppaction://hlinksldjump" tooltip="突厥、安西与北庭都护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link-401">
            <a:extLst xmlns:a="http://schemas.openxmlformats.org/drawingml/2006/main">
              <a:ext uri="{FF2B5EF4-FFF2-40B4-BE49-F238E27FC236}">
                <a16:creationId xmlns:a16="http://schemas.microsoft.com/office/drawing/2014/main" id="{66E5105F-5369-4545-944A-24415CFB8916}"/>
              </a:ext>
            </a:extLst>
            <ns22:hlinkClick xmlns:ns22="http://schemas.openxmlformats.org/drawingml/2006/main" xmlns:ns23="http://schemas.openxmlformats.org/officeDocument/2006/relationships" ns23:id="rIdNav11" action="ppaction://hlinksldjump" tooltip="历史纵横：回纥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link-402">
            <a:extLst xmlns:a="http://schemas.openxmlformats.org/drawingml/2006/main">
              <a:ext uri="{FF2B5EF4-FFF2-40B4-BE49-F238E27FC236}">
                <a16:creationId xmlns:a16="http://schemas.microsoft.com/office/drawing/2014/main" id="{34C5F942-B007-4AD2-9ADC-26044015B7D7}"/>
              </a:ext>
            </a:extLst>
            <ns24:hlinkClick xmlns:ns24="http://schemas.openxmlformats.org/drawingml/2006/main" xmlns:ns25="http://schemas.openxmlformats.org/officeDocument/2006/relationships" ns25:id="rIdNav12" action="ppaction://hlinksldjump" tooltip="吐蕃与文成公主（末句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link-403">
            <a:extLst xmlns:a="http://schemas.openxmlformats.org/drawingml/2006/main">
              <a:ext uri="{FF2B5EF4-FFF2-40B4-BE49-F238E27FC236}">
                <a16:creationId xmlns:a16="http://schemas.microsoft.com/office/drawing/2014/main" id="{BEA894E5-6976-4965-A6F1-C3248A2C89FB}"/>
              </a:ext>
            </a:extLst>
            <ns26:hlinkClick xmlns:ns26="http://schemas.openxmlformats.org/drawingml/2006/main" xmlns:ns27="http://schemas.openxmlformats.org/officeDocument/2006/relationships" ns27:id="rIdNav13" action="ppaction://hlinksldjump" tooltip="唐蕃会盟、靺鞨与边疆开发（续前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1" name="link-404">
            <a:extLst xmlns:a="http://schemas.openxmlformats.org/drawingml/2006/main">
              <a:ext uri="{FF2B5EF4-FFF2-40B4-BE49-F238E27FC236}">
                <a16:creationId xmlns:a16="http://schemas.microsoft.com/office/drawing/2014/main" id="{C839C969-14DC-4EBD-916A-435CFA10D2CF}"/>
              </a:ext>
            </a:extLst>
            <ns28:hlinkClick xmlns:ns28="http://schemas.openxmlformats.org/drawingml/2006/main" xmlns:ns29="http://schemas.openxmlformats.org/officeDocument/2006/relationships" ns29:id="rIdNav14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879831691"/>
      </p:ext>
    </p:extLst>
  </p:cSld>
  <p:transition advClick="0"/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53E310-D7CB-4937-9825-A0BF594E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405">
            <a:extLst xmlns:a="http://schemas.openxmlformats.org/drawingml/2006/main">
              <a:ext uri="{FF2B5EF4-FFF2-40B4-BE49-F238E27FC236}">
                <a16:creationId xmlns:a16="http://schemas.microsoft.com/office/drawing/2014/main" id="{4D0D9E25-3E3B-4E41-A5D6-8AD5518E0767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406">
            <a:extLst xmlns:a="http://schemas.openxmlformats.org/drawingml/2006/main">
              <a:ext uri="{FF2B5EF4-FFF2-40B4-BE49-F238E27FC236}">
                <a16:creationId xmlns:a16="http://schemas.microsoft.com/office/drawing/2014/main" id="{176F027F-3E3B-4F94-A68A-AD753B8F1B94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407">
            <a:extLst xmlns:a="http://schemas.openxmlformats.org/drawingml/2006/main">
              <a:ext uri="{FF2B5EF4-FFF2-40B4-BE49-F238E27FC236}">
                <a16:creationId xmlns:a16="http://schemas.microsoft.com/office/drawing/2014/main" id="{F74FE0AF-C671-4757-979E-E5AC90D023C8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D854AEF-4079-4545-A8E6-30048DD4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唐蕃会盟、靺鞨与边疆开发（续前片）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8553A02-3FBE-4E83-B9FD-B6B9FC774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民族关系与区域开发 / 教材片段 5/6　PDF 第 4/6 页｜教材第 37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2FC05EF-FAC2-48EF-BDE1-27B2CC0F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C7B1E23-3771-43BD-B873-63B5A1CCC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408">
            <a:extLst xmlns:a="http://schemas.openxmlformats.org/drawingml/2006/main">
              <a:ext uri="{FF2B5EF4-FFF2-40B4-BE49-F238E27FC236}">
                <a16:creationId xmlns:a16="http://schemas.microsoft.com/office/drawing/2014/main" id="{19CFD99E-DE7F-45DA-B614-2A2E2BC05B59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409">
            <a:extLst xmlns:a="http://schemas.openxmlformats.org/drawingml/2006/main">
              <a:ext uri="{FF2B5EF4-FFF2-40B4-BE49-F238E27FC236}">
                <a16:creationId xmlns:a16="http://schemas.microsoft.com/office/drawing/2014/main" id="{BA3361CE-6337-4A3A-9624-8411C21A5B00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吐蕃与文成公主（末句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410">
            <a:extLst xmlns:a="http://schemas.openxmlformats.org/drawingml/2006/main">
              <a:ext uri="{FF2B5EF4-FFF2-40B4-BE49-F238E27FC236}">
                <a16:creationId xmlns:a16="http://schemas.microsoft.com/office/drawing/2014/main" id="{F6379C21-3403-4DF7-A562-55C76A066AE8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唐蕃会盟、靺鞨与边疆开发（续前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EA6AC1-7EB3-483C-9754-7F3F9C4ABA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658c7f5c5f4590"/>
          <a:stretch xmlns:a="http://schemas.openxmlformats.org/drawingml/2006/main"/>
        </p:blipFill>
        <p:spPr>
          <a:xfrm xmlns:a="http://schemas.openxmlformats.org/drawingml/2006/main">
            <a:off x="4547726" y="1552575"/>
            <a:ext cx="4239549" cy="3695700"/>
          </a:xfrm>
          <a:prstGeom xmlns:a="http://schemas.openxmlformats.org/drawingml/2006/main" prst="rect">
            <a:avLst/>
          </a:prstGeom>
        </p:spPr>
      </p:pic>
      <p:sp>
        <p:nvSpPr>
          <p:cNvPr id="13" name="link-411">
            <a:extLst xmlns:a="http://schemas.openxmlformats.org/drawingml/2006/main">
              <a:ext uri="{FF2B5EF4-FFF2-40B4-BE49-F238E27FC236}">
                <a16:creationId xmlns:a16="http://schemas.microsoft.com/office/drawing/2014/main" id="{D35EC021-546C-4DE3-BFFA-BDC8AD5A3AF4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民族关系的处理方式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民族关系的处理方式 ↗</a:t>
            </a:r>
          </a:p>
        </p:txBody>
      </p:sp>
      <p:sp>
        <p:nvSpPr>
          <p:cNvPr id="14" name="link-412">
            <a:extLst xmlns:a="http://schemas.openxmlformats.org/drawingml/2006/main">
              <a:ext uri="{FF2B5EF4-FFF2-40B4-BE49-F238E27FC236}">
                <a16:creationId xmlns:a16="http://schemas.microsoft.com/office/drawing/2014/main" id="{57511E2B-9656-4B87-88FF-976DEB908662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两者关系题的四个视角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两者关系题的四个视角 ↗</a:t>
            </a:r>
          </a:p>
        </p:txBody>
      </p:sp>
      <p:sp>
        <p:nvSpPr>
          <p:cNvPr id="15" name="link-413">
            <a:extLst xmlns:a="http://schemas.openxmlformats.org/drawingml/2006/main">
              <a:ext uri="{FF2B5EF4-FFF2-40B4-BE49-F238E27FC236}">
                <a16:creationId xmlns:a16="http://schemas.microsoft.com/office/drawing/2014/main" id="{8A40E581-DB84-40A8-A514-8F5BBF621ADE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民族边疆与对外外交关系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1980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民族边疆与对外外交关系 ↗</a:t>
            </a:r>
          </a:p>
        </p:txBody>
      </p:sp>
      <p:sp>
        <p:nvSpPr>
          <p:cNvPr id="16" name="link-414">
            <a:extLst xmlns:a="http://schemas.openxmlformats.org/drawingml/2006/main">
              <a:ext uri="{FF2B5EF4-FFF2-40B4-BE49-F238E27FC236}">
                <a16:creationId xmlns:a16="http://schemas.microsoft.com/office/drawing/2014/main" id="{53EB7027-6ABB-4F3E-930F-7FDA0CACA1AC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突厥兴起与分裂（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7" name="link-415">
            <a:extLst xmlns:a="http://schemas.openxmlformats.org/drawingml/2006/main">
              <a:ext uri="{FF2B5EF4-FFF2-40B4-BE49-F238E27FC236}">
                <a16:creationId xmlns:a16="http://schemas.microsoft.com/office/drawing/2014/main" id="{D26699A6-B0F2-4C02-B3E7-F517DECDFF3A}"/>
              </a:ext>
            </a:extLst>
            <ns20:hlinkClick xmlns:ns20="http://schemas.openxmlformats.org/drawingml/2006/main" xmlns:ns21="http://schemas.openxmlformats.org/officeDocument/2006/relationships" ns21:id="rIdNav10" action="ppaction://hlinksldjump" tooltip="突厥、安西与北庭都护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link-416">
            <a:extLst xmlns:a="http://schemas.openxmlformats.org/drawingml/2006/main">
              <a:ext uri="{FF2B5EF4-FFF2-40B4-BE49-F238E27FC236}">
                <a16:creationId xmlns:a16="http://schemas.microsoft.com/office/drawing/2014/main" id="{25FEEF5A-E675-4D50-9808-1F4F00F312F7}"/>
              </a:ext>
            </a:extLst>
            <ns22:hlinkClick xmlns:ns22="http://schemas.openxmlformats.org/drawingml/2006/main" xmlns:ns23="http://schemas.openxmlformats.org/officeDocument/2006/relationships" ns23:id="rIdNav11" action="ppaction://hlinksldjump" tooltip="历史纵横：回纥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link-417">
            <a:extLst xmlns:a="http://schemas.openxmlformats.org/drawingml/2006/main">
              <a:ext uri="{FF2B5EF4-FFF2-40B4-BE49-F238E27FC236}">
                <a16:creationId xmlns:a16="http://schemas.microsoft.com/office/drawing/2014/main" id="{F30E080F-E0B1-4A96-BC50-16F4ABF359CD}"/>
              </a:ext>
            </a:extLst>
            <ns24:hlinkClick xmlns:ns24="http://schemas.openxmlformats.org/drawingml/2006/main" xmlns:ns25="http://schemas.openxmlformats.org/officeDocument/2006/relationships" ns25:id="rIdNav12" action="ppaction://hlinksldjump" tooltip="吐蕃与文成公主（末句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link-418">
            <a:extLst xmlns:a="http://schemas.openxmlformats.org/drawingml/2006/main">
              <a:ext uri="{FF2B5EF4-FFF2-40B4-BE49-F238E27FC236}">
                <a16:creationId xmlns:a16="http://schemas.microsoft.com/office/drawing/2014/main" id="{122E70A1-6369-4E7B-9147-B02D53E2413F}"/>
              </a:ext>
            </a:extLst>
            <ns26:hlinkClick xmlns:ns26="http://schemas.openxmlformats.org/drawingml/2006/main" xmlns:ns27="http://schemas.openxmlformats.org/officeDocument/2006/relationships" ns27:id="rIdNav13" action="ppaction://hlinksldjump" tooltip="唐蕃会盟、靺鞨与边疆开发（续前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1" name="link-419">
            <a:extLst xmlns:a="http://schemas.openxmlformats.org/drawingml/2006/main">
              <a:ext uri="{FF2B5EF4-FFF2-40B4-BE49-F238E27FC236}">
                <a16:creationId xmlns:a16="http://schemas.microsoft.com/office/drawing/2014/main" id="{F94511F3-99E1-40E1-9A0D-59BA13C9F050}"/>
              </a:ext>
            </a:extLst>
            <ns28:hlinkClick xmlns:ns28="http://schemas.openxmlformats.org/drawingml/2006/main" xmlns:ns29="http://schemas.openxmlformats.org/officeDocument/2006/relationships" ns29:id="rIdNav14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950824090"/>
      </p:ext>
    </p:extLst>
  </p:cSld>
  <p:transition advClick="0"/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AD785B-B00A-4D8B-BE7E-AE6172B3D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420">
            <a:extLst xmlns:a="http://schemas.openxmlformats.org/drawingml/2006/main">
              <a:ext uri="{FF2B5EF4-FFF2-40B4-BE49-F238E27FC236}">
                <a16:creationId xmlns:a16="http://schemas.microsoft.com/office/drawing/2014/main" id="{3F82FF81-22D5-4C2E-AC50-256710BCD723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421">
            <a:extLst xmlns:a="http://schemas.openxmlformats.org/drawingml/2006/main">
              <a:ext uri="{FF2B5EF4-FFF2-40B4-BE49-F238E27FC236}">
                <a16:creationId xmlns:a16="http://schemas.microsoft.com/office/drawing/2014/main" id="{87052B2D-2A46-4DE1-8331-D14137B57315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422">
            <a:extLst xmlns:a="http://schemas.openxmlformats.org/drawingml/2006/main">
              <a:ext uri="{FF2B5EF4-FFF2-40B4-BE49-F238E27FC236}">
                <a16:creationId xmlns:a16="http://schemas.microsoft.com/office/drawing/2014/main" id="{72290C2D-F732-45B9-B7A8-9549FD0D68F9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2C4104F-1F35-44AE-BC2D-334C4FE4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唐蕃会盟、靺鞨与边疆开发（续前片）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37CD31A-1705-4752-858F-24CD0A6C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民族关系与区域开发 / 教材片段 5/6　PDF 第 4/6 页｜教材第 37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EF417BB-42FF-45D6-93B0-898053A3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6327DEC-DD65-4334-8B63-EB3F52EB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423">
            <a:extLst xmlns:a="http://schemas.openxmlformats.org/drawingml/2006/main">
              <a:ext uri="{FF2B5EF4-FFF2-40B4-BE49-F238E27FC236}">
                <a16:creationId xmlns:a16="http://schemas.microsoft.com/office/drawing/2014/main" id="{E8F7990F-A841-40B5-AF4A-FA24B3DF86A4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424">
            <a:extLst xmlns:a="http://schemas.openxmlformats.org/drawingml/2006/main">
              <a:ext uri="{FF2B5EF4-FFF2-40B4-BE49-F238E27FC236}">
                <a16:creationId xmlns:a16="http://schemas.microsoft.com/office/drawing/2014/main" id="{14373F24-D1E0-45ED-81A7-BEDF230A9073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唐蕃会盟、靺鞨与边疆开发（续前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425">
            <a:extLst xmlns:a="http://schemas.openxmlformats.org/drawingml/2006/main">
              <a:ext uri="{FF2B5EF4-FFF2-40B4-BE49-F238E27FC236}">
                <a16:creationId xmlns:a16="http://schemas.microsoft.com/office/drawing/2014/main" id="{4D5079F3-3C4D-4358-BC33-96AFBEC944BC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会盟、册封与边疆开发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B43CF7-D7C5-4C46-AD44-6278530948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50e4e0f524485b"/>
          <a:stretch xmlns:a="http://schemas.openxmlformats.org/drawingml/2006/main"/>
        </p:blipFill>
        <p:spPr>
          <a:xfrm xmlns:a="http://schemas.openxmlformats.org/drawingml/2006/main">
            <a:off x="2154318" y="1552575"/>
            <a:ext cx="9026364" cy="3695700"/>
          </a:xfrm>
          <a:prstGeom xmlns:a="http://schemas.openxmlformats.org/drawingml/2006/main" prst="rect">
            <a:avLst/>
          </a:prstGeom>
        </p:spPr>
      </p:pic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661CBC3-4900-402A-98DC-70D24316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438775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教材 PDF 第4/6页｜印刷第37页 · 保留思考点</a:t>
            </a:r>
          </a:p>
        </p:txBody>
      </p:sp>
      <p:sp>
        <p:nvSpPr>
          <p:cNvPr id="14" name="link-426">
            <a:extLst xmlns:a="http://schemas.openxmlformats.org/drawingml/2006/main">
              <a:ext uri="{FF2B5EF4-FFF2-40B4-BE49-F238E27FC236}">
                <a16:creationId xmlns:a16="http://schemas.microsoft.com/office/drawing/2014/main" id="{9780F628-318F-410E-A4C8-00517D2AB46D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民族关系的处理方式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民族关系的处理方式 ↗</a:t>
            </a:r>
          </a:p>
        </p:txBody>
      </p:sp>
      <p:sp>
        <p:nvSpPr>
          <p:cNvPr id="15" name="link-427">
            <a:extLst xmlns:a="http://schemas.openxmlformats.org/drawingml/2006/main">
              <a:ext uri="{FF2B5EF4-FFF2-40B4-BE49-F238E27FC236}">
                <a16:creationId xmlns:a16="http://schemas.microsoft.com/office/drawing/2014/main" id="{EF37838E-A63B-424C-A360-2F5AB6451A83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两者关系题的四个视角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两者关系题的四个视角 ↗</a:t>
            </a:r>
          </a:p>
        </p:txBody>
      </p:sp>
      <p:sp>
        <p:nvSpPr>
          <p:cNvPr id="16" name="link-428">
            <a:extLst xmlns:a="http://schemas.openxmlformats.org/drawingml/2006/main">
              <a:ext uri="{FF2B5EF4-FFF2-40B4-BE49-F238E27FC236}">
                <a16:creationId xmlns:a16="http://schemas.microsoft.com/office/drawing/2014/main" id="{D201F4DE-3A18-4853-8DA4-3B77F093EFD6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民族边疆与对外外交关系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1980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民族边疆与对外外交关系 ↗</a:t>
            </a:r>
          </a:p>
        </p:txBody>
      </p:sp>
      <p:sp>
        <p:nvSpPr>
          <p:cNvPr id="17" name="link-429">
            <a:extLst xmlns:a="http://schemas.openxmlformats.org/drawingml/2006/main">
              <a:ext uri="{FF2B5EF4-FFF2-40B4-BE49-F238E27FC236}">
                <a16:creationId xmlns:a16="http://schemas.microsoft.com/office/drawing/2014/main" id="{DC142C71-AF4E-48C1-9689-020C60906C49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突厥兴起与分裂（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8" name="link-430">
            <a:extLst xmlns:a="http://schemas.openxmlformats.org/drawingml/2006/main">
              <a:ext uri="{FF2B5EF4-FFF2-40B4-BE49-F238E27FC236}">
                <a16:creationId xmlns:a16="http://schemas.microsoft.com/office/drawing/2014/main" id="{21553400-E6A6-484A-A21D-FB235BB5AE5A}"/>
              </a:ext>
            </a:extLst>
            <ns20:hlinkClick xmlns:ns20="http://schemas.openxmlformats.org/drawingml/2006/main" xmlns:ns21="http://schemas.openxmlformats.org/officeDocument/2006/relationships" ns21:id="rIdNav10" action="ppaction://hlinksldjump" tooltip="突厥、安西与北庭都护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link-431">
            <a:extLst xmlns:a="http://schemas.openxmlformats.org/drawingml/2006/main">
              <a:ext uri="{FF2B5EF4-FFF2-40B4-BE49-F238E27FC236}">
                <a16:creationId xmlns:a16="http://schemas.microsoft.com/office/drawing/2014/main" id="{801AFC18-0626-4065-BE0E-F148E951D524}"/>
              </a:ext>
            </a:extLst>
            <ns22:hlinkClick xmlns:ns22="http://schemas.openxmlformats.org/drawingml/2006/main" xmlns:ns23="http://schemas.openxmlformats.org/officeDocument/2006/relationships" ns23:id="rIdNav11" action="ppaction://hlinksldjump" tooltip="历史纵横：回纥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link-432">
            <a:extLst xmlns:a="http://schemas.openxmlformats.org/drawingml/2006/main">
              <a:ext uri="{FF2B5EF4-FFF2-40B4-BE49-F238E27FC236}">
                <a16:creationId xmlns:a16="http://schemas.microsoft.com/office/drawing/2014/main" id="{195A4083-C526-4F97-9F2B-3D4B2AF22E17}"/>
              </a:ext>
            </a:extLst>
            <ns24:hlinkClick xmlns:ns24="http://schemas.openxmlformats.org/drawingml/2006/main" xmlns:ns25="http://schemas.openxmlformats.org/officeDocument/2006/relationships" ns25:id="rIdNav12" action="ppaction://hlinksldjump" tooltip="吐蕃与文成公主（末句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1" name="link-433">
            <a:extLst xmlns:a="http://schemas.openxmlformats.org/drawingml/2006/main">
              <a:ext uri="{FF2B5EF4-FFF2-40B4-BE49-F238E27FC236}">
                <a16:creationId xmlns:a16="http://schemas.microsoft.com/office/drawing/2014/main" id="{2BEDD167-413A-4258-91C4-89B27FE4F483}"/>
              </a:ext>
            </a:extLst>
            <ns26:hlinkClick xmlns:ns26="http://schemas.openxmlformats.org/drawingml/2006/main" xmlns:ns27="http://schemas.openxmlformats.org/officeDocument/2006/relationships" ns27:id="rIdNav13" action="ppaction://hlinksldjump" tooltip="唐蕃会盟、靺鞨与边疆开发（续前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2" name="link-434">
            <a:extLst xmlns:a="http://schemas.openxmlformats.org/drawingml/2006/main">
              <a:ext uri="{FF2B5EF4-FFF2-40B4-BE49-F238E27FC236}">
                <a16:creationId xmlns:a16="http://schemas.microsoft.com/office/drawing/2014/main" id="{49B3AABC-B2FE-4E11-A42C-5D93F96E8FB2}"/>
              </a:ext>
            </a:extLst>
            <ns28:hlinkClick xmlns:ns28="http://schemas.openxmlformats.org/drawingml/2006/main" xmlns:ns29="http://schemas.openxmlformats.org/officeDocument/2006/relationships" ns29:id="rIdNav14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03246256"/>
      </p:ext>
    </p:extLst>
  </p:cSld>
  <p:transition advClick="0"/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EFE9DE-2C50-4ED2-AE58-36F6C825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435">
            <a:extLst xmlns:a="http://schemas.openxmlformats.org/drawingml/2006/main">
              <a:ext uri="{FF2B5EF4-FFF2-40B4-BE49-F238E27FC236}">
                <a16:creationId xmlns:a16="http://schemas.microsoft.com/office/drawing/2014/main" id="{3E1CC4E7-345C-46B1-B247-5E0AB9ACD2FB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436">
            <a:extLst xmlns:a="http://schemas.openxmlformats.org/drawingml/2006/main">
              <a:ext uri="{FF2B5EF4-FFF2-40B4-BE49-F238E27FC236}">
                <a16:creationId xmlns:a16="http://schemas.microsoft.com/office/drawing/2014/main" id="{16D4F35F-CF40-4EAE-B9EF-34F7C80ACC75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437">
            <a:extLst xmlns:a="http://schemas.openxmlformats.org/drawingml/2006/main">
              <a:ext uri="{FF2B5EF4-FFF2-40B4-BE49-F238E27FC236}">
                <a16:creationId xmlns:a16="http://schemas.microsoft.com/office/drawing/2014/main" id="{1C50716B-E2E2-4F80-A667-F65AE14D6619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C64D886-EC0B-4FED-ACB1-3C520E3D7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会盟、册封与边疆开发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C2F92B6-3F06-4630-A1A9-1F308147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民族关系与区域开发 / 教材片段 5/6　PDF 第 4/6 页｜教材第 37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87FF494-217A-4866-9243-6A02CAEE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D8D05CD-FA68-49B0-8D57-F3C4360F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438">
            <a:extLst xmlns:a="http://schemas.openxmlformats.org/drawingml/2006/main">
              <a:ext uri="{FF2B5EF4-FFF2-40B4-BE49-F238E27FC236}">
                <a16:creationId xmlns:a16="http://schemas.microsoft.com/office/drawing/2014/main" id="{BD7A3615-0773-429A-B33D-8EF289D16B32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439">
            <a:extLst xmlns:a="http://schemas.openxmlformats.org/drawingml/2006/main">
              <a:ext uri="{FF2B5EF4-FFF2-40B4-BE49-F238E27FC236}">
                <a16:creationId xmlns:a16="http://schemas.microsoft.com/office/drawing/2014/main" id="{1B344106-8925-4E1E-B44F-C14CC1B4E311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唐蕃会盟、靺鞨与边疆开发（续前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440">
            <a:extLst xmlns:a="http://schemas.openxmlformats.org/drawingml/2006/main">
              <a:ext uri="{FF2B5EF4-FFF2-40B4-BE49-F238E27FC236}">
                <a16:creationId xmlns:a16="http://schemas.microsoft.com/office/drawing/2014/main" id="{0DADEF18-413F-4FFB-B390-11F0E3579749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AAC9486-6767-47B8-9AD8-3050B42D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9906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吐蕃 · 会盟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9世纪前期唐蕃会盟，此后基本停止纷争。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靺鞨粟末部 · 册封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唐玄宗封大祚荣为渤海郡王。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区域开发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周边少数民族建立的政权对边疆地区开发作出积极贡献。</a:t>
            </a:r>
          </a:p>
        </p:txBody>
      </p:sp>
      <p:sp>
        <p:nvSpPr>
          <p:cNvPr id="13" name="link-441">
            <a:extLst xmlns:a="http://schemas.openxmlformats.org/drawingml/2006/main">
              <a:ext uri="{FF2B5EF4-FFF2-40B4-BE49-F238E27FC236}">
                <a16:creationId xmlns:a16="http://schemas.microsoft.com/office/drawing/2014/main" id="{05C62CF8-43E4-460C-997A-37B514742768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民族关系的处理方式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民族关系的处理方式 ↗</a:t>
            </a:r>
          </a:p>
        </p:txBody>
      </p:sp>
      <p:sp>
        <p:nvSpPr>
          <p:cNvPr id="14" name="link-442">
            <a:extLst xmlns:a="http://schemas.openxmlformats.org/drawingml/2006/main">
              <a:ext uri="{FF2B5EF4-FFF2-40B4-BE49-F238E27FC236}">
                <a16:creationId xmlns:a16="http://schemas.microsoft.com/office/drawing/2014/main" id="{5336E67F-9C04-4C89-B7CB-D1B9FB2CFE54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两者关系题的四个视角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两者关系题的四个视角 ↗</a:t>
            </a:r>
          </a:p>
        </p:txBody>
      </p:sp>
      <p:sp>
        <p:nvSpPr>
          <p:cNvPr id="15" name="link-443">
            <a:extLst xmlns:a="http://schemas.openxmlformats.org/drawingml/2006/main">
              <a:ext uri="{FF2B5EF4-FFF2-40B4-BE49-F238E27FC236}">
                <a16:creationId xmlns:a16="http://schemas.microsoft.com/office/drawing/2014/main" id="{517A3A25-3E70-4EA0-A60C-74CE763B2A48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民族边疆与对外外交关系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1980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民族边疆与对外外交关系 ↗</a:t>
            </a:r>
          </a:p>
        </p:txBody>
      </p:sp>
      <p:sp>
        <p:nvSpPr>
          <p:cNvPr id="16" name="link-444">
            <a:extLst xmlns:a="http://schemas.openxmlformats.org/drawingml/2006/main">
              <a:ext uri="{FF2B5EF4-FFF2-40B4-BE49-F238E27FC236}">
                <a16:creationId xmlns:a16="http://schemas.microsoft.com/office/drawing/2014/main" id="{A19C6F4C-ED1F-4F0D-8077-85B6014386F8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突厥兴起与分裂（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7" name="link-445">
            <a:extLst xmlns:a="http://schemas.openxmlformats.org/drawingml/2006/main">
              <a:ext uri="{FF2B5EF4-FFF2-40B4-BE49-F238E27FC236}">
                <a16:creationId xmlns:a16="http://schemas.microsoft.com/office/drawing/2014/main" id="{A246A98D-E3D1-48DD-B86A-99C87DA6BD8D}"/>
              </a:ext>
            </a:extLst>
            <ns20:hlinkClick xmlns:ns20="http://schemas.openxmlformats.org/drawingml/2006/main" xmlns:ns21="http://schemas.openxmlformats.org/officeDocument/2006/relationships" ns21:id="rIdNav10" action="ppaction://hlinksldjump" tooltip="突厥、安西与北庭都护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link-446">
            <a:extLst xmlns:a="http://schemas.openxmlformats.org/drawingml/2006/main">
              <a:ext uri="{FF2B5EF4-FFF2-40B4-BE49-F238E27FC236}">
                <a16:creationId xmlns:a16="http://schemas.microsoft.com/office/drawing/2014/main" id="{71D57AE9-3F01-45A7-9387-84A45F84B497}"/>
              </a:ext>
            </a:extLst>
            <ns22:hlinkClick xmlns:ns22="http://schemas.openxmlformats.org/drawingml/2006/main" xmlns:ns23="http://schemas.openxmlformats.org/officeDocument/2006/relationships" ns23:id="rIdNav11" action="ppaction://hlinksldjump" tooltip="历史纵横：回纥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link-447">
            <a:extLst xmlns:a="http://schemas.openxmlformats.org/drawingml/2006/main">
              <a:ext uri="{FF2B5EF4-FFF2-40B4-BE49-F238E27FC236}">
                <a16:creationId xmlns:a16="http://schemas.microsoft.com/office/drawing/2014/main" id="{86948025-0A97-4796-9CD7-E8288ABA4E65}"/>
              </a:ext>
            </a:extLst>
            <ns24:hlinkClick xmlns:ns24="http://schemas.openxmlformats.org/drawingml/2006/main" xmlns:ns25="http://schemas.openxmlformats.org/officeDocument/2006/relationships" ns25:id="rIdNav12" action="ppaction://hlinksldjump" tooltip="吐蕃与文成公主（末句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link-448">
            <a:extLst xmlns:a="http://schemas.openxmlformats.org/drawingml/2006/main">
              <a:ext uri="{FF2B5EF4-FFF2-40B4-BE49-F238E27FC236}">
                <a16:creationId xmlns:a16="http://schemas.microsoft.com/office/drawing/2014/main" id="{DA899201-2C34-4E54-B724-7D9E6AFDE9A5}"/>
              </a:ext>
            </a:extLst>
            <ns26:hlinkClick xmlns:ns26="http://schemas.openxmlformats.org/drawingml/2006/main" xmlns:ns27="http://schemas.openxmlformats.org/officeDocument/2006/relationships" ns27:id="rIdNav13" action="ppaction://hlinksldjump" tooltip="唐蕃会盟、靺鞨与边疆开发（续前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1" name="link-449">
            <a:extLst xmlns:a="http://schemas.openxmlformats.org/drawingml/2006/main">
              <a:ext uri="{FF2B5EF4-FFF2-40B4-BE49-F238E27FC236}">
                <a16:creationId xmlns:a16="http://schemas.microsoft.com/office/drawing/2014/main" id="{3E062F11-7BBB-4FA2-9718-7ED2FE1419DB}"/>
              </a:ext>
            </a:extLst>
            <ns28:hlinkClick xmlns:ns28="http://schemas.openxmlformats.org/drawingml/2006/main" xmlns:ns29="http://schemas.openxmlformats.org/officeDocument/2006/relationships" ns29:id="rIdNav14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958119082"/>
      </p:ext>
    </p:extLst>
  </p:cSld>
  <p:transition advClick="0"/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912F66-8AEF-4E1E-94A1-B0D650E5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450">
            <a:extLst xmlns:a="http://schemas.openxmlformats.org/drawingml/2006/main">
              <a:ext uri="{FF2B5EF4-FFF2-40B4-BE49-F238E27FC236}">
                <a16:creationId xmlns:a16="http://schemas.microsoft.com/office/drawing/2014/main" id="{B1C58AD2-BDD5-43B6-A974-923BA1D85224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451">
            <a:extLst xmlns:a="http://schemas.openxmlformats.org/drawingml/2006/main">
              <a:ext uri="{FF2B5EF4-FFF2-40B4-BE49-F238E27FC236}">
                <a16:creationId xmlns:a16="http://schemas.microsoft.com/office/drawing/2014/main" id="{5BBFE488-D172-4058-B294-B0FE00FE129B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452">
            <a:extLst xmlns:a="http://schemas.openxmlformats.org/drawingml/2006/main">
              <a:ext uri="{FF2B5EF4-FFF2-40B4-BE49-F238E27FC236}">
                <a16:creationId xmlns:a16="http://schemas.microsoft.com/office/drawing/2014/main" id="{F561A334-9F85-47DA-886D-F2524D82FE8B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935879C-534D-403E-AAE8-D0CF3CFE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唐朝前期形势和边疆各族分布图（669年）及古今地名表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34CD2D1-FDDE-4AC7-9A77-B2484181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民族关系与区域开发 / 教材片段 6/6　PDF 第 4/6 页｜教材第 37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A085117-6219-4328-82C8-DCEF84D00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CC32A3A-A9AA-41CA-BDA7-BD80FDEB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453">
            <a:extLst xmlns:a="http://schemas.openxmlformats.org/drawingml/2006/main">
              <a:ext uri="{FF2B5EF4-FFF2-40B4-BE49-F238E27FC236}">
                <a16:creationId xmlns:a16="http://schemas.microsoft.com/office/drawing/2014/main" id="{41107C3D-7A59-4595-A6BD-C7ACC839CF85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454">
            <a:extLst xmlns:a="http://schemas.openxmlformats.org/drawingml/2006/main">
              <a:ext uri="{FF2B5EF4-FFF2-40B4-BE49-F238E27FC236}">
                <a16:creationId xmlns:a16="http://schemas.microsoft.com/office/drawing/2014/main" id="{EF518726-B13B-4217-8C71-BEEDFCAF182C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唐蕃会盟、靺鞨与边疆开发（续前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455">
            <a:extLst xmlns:a="http://schemas.openxmlformats.org/drawingml/2006/main">
              <a:ext uri="{FF2B5EF4-FFF2-40B4-BE49-F238E27FC236}">
                <a16:creationId xmlns:a16="http://schemas.microsoft.com/office/drawing/2014/main" id="{FE4DC7A5-D820-4578-900A-2AB1669F8F4B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安史之乱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64E32A-7E20-4A98-BCFD-5A76095FD6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1f2e4475224ae5"/>
          <a:stretch xmlns:a="http://schemas.openxmlformats.org/drawingml/2006/main"/>
        </p:blipFill>
        <p:spPr>
          <a:xfrm xmlns:a="http://schemas.openxmlformats.org/drawingml/2006/main">
            <a:off x="3505285" y="1552575"/>
            <a:ext cx="6324430" cy="3333750"/>
          </a:xfrm>
          <a:prstGeom xmlns:a="http://schemas.openxmlformats.org/drawingml/2006/main" prst="rect">
            <a:avLst/>
          </a:prstGeom>
        </p:spPr>
      </p:pic>
      <p:sp>
        <p:nvSpPr>
          <p:cNvPr id="13" name="link-456">
            <a:extLst xmlns:a="http://schemas.openxmlformats.org/drawingml/2006/main">
              <a:ext uri="{FF2B5EF4-FFF2-40B4-BE49-F238E27FC236}">
                <a16:creationId xmlns:a16="http://schemas.microsoft.com/office/drawing/2014/main" id="{78572591-E119-4FA6-B537-0FBF1634B9F1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民族关系的处理方式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民族关系的处理方式 ↗</a:t>
            </a:r>
          </a:p>
        </p:txBody>
      </p:sp>
      <p:sp>
        <p:nvSpPr>
          <p:cNvPr id="14" name="link-457">
            <a:extLst xmlns:a="http://schemas.openxmlformats.org/drawingml/2006/main">
              <a:ext uri="{FF2B5EF4-FFF2-40B4-BE49-F238E27FC236}">
                <a16:creationId xmlns:a16="http://schemas.microsoft.com/office/drawing/2014/main" id="{B4F523F1-4F3A-4320-A2FD-07EF74E62D9D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两者关系题的四个视角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两者关系题的四个视角 ↗</a:t>
            </a:r>
          </a:p>
        </p:txBody>
      </p:sp>
      <p:sp>
        <p:nvSpPr>
          <p:cNvPr id="15" name="link-458">
            <a:extLst xmlns:a="http://schemas.openxmlformats.org/drawingml/2006/main">
              <a:ext uri="{FF2B5EF4-FFF2-40B4-BE49-F238E27FC236}">
                <a16:creationId xmlns:a16="http://schemas.microsoft.com/office/drawing/2014/main" id="{031983B5-1FEE-45EB-B093-B33482AC261C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民族边疆与对外外交关系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1980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民族边疆与对外外交关系 ↗</a:t>
            </a:r>
          </a:p>
        </p:txBody>
      </p:sp>
      <p:sp>
        <p:nvSpPr>
          <p:cNvPr id="16" name="link-459">
            <a:extLst xmlns:a="http://schemas.openxmlformats.org/drawingml/2006/main">
              <a:ext uri="{FF2B5EF4-FFF2-40B4-BE49-F238E27FC236}">
                <a16:creationId xmlns:a16="http://schemas.microsoft.com/office/drawing/2014/main" id="{518DFBA6-6572-46EC-92CA-0C5127E0F095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突厥兴起与分裂（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7" name="link-460">
            <a:extLst xmlns:a="http://schemas.openxmlformats.org/drawingml/2006/main">
              <a:ext uri="{FF2B5EF4-FFF2-40B4-BE49-F238E27FC236}">
                <a16:creationId xmlns:a16="http://schemas.microsoft.com/office/drawing/2014/main" id="{08BD69B2-F721-4E29-8ACC-F4A946B637BC}"/>
              </a:ext>
            </a:extLst>
            <ns20:hlinkClick xmlns:ns20="http://schemas.openxmlformats.org/drawingml/2006/main" xmlns:ns21="http://schemas.openxmlformats.org/officeDocument/2006/relationships" ns21:id="rIdNav10" action="ppaction://hlinksldjump" tooltip="突厥、安西与北庭都护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link-461">
            <a:extLst xmlns:a="http://schemas.openxmlformats.org/drawingml/2006/main">
              <a:ext uri="{FF2B5EF4-FFF2-40B4-BE49-F238E27FC236}">
                <a16:creationId xmlns:a16="http://schemas.microsoft.com/office/drawing/2014/main" id="{A4CB3741-0C89-4C70-B628-4338F24E3CE9}"/>
              </a:ext>
            </a:extLst>
            <ns22:hlinkClick xmlns:ns22="http://schemas.openxmlformats.org/drawingml/2006/main" xmlns:ns23="http://schemas.openxmlformats.org/officeDocument/2006/relationships" ns23:id="rIdNav11" action="ppaction://hlinksldjump" tooltip="历史纵横：回纥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link-462">
            <a:extLst xmlns:a="http://schemas.openxmlformats.org/drawingml/2006/main">
              <a:ext uri="{FF2B5EF4-FFF2-40B4-BE49-F238E27FC236}">
                <a16:creationId xmlns:a16="http://schemas.microsoft.com/office/drawing/2014/main" id="{2E91AA7C-9D66-47AF-A551-94D604D0D619}"/>
              </a:ext>
            </a:extLst>
            <ns24:hlinkClick xmlns:ns24="http://schemas.openxmlformats.org/drawingml/2006/main" xmlns:ns25="http://schemas.openxmlformats.org/officeDocument/2006/relationships" ns25:id="rIdNav12" action="ppaction://hlinksldjump" tooltip="吐蕃与文成公主（末句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link-463">
            <a:extLst xmlns:a="http://schemas.openxmlformats.org/drawingml/2006/main">
              <a:ext uri="{FF2B5EF4-FFF2-40B4-BE49-F238E27FC236}">
                <a16:creationId xmlns:a16="http://schemas.microsoft.com/office/drawing/2014/main" id="{0AA3A027-D1DC-4196-87B4-59FC1D0B1DAB}"/>
              </a:ext>
            </a:extLst>
            <ns26:hlinkClick xmlns:ns26="http://schemas.openxmlformats.org/drawingml/2006/main" xmlns:ns27="http://schemas.openxmlformats.org/officeDocument/2006/relationships" ns27:id="rIdNav13" action="ppaction://hlinksldjump" tooltip="唐蕃会盟、靺鞨与边疆开发（续前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1" name="link-464">
            <a:extLst xmlns:a="http://schemas.openxmlformats.org/drawingml/2006/main">
              <a:ext uri="{FF2B5EF4-FFF2-40B4-BE49-F238E27FC236}">
                <a16:creationId xmlns:a16="http://schemas.microsoft.com/office/drawing/2014/main" id="{5E3EF1DC-0636-418A-8C90-46097B73C3DA}"/>
              </a:ext>
            </a:extLst>
            <ns28:hlinkClick xmlns:ns28="http://schemas.openxmlformats.org/drawingml/2006/main" xmlns:ns29="http://schemas.openxmlformats.org/officeDocument/2006/relationships" ns29:id="rIdNav14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2" name="link-616">
            <a:extLst xmlns:a="http://schemas.openxmlformats.org/drawingml/2006/main">
              <a:ext uri="{FF2B5EF4-FFF2-40B4-BE49-F238E27FC236}">
                <a16:creationId xmlns:a16="http://schemas.microsoft.com/office/drawing/2014/main" id="{D14E9507-3A29-4ECF-B164-7F758D1952F8}"/>
              </a:ext>
            </a:extLst>
            <ns30:hlinkClick xmlns:ns30="http://schemas.openxmlformats.org/drawingml/2006/main" xmlns:ns31="http://schemas.openxmlformats.org/officeDocument/2006/relationships" ns31:id="rIdNav15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00625"/>
            <a:ext cx="1866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突厥</a:t>
            </a:r>
          </a:p>
        </p:txBody>
      </p:sp>
      <p:sp>
        <p:nvSpPr>
          <p:cNvPr id="23" name="link-617">
            <a:extLst xmlns:a="http://schemas.openxmlformats.org/drawingml/2006/main">
              <a:ext uri="{FF2B5EF4-FFF2-40B4-BE49-F238E27FC236}">
                <a16:creationId xmlns:a16="http://schemas.microsoft.com/office/drawing/2014/main" id="{E58AB616-BDA1-467C-9EF6-A8930B570A0A}"/>
              </a:ext>
            </a:extLst>
            <ns32:hlinkClick xmlns:ns32="http://schemas.openxmlformats.org/drawingml/2006/main" xmlns:ns33="http://schemas.openxmlformats.org/officeDocument/2006/relationships" ns33:id="rIdNav16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000625"/>
            <a:ext cx="1866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回纥</a:t>
            </a:r>
          </a:p>
        </p:txBody>
      </p:sp>
      <p:sp>
        <p:nvSpPr>
          <p:cNvPr id="24" name="link-618">
            <a:extLst xmlns:a="http://schemas.openxmlformats.org/drawingml/2006/main">
              <a:ext uri="{FF2B5EF4-FFF2-40B4-BE49-F238E27FC236}">
                <a16:creationId xmlns:a16="http://schemas.microsoft.com/office/drawing/2014/main" id="{9D3B637C-3FCF-4162-9112-A6CD2D66CD19}"/>
              </a:ext>
            </a:extLst>
            <ns34:hlinkClick xmlns:ns34="http://schemas.openxmlformats.org/drawingml/2006/main" xmlns:ns35="http://schemas.openxmlformats.org/officeDocument/2006/relationships" ns35:id="rIdNav17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000625"/>
            <a:ext cx="1866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吐蕃</a:t>
            </a:r>
          </a:p>
        </p:txBody>
      </p:sp>
      <p:sp>
        <p:nvSpPr>
          <p:cNvPr id="25" name="link-619">
            <a:extLst xmlns:a="http://schemas.openxmlformats.org/drawingml/2006/main">
              <a:ext uri="{FF2B5EF4-FFF2-40B4-BE49-F238E27FC236}">
                <a16:creationId xmlns:a16="http://schemas.microsoft.com/office/drawing/2014/main" id="{F9534196-597D-4385-9B23-D6809655044D}"/>
              </a:ext>
            </a:extLst>
            <ns36:hlinkClick xmlns:ns36="http://schemas.openxmlformats.org/drawingml/2006/main" xmlns:ns37="http://schemas.openxmlformats.org/officeDocument/2006/relationships" ns37:id="rIdNav18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000625"/>
            <a:ext cx="1866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靺鞨／粟末</a:t>
            </a:r>
          </a:p>
        </p:txBody>
      </p:sp>
      <p:sp>
        <p:nvSpPr>
          <p:cNvPr id="26" name="link-620">
            <a:extLst xmlns:a="http://schemas.openxmlformats.org/drawingml/2006/main">
              <a:ext uri="{FF2B5EF4-FFF2-40B4-BE49-F238E27FC236}">
                <a16:creationId xmlns:a16="http://schemas.microsoft.com/office/drawing/2014/main" id="{AE4B1668-7B31-44A6-A6C3-29A21E027B42}"/>
              </a:ext>
            </a:extLst>
            <ns38:hlinkClick xmlns:ns38="http://schemas.openxmlformats.org/drawingml/2006/main" xmlns:ns39="http://schemas.openxmlformats.org/officeDocument/2006/relationships" ns39:id="rIdNav19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000625"/>
            <a:ext cx="1866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清除定位</a:t>
            </a:r>
          </a:p>
        </p:txBody>
      </p:sp>
      <p:sp>
        <p:nvSpPr>
          <p:cNvPr id="27" name="link-1158">
            <a:extLst xmlns:a="http://schemas.openxmlformats.org/drawingml/2006/main">
              <a:ext uri="{FF2B5EF4-FFF2-40B4-BE49-F238E27FC236}">
                <a16:creationId xmlns:a16="http://schemas.microsoft.com/office/drawing/2014/main" id="{486696A9-5D76-443C-8024-48D293ED40A1}"/>
              </a:ext>
            </a:extLst>
            <ns40:hlinkClick xmlns:ns40="http://schemas.openxmlformats.org/drawingml/2006/main" xmlns:ns41="http://schemas.openxmlformats.org/officeDocument/2006/relationships" ns41:id="rIdNav20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4857750"/>
            <a:ext cx="1047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读图说明</a:t>
            </a:r>
          </a:p>
        </p:txBody>
      </p:sp>
    </p:spTree>
    <p:extLst>
      <p:ext uri="{BB962C8B-B14F-4D97-AF65-F5344CB8AC3E}">
        <p14:creationId xmlns:p14="http://schemas.microsoft.com/office/powerpoint/2010/main" val="503296121"/>
      </p:ext>
    </p:extLst>
  </p:cSld>
  <p:transition advClick="0"/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D23839-4018-409E-A980-0F35F6EC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465">
            <a:extLst xmlns:a="http://schemas.openxmlformats.org/drawingml/2006/main">
              <a:ext uri="{FF2B5EF4-FFF2-40B4-BE49-F238E27FC236}">
                <a16:creationId xmlns:a16="http://schemas.microsoft.com/office/drawing/2014/main" id="{EDFFB17D-B176-4FCC-845A-E85942DD3555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466">
            <a:extLst xmlns:a="http://schemas.openxmlformats.org/drawingml/2006/main">
              <a:ext uri="{FF2B5EF4-FFF2-40B4-BE49-F238E27FC236}">
                <a16:creationId xmlns:a16="http://schemas.microsoft.com/office/drawing/2014/main" id="{8D1A551A-54DF-4379-AD5E-95486DEF2A49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467">
            <a:extLst xmlns:a="http://schemas.openxmlformats.org/drawingml/2006/main">
              <a:ext uri="{FF2B5EF4-FFF2-40B4-BE49-F238E27FC236}">
                <a16:creationId xmlns:a16="http://schemas.microsoft.com/office/drawing/2014/main" id="{E7A1FDC5-16D3-4151-9AD4-7F494ECA3A13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安史之乱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7448748-E864-43CA-BB96-4DADAD5C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安史之乱原因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F02AEC4-0C87-4DE3-A35F-6700BE56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原因 / 教材片段 1/1　PDF 第 4/6 页｜教材第 37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415759F-90DF-4702-8160-328B78B7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911FCAF-720C-4416-9B32-8169AC8D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安史之乱 · 参考 7 分钟</a:t>
            </a:r>
          </a:p>
        </p:txBody>
      </p:sp>
      <p:sp>
        <p:nvSpPr>
          <p:cNvPr id="9" name="link-468">
            <a:extLst xmlns:a="http://schemas.openxmlformats.org/drawingml/2006/main">
              <a:ext uri="{FF2B5EF4-FFF2-40B4-BE49-F238E27FC236}">
                <a16:creationId xmlns:a16="http://schemas.microsoft.com/office/drawing/2014/main" id="{39D97512-1976-49CF-A1DC-2E8328DB8EC9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安史之乱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469">
            <a:extLst xmlns:a="http://schemas.openxmlformats.org/drawingml/2006/main">
              <a:ext uri="{FF2B5EF4-FFF2-40B4-BE49-F238E27FC236}">
                <a16:creationId xmlns:a16="http://schemas.microsoft.com/office/drawing/2014/main" id="{1C45A6DE-BF35-4A21-9BCF-93FE5822AA92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安史之乱过程及影响开端（续下页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275373-8C48-44AF-8053-961405FE2E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9ca4982e5e4667"/>
          <a:stretch xmlns:a="http://schemas.openxmlformats.org/drawingml/2006/main"/>
        </p:blipFill>
        <p:spPr>
          <a:xfrm xmlns:a="http://schemas.openxmlformats.org/drawingml/2006/main">
            <a:off x="1619250" y="2126197"/>
            <a:ext cx="10096500" cy="3329505"/>
          </a:xfrm>
          <a:prstGeom xmlns:a="http://schemas.openxmlformats.org/drawingml/2006/main" prst="rect">
            <a:avLst/>
          </a:prstGeom>
        </p:spPr>
      </p:pic>
      <p:sp>
        <p:nvSpPr>
          <p:cNvPr id="12" name="link-470">
            <a:extLst xmlns:a="http://schemas.openxmlformats.org/drawingml/2006/main">
              <a:ext uri="{FF2B5EF4-FFF2-40B4-BE49-F238E27FC236}">
                <a16:creationId xmlns:a16="http://schemas.microsoft.com/office/drawing/2014/main" id="{8265CCFC-61A8-40DD-AF5C-86EAC57ACC99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安史之乱原因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9068140"/>
      </p:ext>
    </p:extLst>
  </p:cSld>
  <p:transition advClick="0"/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4B1C0A-E907-4F4F-83DE-B9A528F3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471">
            <a:extLst xmlns:a="http://schemas.openxmlformats.org/drawingml/2006/main">
              <a:ext uri="{FF2B5EF4-FFF2-40B4-BE49-F238E27FC236}">
                <a16:creationId xmlns:a16="http://schemas.microsoft.com/office/drawing/2014/main" id="{034DBCDA-A32F-44A8-BD59-5E4B9C437E8C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472">
            <a:extLst xmlns:a="http://schemas.openxmlformats.org/drawingml/2006/main">
              <a:ext uri="{FF2B5EF4-FFF2-40B4-BE49-F238E27FC236}">
                <a16:creationId xmlns:a16="http://schemas.microsoft.com/office/drawing/2014/main" id="{0C83BB2B-0929-46C1-90A2-62147F936B9A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473">
            <a:extLst xmlns:a="http://schemas.openxmlformats.org/drawingml/2006/main">
              <a:ext uri="{FF2B5EF4-FFF2-40B4-BE49-F238E27FC236}">
                <a16:creationId xmlns:a16="http://schemas.microsoft.com/office/drawing/2014/main" id="{FA6A1A0C-9A29-4B02-A955-F71629FFA16B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安史之乱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DCC8018-690D-4BC4-AB53-EC30BC40E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安史之乱过程及影响开端（续下页）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A660128-38FC-475B-9A0D-581AD041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过程 / 教材片段 1/1　PDF 第 4/6 页｜教材第 37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6BD8D4D-C846-44AD-98A7-BF5489BA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BFCC6E6-5952-4CDB-8A11-59E6D6B7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安史之乱 · 参考 7 分钟</a:t>
            </a:r>
          </a:p>
        </p:txBody>
      </p:sp>
      <p:sp>
        <p:nvSpPr>
          <p:cNvPr id="9" name="link-474">
            <a:extLst xmlns:a="http://schemas.openxmlformats.org/drawingml/2006/main">
              <a:ext uri="{FF2B5EF4-FFF2-40B4-BE49-F238E27FC236}">
                <a16:creationId xmlns:a16="http://schemas.microsoft.com/office/drawing/2014/main" id="{5A7B6FAA-AEA1-4810-B267-C579FC0586E1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安史之乱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475">
            <a:extLst xmlns:a="http://schemas.openxmlformats.org/drawingml/2006/main">
              <a:ext uri="{FF2B5EF4-FFF2-40B4-BE49-F238E27FC236}">
                <a16:creationId xmlns:a16="http://schemas.microsoft.com/office/drawing/2014/main" id="{D0A3D259-DF31-4674-AF09-0C147617B705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安史之乱原因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476">
            <a:extLst xmlns:a="http://schemas.openxmlformats.org/drawingml/2006/main">
              <a:ext uri="{FF2B5EF4-FFF2-40B4-BE49-F238E27FC236}">
                <a16:creationId xmlns:a16="http://schemas.microsoft.com/office/drawing/2014/main" id="{1E2780F3-1A13-4FE4-95F9-78BE8179C897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755年起兵，历时八年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DFE8FA-5532-4240-B3DF-1BDAB4FCDD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681814b776432e"/>
          <a:stretch xmlns:a="http://schemas.openxmlformats.org/drawingml/2006/main"/>
        </p:blipFill>
        <p:spPr>
          <a:xfrm xmlns:a="http://schemas.openxmlformats.org/drawingml/2006/main">
            <a:off x="1619250" y="2216184"/>
            <a:ext cx="10096500" cy="3149532"/>
          </a:xfrm>
          <a:prstGeom xmlns:a="http://schemas.openxmlformats.org/drawingml/2006/main" prst="rect">
            <a:avLst/>
          </a:prstGeom>
        </p:spPr>
      </p:pic>
      <p:sp>
        <p:nvSpPr>
          <p:cNvPr id="13" name="link-477">
            <a:extLst xmlns:a="http://schemas.openxmlformats.org/drawingml/2006/main">
              <a:ext uri="{FF2B5EF4-FFF2-40B4-BE49-F238E27FC236}">
                <a16:creationId xmlns:a16="http://schemas.microsoft.com/office/drawing/2014/main" id="{9AE64B97-262F-4D56-8607-2AE3619C51BA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安史之乱过程及影响开端（续下页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397616569"/>
      </p:ext>
    </p:extLst>
  </p:cSld>
  <p:transition advClick="0"/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F450F2-4630-4CD7-A94C-59B4F53E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478">
            <a:extLst xmlns:a="http://schemas.openxmlformats.org/drawingml/2006/main">
              <a:ext uri="{FF2B5EF4-FFF2-40B4-BE49-F238E27FC236}">
                <a16:creationId xmlns:a16="http://schemas.microsoft.com/office/drawing/2014/main" id="{7EAA1765-EE49-4007-8451-01125600A27A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479">
            <a:extLst xmlns:a="http://schemas.openxmlformats.org/drawingml/2006/main">
              <a:ext uri="{FF2B5EF4-FFF2-40B4-BE49-F238E27FC236}">
                <a16:creationId xmlns:a16="http://schemas.microsoft.com/office/drawing/2014/main" id="{26D0A3A1-B04D-4C6B-A4A1-3FB0016E175A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480">
            <a:extLst xmlns:a="http://schemas.openxmlformats.org/drawingml/2006/main">
              <a:ext uri="{FF2B5EF4-FFF2-40B4-BE49-F238E27FC236}">
                <a16:creationId xmlns:a16="http://schemas.microsoft.com/office/drawing/2014/main" id="{18CDF0D7-DC05-4615-BB36-4D2C528E8645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安史之乱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CCACAC8-3418-4CC3-A812-22DFA8A6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755年起兵，历时八年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589E631-AC34-4FE5-91E4-956427928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过程 / 教材片段 1/1　PDF 第 4/6 页｜教材第 37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3B1F59D-578A-4B45-9253-4B212DFD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A0E4A93-18DA-4C2D-AF99-BA56B74C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安史之乱 · 参考 7 分钟</a:t>
            </a:r>
          </a:p>
        </p:txBody>
      </p:sp>
      <p:sp>
        <p:nvSpPr>
          <p:cNvPr id="9" name="link-481">
            <a:extLst xmlns:a="http://schemas.openxmlformats.org/drawingml/2006/main">
              <a:ext uri="{FF2B5EF4-FFF2-40B4-BE49-F238E27FC236}">
                <a16:creationId xmlns:a16="http://schemas.microsoft.com/office/drawing/2014/main" id="{8A55018B-A62F-4169-93AF-E086CC7BF1AC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安史之乱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482">
            <a:extLst xmlns:a="http://schemas.openxmlformats.org/drawingml/2006/main">
              <a:ext uri="{FF2B5EF4-FFF2-40B4-BE49-F238E27FC236}">
                <a16:creationId xmlns:a16="http://schemas.microsoft.com/office/drawing/2014/main" id="{0334F14C-5BED-4C4A-A019-E6347481177F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安史之乱过程及影响开端（续下页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483">
            <a:extLst xmlns:a="http://schemas.openxmlformats.org/drawingml/2006/main">
              <a:ext uri="{FF2B5EF4-FFF2-40B4-BE49-F238E27FC236}">
                <a16:creationId xmlns:a16="http://schemas.microsoft.com/office/drawing/2014/main" id="{1A73B561-4C1A-458C-B6E7-39BF751488CD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安史之乱的影响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9ACDF70-1906-4B21-A3DF-ED0B608A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9906000" cy="461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人物与地点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身兼三镇节度使的安禄山在范阳起兵，与部将史思明发动叛乱。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结束与转折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叛乱历时八年，后被唐平定；影响跨页接读第38页。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沿用教材“历时八年”。</a:t>
            </a:r>
          </a:p>
        </p:txBody>
      </p:sp>
      <p:sp>
        <p:nvSpPr>
          <p:cNvPr id="13" name="link-484">
            <a:extLst xmlns:a="http://schemas.openxmlformats.org/drawingml/2006/main">
              <a:ext uri="{FF2B5EF4-FFF2-40B4-BE49-F238E27FC236}">
                <a16:creationId xmlns:a16="http://schemas.microsoft.com/office/drawing/2014/main" id="{2588E2AF-38C5-4495-BB99-DCFC0E0EB516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安史之乱过程及影响开端（续下页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417552170"/>
      </p:ext>
    </p:extLst>
  </p:cSld>
  <p:transition advClick="0"/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2CADB9-4863-4E09-A443-BD10E7FF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485">
            <a:extLst xmlns:a="http://schemas.openxmlformats.org/drawingml/2006/main">
              <a:ext uri="{FF2B5EF4-FFF2-40B4-BE49-F238E27FC236}">
                <a16:creationId xmlns:a16="http://schemas.microsoft.com/office/drawing/2014/main" id="{ED0C1542-3B0F-4E25-8B6E-31790A351636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486">
            <a:extLst xmlns:a="http://schemas.openxmlformats.org/drawingml/2006/main">
              <a:ext uri="{FF2B5EF4-FFF2-40B4-BE49-F238E27FC236}">
                <a16:creationId xmlns:a16="http://schemas.microsoft.com/office/drawing/2014/main" id="{22DEDC37-26F4-42E2-B8BE-D785F613F537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487">
            <a:extLst xmlns:a="http://schemas.openxmlformats.org/drawingml/2006/main">
              <a:ext uri="{FF2B5EF4-FFF2-40B4-BE49-F238E27FC236}">
                <a16:creationId xmlns:a16="http://schemas.microsoft.com/office/drawing/2014/main" id="{F0F20466-93EE-4EAE-846E-F4D2F2BD725E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安史之乱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F056B5D-F3E3-42B1-8F2A-CEE508D0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安史之乱的影响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6CB1ABB-D37A-47DC-B8D2-12A68821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影响 / 教材片段 1/2　PDF 第 4—5/6 页｜教材第 37—38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7CD8124-D501-4297-A85C-65799139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ACA4F18-831D-4C2C-8C2E-D945BDB4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安史之乱 · 参考 7 分钟</a:t>
            </a:r>
          </a:p>
        </p:txBody>
      </p:sp>
      <p:sp>
        <p:nvSpPr>
          <p:cNvPr id="9" name="link-488">
            <a:extLst xmlns:a="http://schemas.openxmlformats.org/drawingml/2006/main">
              <a:ext uri="{FF2B5EF4-FFF2-40B4-BE49-F238E27FC236}">
                <a16:creationId xmlns:a16="http://schemas.microsoft.com/office/drawing/2014/main" id="{DEC82692-5784-4687-B10F-EDC8840DE15A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安史之乱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489">
            <a:extLst xmlns:a="http://schemas.openxmlformats.org/drawingml/2006/main">
              <a:ext uri="{FF2B5EF4-FFF2-40B4-BE49-F238E27FC236}">
                <a16:creationId xmlns:a16="http://schemas.microsoft.com/office/drawing/2014/main" id="{1FE3DB58-A223-47CC-A61D-F6E85BA7E4E7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安史之乱过程及影响开端（续下页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490">
            <a:extLst xmlns:a="http://schemas.openxmlformats.org/drawingml/2006/main">
              <a:ext uri="{FF2B5EF4-FFF2-40B4-BE49-F238E27FC236}">
                <a16:creationId xmlns:a16="http://schemas.microsoft.com/office/drawing/2014/main" id="{3B525E5C-6DBF-4246-A77B-67B7DD64A56A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安史之乱的影响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3CED65-4429-4376-9661-47688124C0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91e0cbe02943f0"/>
          <a:stretch xmlns:a="http://schemas.openxmlformats.org/drawingml/2006/main"/>
        </p:blipFill>
        <p:spPr>
          <a:xfrm xmlns:a="http://schemas.openxmlformats.org/drawingml/2006/main">
            <a:off x="1619250" y="1790207"/>
            <a:ext cx="10096500" cy="3220435"/>
          </a:xfrm>
          <a:prstGeom xmlns:a="http://schemas.openxmlformats.org/drawingml/2006/main" prst="rect">
            <a:avLst/>
          </a:prstGeom>
        </p:spPr>
      </p:pic>
      <p:sp>
        <p:nvSpPr>
          <p:cNvPr id="13" name="link-491">
            <a:extLst xmlns:a="http://schemas.openxmlformats.org/drawingml/2006/main">
              <a:ext uri="{FF2B5EF4-FFF2-40B4-BE49-F238E27FC236}">
                <a16:creationId xmlns:a16="http://schemas.microsoft.com/office/drawing/2014/main" id="{0E719C9E-F2E0-4CE2-9BE8-3D2D1AAFDFEB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安史之乱的影响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安史之乱的影响 ↗</a:t>
            </a:r>
          </a:p>
        </p:txBody>
      </p:sp>
      <p:sp>
        <p:nvSpPr>
          <p:cNvPr id="14" name="link-492">
            <a:extLst xmlns:a="http://schemas.openxmlformats.org/drawingml/2006/main">
              <a:ext uri="{FF2B5EF4-FFF2-40B4-BE49-F238E27FC236}">
                <a16:creationId xmlns:a16="http://schemas.microsoft.com/office/drawing/2014/main" id="{5B265707-E6EB-45CF-9262-DD02CEF31E69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藩镇割据与唐朝统治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藩镇割据与唐朝统治 ↗</a:t>
            </a:r>
          </a:p>
        </p:txBody>
      </p:sp>
      <p:sp>
        <p:nvSpPr>
          <p:cNvPr id="15" name="link-493">
            <a:extLst xmlns:a="http://schemas.openxmlformats.org/drawingml/2006/main">
              <a:ext uri="{FF2B5EF4-FFF2-40B4-BE49-F238E27FC236}">
                <a16:creationId xmlns:a16="http://schemas.microsoft.com/office/drawing/2014/main" id="{93AAC5C1-67AF-450C-BA15-52A887043A20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安史之乱的影响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link-494">
            <a:extLst xmlns:a="http://schemas.openxmlformats.org/drawingml/2006/main">
              <a:ext uri="{FF2B5EF4-FFF2-40B4-BE49-F238E27FC236}">
                <a16:creationId xmlns:a16="http://schemas.microsoft.com/office/drawing/2014/main" id="{6CC7FF5C-1D18-46D8-8EA6-F45D7CCEB4DD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藩镇割据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46966749"/>
      </p:ext>
    </p:extLst>
  </p:cSld>
  <p:transition advClick="0"/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16D15F-2F41-4CDE-9D5F-9E69FF9DB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495">
            <a:extLst xmlns:a="http://schemas.openxmlformats.org/drawingml/2006/main">
              <a:ext uri="{FF2B5EF4-FFF2-40B4-BE49-F238E27FC236}">
                <a16:creationId xmlns:a16="http://schemas.microsoft.com/office/drawing/2014/main" id="{09C81442-600A-4757-AEE9-ADB14FBF1F14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496">
            <a:extLst xmlns:a="http://schemas.openxmlformats.org/drawingml/2006/main">
              <a:ext uri="{FF2B5EF4-FFF2-40B4-BE49-F238E27FC236}">
                <a16:creationId xmlns:a16="http://schemas.microsoft.com/office/drawing/2014/main" id="{9E856F5C-FAC8-4F59-AB6A-A70820647FE0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497">
            <a:extLst xmlns:a="http://schemas.openxmlformats.org/drawingml/2006/main">
              <a:ext uri="{FF2B5EF4-FFF2-40B4-BE49-F238E27FC236}">
                <a16:creationId xmlns:a16="http://schemas.microsoft.com/office/drawing/2014/main" id="{42577981-A398-4DCE-BA62-F396FC39441D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安史之乱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0732B66-1822-4A42-9B2F-28BF7C2C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安史之乱的影响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A3E1713-DF02-42DA-A09F-820DCCE6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影响 / 教材片段 1/2　PDF 第 4—5/6 页｜教材第 37—38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4241A00-0487-4DF2-B49A-89A07350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773746F-72F8-419B-AFCC-FFA310C6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安史之乱 · 参考 7 分钟</a:t>
            </a:r>
          </a:p>
        </p:txBody>
      </p:sp>
      <p:sp>
        <p:nvSpPr>
          <p:cNvPr id="9" name="link-498">
            <a:extLst xmlns:a="http://schemas.openxmlformats.org/drawingml/2006/main">
              <a:ext uri="{FF2B5EF4-FFF2-40B4-BE49-F238E27FC236}">
                <a16:creationId xmlns:a16="http://schemas.microsoft.com/office/drawing/2014/main" id="{9368FF91-AA40-445D-A983-969F8592220E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安史之乱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499">
            <a:extLst xmlns:a="http://schemas.openxmlformats.org/drawingml/2006/main">
              <a:ext uri="{FF2B5EF4-FFF2-40B4-BE49-F238E27FC236}">
                <a16:creationId xmlns:a16="http://schemas.microsoft.com/office/drawing/2014/main" id="{E7A25F30-30BF-40C9-9B86-0EAFD736B269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安史之乱的影响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500">
            <a:extLst xmlns:a="http://schemas.openxmlformats.org/drawingml/2006/main">
              <a:ext uri="{FF2B5EF4-FFF2-40B4-BE49-F238E27FC236}">
                <a16:creationId xmlns:a16="http://schemas.microsoft.com/office/drawing/2014/main" id="{0F85DA00-A88A-4D4C-974E-56F80E94B812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安史之乱的影响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F551B65-387C-44C8-BAF9-2093F024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9906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平叛与盛衰转折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将领拥兵自重，中央集权削弱；边防空虚；唐由盛转衰。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期间及以后 · 部分藩镇割据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内地增设藩镇，有些独立性强；割据持续100多年，严重削弱统治力量。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因果关系示意 · 教师据教材整理（不是单因决定论）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三类背景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边疆形势紧张；军镇增设、节度使兵力扩大，外重内轻；玄宗后期朝政腐败。</a:t>
            </a:r>
          </a:p>
        </p:txBody>
      </p:sp>
      <p:sp>
        <p:nvSpPr>
          <p:cNvPr id="13" name="link-501">
            <a:extLst xmlns:a="http://schemas.openxmlformats.org/drawingml/2006/main">
              <a:ext uri="{FF2B5EF4-FFF2-40B4-BE49-F238E27FC236}">
                <a16:creationId xmlns:a16="http://schemas.microsoft.com/office/drawing/2014/main" id="{FFCC9C04-99FA-41BF-A59B-08F82D28097F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安史之乱的影响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安史之乱的影响 ↗</a:t>
            </a:r>
          </a:p>
        </p:txBody>
      </p:sp>
      <p:sp>
        <p:nvSpPr>
          <p:cNvPr id="14" name="link-502">
            <a:extLst xmlns:a="http://schemas.openxmlformats.org/drawingml/2006/main">
              <a:ext uri="{FF2B5EF4-FFF2-40B4-BE49-F238E27FC236}">
                <a16:creationId xmlns:a16="http://schemas.microsoft.com/office/drawing/2014/main" id="{EEBFD67C-CFA7-4411-890B-0A2ECCCEF6D7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藩镇割据与唐朝统治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藩镇割据与唐朝统治 ↗</a:t>
            </a:r>
          </a:p>
        </p:txBody>
      </p:sp>
      <p:sp>
        <p:nvSpPr>
          <p:cNvPr id="15" name="link-503">
            <a:extLst xmlns:a="http://schemas.openxmlformats.org/drawingml/2006/main">
              <a:ext uri="{FF2B5EF4-FFF2-40B4-BE49-F238E27FC236}">
                <a16:creationId xmlns:a16="http://schemas.microsoft.com/office/drawing/2014/main" id="{0E8D4BDB-1A2D-4C05-8773-650C8BE9E366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安史之乱的影响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link-504">
            <a:extLst xmlns:a="http://schemas.openxmlformats.org/drawingml/2006/main">
              <a:ext uri="{FF2B5EF4-FFF2-40B4-BE49-F238E27FC236}">
                <a16:creationId xmlns:a16="http://schemas.microsoft.com/office/drawing/2014/main" id="{46F9AE92-4128-4CCC-B10D-D9423B1C4F89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藩镇割据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88544784"/>
      </p:ext>
    </p:extLst>
  </p:cSld>
  <p:transition advClick="0"/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C7FEDC-1D64-4273-9A1F-69703772F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505">
            <a:extLst xmlns:a="http://schemas.openxmlformats.org/drawingml/2006/main">
              <a:ext uri="{FF2B5EF4-FFF2-40B4-BE49-F238E27FC236}">
                <a16:creationId xmlns:a16="http://schemas.microsoft.com/office/drawing/2014/main" id="{561C4FD7-F85A-43E9-BF7E-46086E6ECBEE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506">
            <a:extLst xmlns:a="http://schemas.openxmlformats.org/drawingml/2006/main">
              <a:ext uri="{FF2B5EF4-FFF2-40B4-BE49-F238E27FC236}">
                <a16:creationId xmlns:a16="http://schemas.microsoft.com/office/drawing/2014/main" id="{069C6D8C-0FEF-45C0-96D3-86A177307248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507">
            <a:extLst xmlns:a="http://schemas.openxmlformats.org/drawingml/2006/main">
              <a:ext uri="{FF2B5EF4-FFF2-40B4-BE49-F238E27FC236}">
                <a16:creationId xmlns:a16="http://schemas.microsoft.com/office/drawing/2014/main" id="{40312C25-DB5E-4353-92E9-E1B059C13085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安史之乱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BF1B821-C048-44C0-BB08-92B6CF57B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安史之乱的影响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C97270B-C5E1-47CE-9B2F-B91BD233E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影响 / 教材片段 1/2　PDF 第 4—5/6 页｜教材第 37—38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B80B678-E422-440D-9E3F-89EB8E76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DCC1EC8-844E-4C55-8804-E0365528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安史之乱 · 参考 7 分钟</a:t>
            </a:r>
          </a:p>
        </p:txBody>
      </p:sp>
      <p:sp>
        <p:nvSpPr>
          <p:cNvPr id="9" name="link-508">
            <a:extLst xmlns:a="http://schemas.openxmlformats.org/drawingml/2006/main">
              <a:ext uri="{FF2B5EF4-FFF2-40B4-BE49-F238E27FC236}">
                <a16:creationId xmlns:a16="http://schemas.microsoft.com/office/drawing/2014/main" id="{67F3DBF3-A772-4825-AE1E-FE27376A8CF4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安史之乱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509">
            <a:extLst xmlns:a="http://schemas.openxmlformats.org/drawingml/2006/main">
              <a:ext uri="{FF2B5EF4-FFF2-40B4-BE49-F238E27FC236}">
                <a16:creationId xmlns:a16="http://schemas.microsoft.com/office/drawing/2014/main" id="{21D579C5-F9BB-4B5E-AF73-284427B4B49F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安史之乱的影响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510">
            <a:extLst xmlns:a="http://schemas.openxmlformats.org/drawingml/2006/main">
              <a:ext uri="{FF2B5EF4-FFF2-40B4-BE49-F238E27FC236}">
                <a16:creationId xmlns:a16="http://schemas.microsoft.com/office/drawing/2014/main" id="{F094CA0F-CBA4-46E9-ABDF-ED2650EC68EC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藩镇割据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152C7D2-46A2-4479-9BDF-F962D3EB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9906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755年起 · 历时八年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安禄山在范阳起兵，与史思明发动叛乱，后被唐平定。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平叛与盛衰转折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将领拥兵自重，中央集权削弱；边防空虚；唐由盛转衰。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期间及以后 · 部分藩镇割据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内地增设藩镇，有些独立性强；割据持续100多年，严重削弱统治力量。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长期政治格局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上述变化是理解唐末衰败及五代十国分裂的重要线索之一，并非唯一原因。</a:t>
            </a:r>
          </a:p>
        </p:txBody>
      </p:sp>
      <p:sp>
        <p:nvSpPr>
          <p:cNvPr id="13" name="link-511">
            <a:extLst xmlns:a="http://schemas.openxmlformats.org/drawingml/2006/main">
              <a:ext uri="{FF2B5EF4-FFF2-40B4-BE49-F238E27FC236}">
                <a16:creationId xmlns:a16="http://schemas.microsoft.com/office/drawing/2014/main" id="{11367AA0-8AD2-47E5-ACEC-000A9E828422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安史之乱的影响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安史之乱的影响 ↗</a:t>
            </a:r>
          </a:p>
        </p:txBody>
      </p:sp>
      <p:sp>
        <p:nvSpPr>
          <p:cNvPr id="14" name="link-512">
            <a:extLst xmlns:a="http://schemas.openxmlformats.org/drawingml/2006/main">
              <a:ext uri="{FF2B5EF4-FFF2-40B4-BE49-F238E27FC236}">
                <a16:creationId xmlns:a16="http://schemas.microsoft.com/office/drawing/2014/main" id="{909994C2-F009-4D8E-9235-16D11BC5CF7D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藩镇割据与唐朝统治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藩镇割据与唐朝统治 ↗</a:t>
            </a:r>
          </a:p>
        </p:txBody>
      </p:sp>
      <p:sp>
        <p:nvSpPr>
          <p:cNvPr id="15" name="link-513">
            <a:extLst xmlns:a="http://schemas.openxmlformats.org/drawingml/2006/main">
              <a:ext uri="{FF2B5EF4-FFF2-40B4-BE49-F238E27FC236}">
                <a16:creationId xmlns:a16="http://schemas.microsoft.com/office/drawing/2014/main" id="{16892888-7448-400A-94C3-E27A74C37342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安史之乱的影响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link-514">
            <a:extLst xmlns:a="http://schemas.openxmlformats.org/drawingml/2006/main">
              <a:ext uri="{FF2B5EF4-FFF2-40B4-BE49-F238E27FC236}">
                <a16:creationId xmlns:a16="http://schemas.microsoft.com/office/drawing/2014/main" id="{03B21BFD-BB99-44A9-8749-CE715DE8881E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藩镇割据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10068541"/>
      </p:ext>
    </p:extLst>
  </p:cSld>
  <p:transition advClick="0"/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FEC351-8B87-4573-8047-935425DE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515">
            <a:extLst xmlns:a="http://schemas.openxmlformats.org/drawingml/2006/main">
              <a:ext uri="{FF2B5EF4-FFF2-40B4-BE49-F238E27FC236}">
                <a16:creationId xmlns:a16="http://schemas.microsoft.com/office/drawing/2014/main" id="{5F90571B-6DE4-4C71-8304-2D63D68E9462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516">
            <a:extLst xmlns:a="http://schemas.openxmlformats.org/drawingml/2006/main">
              <a:ext uri="{FF2B5EF4-FFF2-40B4-BE49-F238E27FC236}">
                <a16:creationId xmlns:a16="http://schemas.microsoft.com/office/drawing/2014/main" id="{B643FEA9-8004-433B-A87E-3786BA58B031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517">
            <a:extLst xmlns:a="http://schemas.openxmlformats.org/drawingml/2006/main">
              <a:ext uri="{FF2B5EF4-FFF2-40B4-BE49-F238E27FC236}">
                <a16:creationId xmlns:a16="http://schemas.microsoft.com/office/drawing/2014/main" id="{CE219067-0DB7-4BAD-A385-B1E28AD92FB6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安史之乱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C55ECE1-8BC2-4F19-9894-DA7DBF3A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藩镇割据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258FFCD-7B16-41F7-B686-6587FF03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影响 / 教材片段 2/2　PDF 第 5/6 页｜教材第 38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057918B-D8DB-4A10-9660-0F8E2B87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B60CB41-B847-4889-B6C9-23DBB7033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安史之乱 · 参考 7 分钟</a:t>
            </a:r>
          </a:p>
        </p:txBody>
      </p:sp>
      <p:sp>
        <p:nvSpPr>
          <p:cNvPr id="9" name="link-518">
            <a:extLst xmlns:a="http://schemas.openxmlformats.org/drawingml/2006/main">
              <a:ext uri="{FF2B5EF4-FFF2-40B4-BE49-F238E27FC236}">
                <a16:creationId xmlns:a16="http://schemas.microsoft.com/office/drawing/2014/main" id="{0049FFF4-AEE1-477F-8FD1-4408538B2FC9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安史之乱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519">
            <a:extLst xmlns:a="http://schemas.openxmlformats.org/drawingml/2006/main">
              <a:ext uri="{FF2B5EF4-FFF2-40B4-BE49-F238E27FC236}">
                <a16:creationId xmlns:a16="http://schemas.microsoft.com/office/drawing/2014/main" id="{A55D6572-6B9E-49B0-94AB-7A5137EEA723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安史之乱的影响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520">
            <a:extLst xmlns:a="http://schemas.openxmlformats.org/drawingml/2006/main">
              <a:ext uri="{FF2B5EF4-FFF2-40B4-BE49-F238E27FC236}">
                <a16:creationId xmlns:a16="http://schemas.microsoft.com/office/drawing/2014/main" id="{88299839-8CBD-408D-A1EC-CBB918839460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藩镇不等于割据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A1BFB2-F8F7-42D5-A5F9-1E3F06FCB3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706fabc5cf42c3"/>
          <a:stretch xmlns:a="http://schemas.openxmlformats.org/drawingml/2006/main"/>
        </p:blipFill>
        <p:spPr>
          <a:xfrm xmlns:a="http://schemas.openxmlformats.org/drawingml/2006/main">
            <a:off x="1619250" y="2164474"/>
            <a:ext cx="10096500" cy="2471902"/>
          </a:xfrm>
          <a:prstGeom xmlns:a="http://schemas.openxmlformats.org/drawingml/2006/main" prst="rect">
            <a:avLst/>
          </a:prstGeom>
        </p:spPr>
      </p:pic>
      <p:sp>
        <p:nvSpPr>
          <p:cNvPr id="13" name="link-521">
            <a:extLst xmlns:a="http://schemas.openxmlformats.org/drawingml/2006/main">
              <a:ext uri="{FF2B5EF4-FFF2-40B4-BE49-F238E27FC236}">
                <a16:creationId xmlns:a16="http://schemas.microsoft.com/office/drawing/2014/main" id="{8381229B-E601-4C37-A9A5-9B6F582BA5DD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安史之乱的影响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安史之乱的影响 ↗</a:t>
            </a:r>
          </a:p>
        </p:txBody>
      </p:sp>
      <p:sp>
        <p:nvSpPr>
          <p:cNvPr id="14" name="link-522">
            <a:extLst xmlns:a="http://schemas.openxmlformats.org/drawingml/2006/main">
              <a:ext uri="{FF2B5EF4-FFF2-40B4-BE49-F238E27FC236}">
                <a16:creationId xmlns:a16="http://schemas.microsoft.com/office/drawing/2014/main" id="{35487EF7-DC3D-443C-BA18-585CCBDEBBDD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藩镇割据与唐朝统治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藩镇割据与唐朝统治 ↗</a:t>
            </a:r>
          </a:p>
        </p:txBody>
      </p:sp>
      <p:sp>
        <p:nvSpPr>
          <p:cNvPr id="15" name="link-523">
            <a:extLst xmlns:a="http://schemas.openxmlformats.org/drawingml/2006/main">
              <a:ext uri="{FF2B5EF4-FFF2-40B4-BE49-F238E27FC236}">
                <a16:creationId xmlns:a16="http://schemas.microsoft.com/office/drawing/2014/main" id="{2C395F9C-2138-4484-B5E9-C835C8B48B1C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安史之乱的影响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link-524">
            <a:extLst xmlns:a="http://schemas.openxmlformats.org/drawingml/2006/main">
              <a:ext uri="{FF2B5EF4-FFF2-40B4-BE49-F238E27FC236}">
                <a16:creationId xmlns:a16="http://schemas.microsoft.com/office/drawing/2014/main" id="{0BBD2553-7741-40A2-9812-2FC53F0A4D3C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藩镇割据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27842355"/>
      </p:ext>
    </p:extLst>
  </p:cSld>
  <p:transition advClick="0"/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4C6973-CB6B-48D1-AAFA-2E2DDF97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525">
            <a:extLst xmlns:a="http://schemas.openxmlformats.org/drawingml/2006/main">
              <a:ext uri="{FF2B5EF4-FFF2-40B4-BE49-F238E27FC236}">
                <a16:creationId xmlns:a16="http://schemas.microsoft.com/office/drawing/2014/main" id="{D29671A6-7FEB-446F-97EB-A8EE4B287D4D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526">
            <a:extLst xmlns:a="http://schemas.openxmlformats.org/drawingml/2006/main">
              <a:ext uri="{FF2B5EF4-FFF2-40B4-BE49-F238E27FC236}">
                <a16:creationId xmlns:a16="http://schemas.microsoft.com/office/drawing/2014/main" id="{2C411B19-FB76-439E-A945-7BCA7B2E806E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527">
            <a:extLst xmlns:a="http://schemas.openxmlformats.org/drawingml/2006/main">
              <a:ext uri="{FF2B5EF4-FFF2-40B4-BE49-F238E27FC236}">
                <a16:creationId xmlns:a16="http://schemas.microsoft.com/office/drawing/2014/main" id="{12FBB248-AEDE-491B-A8E6-B43027F92A7A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安史之乱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E1FA70B-4A9D-46CC-8115-E2E5DC1C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藩镇不等于割据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0286FAE-C350-44BD-A5B7-21175BCE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影响 / 教材片段 2/2　PDF 第 5/6 页｜教材第 38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D7B23F9-525D-4CF7-92B7-5021AE60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4E3A793-32A5-45BD-9703-16D92D41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安史之乱 · 参考 7 分钟</a:t>
            </a:r>
          </a:p>
        </p:txBody>
      </p:sp>
      <p:sp>
        <p:nvSpPr>
          <p:cNvPr id="9" name="link-528">
            <a:extLst xmlns:a="http://schemas.openxmlformats.org/drawingml/2006/main">
              <a:ext uri="{FF2B5EF4-FFF2-40B4-BE49-F238E27FC236}">
                <a16:creationId xmlns:a16="http://schemas.microsoft.com/office/drawing/2014/main" id="{9CC7C3EE-BCBC-47AD-AF47-8AF0F4983785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安史之乱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529">
            <a:extLst xmlns:a="http://schemas.openxmlformats.org/drawingml/2006/main">
              <a:ext uri="{FF2B5EF4-FFF2-40B4-BE49-F238E27FC236}">
                <a16:creationId xmlns:a16="http://schemas.microsoft.com/office/drawing/2014/main" id="{FFB04C59-6E15-427F-9357-AC8FE796000F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藩镇割据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530">
            <a:extLst xmlns:a="http://schemas.openxmlformats.org/drawingml/2006/main">
              <a:ext uri="{FF2B5EF4-FFF2-40B4-BE49-F238E27FC236}">
                <a16:creationId xmlns:a16="http://schemas.microsoft.com/office/drawing/2014/main" id="{77F46CED-EF40-41AF-A85C-38586344E375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唐的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BFA729D-2CA7-439F-BDEA-095C1E87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9906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范围与影响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有些藩镇独立性强，形成割据局面；持续100多年，严重削弱唐朝统治。</a:t>
            </a:r>
          </a:p>
        </p:txBody>
      </p:sp>
      <p:sp>
        <p:nvSpPr>
          <p:cNvPr id="13" name="link-531">
            <a:extLst xmlns:a="http://schemas.openxmlformats.org/drawingml/2006/main">
              <a:ext uri="{FF2B5EF4-FFF2-40B4-BE49-F238E27FC236}">
                <a16:creationId xmlns:a16="http://schemas.microsoft.com/office/drawing/2014/main" id="{553B36D1-DD50-4263-A98A-41D686478EFA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安史之乱的影响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安史之乱的影响 ↗</a:t>
            </a:r>
          </a:p>
        </p:txBody>
      </p:sp>
      <p:sp>
        <p:nvSpPr>
          <p:cNvPr id="14" name="link-532">
            <a:extLst xmlns:a="http://schemas.openxmlformats.org/drawingml/2006/main">
              <a:ext uri="{FF2B5EF4-FFF2-40B4-BE49-F238E27FC236}">
                <a16:creationId xmlns:a16="http://schemas.microsoft.com/office/drawing/2014/main" id="{52919515-A249-45C9-8E7A-AADBBB229343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藩镇割据与唐朝统治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藩镇割据与唐朝统治 ↗</a:t>
            </a:r>
          </a:p>
        </p:txBody>
      </p:sp>
      <p:sp>
        <p:nvSpPr>
          <p:cNvPr id="15" name="link-533">
            <a:extLst xmlns:a="http://schemas.openxmlformats.org/drawingml/2006/main">
              <a:ext uri="{FF2B5EF4-FFF2-40B4-BE49-F238E27FC236}">
                <a16:creationId xmlns:a16="http://schemas.microsoft.com/office/drawing/2014/main" id="{06C018E0-53F1-413D-BC45-2487EB49145A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安史之乱的影响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link-534">
            <a:extLst xmlns:a="http://schemas.openxmlformats.org/drawingml/2006/main">
              <a:ext uri="{FF2B5EF4-FFF2-40B4-BE49-F238E27FC236}">
                <a16:creationId xmlns:a16="http://schemas.microsoft.com/office/drawing/2014/main" id="{B7D3611B-44DB-4EBA-BE43-F73AD0B0A01A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藩镇割据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63764242"/>
      </p:ext>
    </p:extLst>
  </p:cSld>
  <p:transition advClick="0"/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0A298F-B1CE-455A-B388-33263885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535">
            <a:extLst xmlns:a="http://schemas.openxmlformats.org/drawingml/2006/main">
              <a:ext uri="{FF2B5EF4-FFF2-40B4-BE49-F238E27FC236}">
                <a16:creationId xmlns:a16="http://schemas.microsoft.com/office/drawing/2014/main" id="{4CF25E3F-4CAA-461B-9B64-6B57CE49864B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536">
            <a:extLst xmlns:a="http://schemas.openxmlformats.org/drawingml/2006/main">
              <a:ext uri="{FF2B5EF4-FFF2-40B4-BE49-F238E27FC236}">
                <a16:creationId xmlns:a16="http://schemas.microsoft.com/office/drawing/2014/main" id="{6601767F-A2BB-4423-9808-741362A731C1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537">
            <a:extLst xmlns:a="http://schemas.openxmlformats.org/drawingml/2006/main">
              <a:ext uri="{FF2B5EF4-FFF2-40B4-BE49-F238E27FC236}">
                <a16:creationId xmlns:a16="http://schemas.microsoft.com/office/drawing/2014/main" id="{F517EF5D-D8CA-4C34-83CC-219671B5281D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的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923616F-84B1-44F9-BD4C-18F22F3E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黄巢起义与朱温废唐（末行接下片）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3B4ED68-2422-468A-8B15-0AA2A2D5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黄巢起义与朱温废唐称帝 / 教材片段 1/1　PDF 第 5/6 页｜教材第 38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9763769-F150-4581-82D7-3C1E8B7A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B2588F6-3E76-42C6-921C-5DE5855A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唐的灭亡 · 参考 6 分钟</a:t>
            </a:r>
          </a:p>
        </p:txBody>
      </p:sp>
      <p:sp>
        <p:nvSpPr>
          <p:cNvPr id="9" name="link-538">
            <a:extLst xmlns:a="http://schemas.openxmlformats.org/drawingml/2006/main">
              <a:ext uri="{FF2B5EF4-FFF2-40B4-BE49-F238E27FC236}">
                <a16:creationId xmlns:a16="http://schemas.microsoft.com/office/drawing/2014/main" id="{8B950B08-E004-4445-87E3-F18CFD24D938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的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539">
            <a:extLst xmlns:a="http://schemas.openxmlformats.org/drawingml/2006/main">
              <a:ext uri="{FF2B5EF4-FFF2-40B4-BE49-F238E27FC236}">
                <a16:creationId xmlns:a16="http://schemas.microsoft.com/office/drawing/2014/main" id="{FE22CDCE-997C-4E0B-8F81-18AD1F779846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黄巢与朱温：打击统治和政治终结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4A8243-DB25-4B26-B60D-E876665197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6ed8e057864425"/>
          <a:stretch xmlns:a="http://schemas.openxmlformats.org/drawingml/2006/main"/>
        </p:blipFill>
        <p:spPr>
          <a:xfrm xmlns:a="http://schemas.openxmlformats.org/drawingml/2006/main">
            <a:off x="1619250" y="1823427"/>
            <a:ext cx="10096500" cy="3935046"/>
          </a:xfrm>
          <a:prstGeom xmlns:a="http://schemas.openxmlformats.org/drawingml/2006/main" prst="rect">
            <a:avLst/>
          </a:prstGeom>
        </p:spPr>
      </p:pic>
      <p:sp>
        <p:nvSpPr>
          <p:cNvPr id="12" name="link-540">
            <a:extLst xmlns:a="http://schemas.openxmlformats.org/drawingml/2006/main">
              <a:ext uri="{FF2B5EF4-FFF2-40B4-BE49-F238E27FC236}">
                <a16:creationId xmlns:a16="http://schemas.microsoft.com/office/drawing/2014/main" id="{CDA62039-A754-4152-B3D2-5DC3B570680E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黄巢起义与朱温废唐（末行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11033001"/>
      </p:ext>
    </p:extLst>
  </p:cSld>
  <p:transition advClick="0"/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09630-A00B-4620-9627-EBBCB38F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541">
            <a:extLst xmlns:a="http://schemas.openxmlformats.org/drawingml/2006/main">
              <a:ext uri="{FF2B5EF4-FFF2-40B4-BE49-F238E27FC236}">
                <a16:creationId xmlns:a16="http://schemas.microsoft.com/office/drawing/2014/main" id="{D4236097-F19E-4483-AA4F-7A9CED07EBE4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542">
            <a:extLst xmlns:a="http://schemas.openxmlformats.org/drawingml/2006/main">
              <a:ext uri="{FF2B5EF4-FFF2-40B4-BE49-F238E27FC236}">
                <a16:creationId xmlns:a16="http://schemas.microsoft.com/office/drawing/2014/main" id="{4303F84D-09D5-4199-9A68-A264B7D4A009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543">
            <a:extLst xmlns:a="http://schemas.openxmlformats.org/drawingml/2006/main">
              <a:ext uri="{FF2B5EF4-FFF2-40B4-BE49-F238E27FC236}">
                <a16:creationId xmlns:a16="http://schemas.microsoft.com/office/drawing/2014/main" id="{0C45277F-A712-4C19-A013-5887D0A11719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的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3BE96A6-67CB-4CD1-8EB7-027A9F4C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黄巢与朱温：打击统治和政治终结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F953C90-0334-4C1E-AEBC-511213D2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黄巢起义与朱温废唐称帝 / 教材片段 1/1　PDF 第 5/6 页｜教材第 38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1971DB8-CC1E-48F7-9206-D1E15C38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A2351A9-EB54-4D08-AF98-C130C651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唐的灭亡 · 参考 6 分钟</a:t>
            </a:r>
          </a:p>
        </p:txBody>
      </p:sp>
      <p:sp>
        <p:nvSpPr>
          <p:cNvPr id="9" name="link-544">
            <a:extLst xmlns:a="http://schemas.openxmlformats.org/drawingml/2006/main">
              <a:ext uri="{FF2B5EF4-FFF2-40B4-BE49-F238E27FC236}">
                <a16:creationId xmlns:a16="http://schemas.microsoft.com/office/drawing/2014/main" id="{9419D741-85F3-492D-A31F-2EA133A0BCC7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的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545">
            <a:extLst xmlns:a="http://schemas.openxmlformats.org/drawingml/2006/main">
              <a:ext uri="{FF2B5EF4-FFF2-40B4-BE49-F238E27FC236}">
                <a16:creationId xmlns:a16="http://schemas.microsoft.com/office/drawing/2014/main" id="{86D511C7-1EF8-4E68-979A-F5AA0AF8ECFD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黄巢起义与朱温废唐（末行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546">
            <a:extLst xmlns:a="http://schemas.openxmlformats.org/drawingml/2006/main">
              <a:ext uri="{FF2B5EF4-FFF2-40B4-BE49-F238E27FC236}">
                <a16:creationId xmlns:a16="http://schemas.microsoft.com/office/drawing/2014/main" id="{81AA0E6D-838E-4F12-96EA-B74C4292DC1F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黄巢与朱温：打击统治和政治终结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ECEE76F-78E9-45F7-B4DF-7432F6D9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9906000" cy="461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背景与起义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唐后期宦官专权、朋党之争加剧。875年黄巢起义，一度攻占长安，沉重打击统治。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谁在907年废唐？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朱温先降唐任节度使，联合藩镇镇压起义并逐渐掌权；907年废唐建后梁。黄巢没有建立后梁。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唐末至五代十国 · 教材事件与课堂时序整理</a:t>
            </a:r>
          </a:p>
        </p:txBody>
      </p:sp>
      <p:sp>
        <p:nvSpPr>
          <p:cNvPr id="13" name="link-547">
            <a:extLst xmlns:a="http://schemas.openxmlformats.org/drawingml/2006/main">
              <a:ext uri="{FF2B5EF4-FFF2-40B4-BE49-F238E27FC236}">
                <a16:creationId xmlns:a16="http://schemas.microsoft.com/office/drawing/2014/main" id="{831CF166-44B5-428D-AB1E-327572C82315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黄巢起义与朱温废唐（末行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78752443"/>
      </p:ext>
    </p:extLst>
  </p:cSld>
  <p:transition advClick="0"/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E54705-9F21-497E-9212-E70E6D4F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548">
            <a:extLst xmlns:a="http://schemas.openxmlformats.org/drawingml/2006/main">
              <a:ext uri="{FF2B5EF4-FFF2-40B4-BE49-F238E27FC236}">
                <a16:creationId xmlns:a16="http://schemas.microsoft.com/office/drawing/2014/main" id="{0DD16E19-E11E-4D5C-B2F0-D7D2C67D7D32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549">
            <a:extLst xmlns:a="http://schemas.openxmlformats.org/drawingml/2006/main">
              <a:ext uri="{FF2B5EF4-FFF2-40B4-BE49-F238E27FC236}">
                <a16:creationId xmlns:a16="http://schemas.microsoft.com/office/drawing/2014/main" id="{E41B2F63-6B1B-43D8-8B27-09C1506161E3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550">
            <a:extLst xmlns:a="http://schemas.openxmlformats.org/drawingml/2006/main">
              <a:ext uri="{FF2B5EF4-FFF2-40B4-BE49-F238E27FC236}">
                <a16:creationId xmlns:a16="http://schemas.microsoft.com/office/drawing/2014/main" id="{092F2037-4416-45EE-A784-7B8210848E9A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的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710E77C-609C-4B09-BD28-EBC8AB611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黄巢与朱温：打击统治和政治终结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902B11E-5652-4FC6-838B-DE436409C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黄巢起义与朱温废唐称帝 / 教材片段 1/1　PDF 第 5/6 页｜教材第 38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AA97E26-772B-4B5B-B17D-D1B7D921B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DE5AA4B-2E27-490B-86C8-130170F80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唐的灭亡 · 参考 6 分钟</a:t>
            </a:r>
          </a:p>
        </p:txBody>
      </p:sp>
      <p:sp>
        <p:nvSpPr>
          <p:cNvPr id="9" name="link-551">
            <a:extLst xmlns:a="http://schemas.openxmlformats.org/drawingml/2006/main">
              <a:ext uri="{FF2B5EF4-FFF2-40B4-BE49-F238E27FC236}">
                <a16:creationId xmlns:a16="http://schemas.microsoft.com/office/drawing/2014/main" id="{407CC1C3-CA1E-484C-9950-06F6550726F8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的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552">
            <a:extLst xmlns:a="http://schemas.openxmlformats.org/drawingml/2006/main">
              <a:ext uri="{FF2B5EF4-FFF2-40B4-BE49-F238E27FC236}">
                <a16:creationId xmlns:a16="http://schemas.microsoft.com/office/drawing/2014/main" id="{009A89D0-5FB9-4C8F-9DE2-A277F678E7EA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黄巢与朱温：打击统治和政治终结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553">
            <a:extLst xmlns:a="http://schemas.openxmlformats.org/drawingml/2006/main">
              <a:ext uri="{FF2B5EF4-FFF2-40B4-BE49-F238E27FC236}">
                <a16:creationId xmlns:a16="http://schemas.microsoft.com/office/drawing/2014/main" id="{23049C4D-E039-4A51-95C2-B3934A275A35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黄巢与朱温：打击统治和政治终结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C021BD9-8F95-4E57-B6A6-8638BB8A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9906000" cy="461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875年 · 黄巢起义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起义军一度攻占长安，沉重打击唐朝统治。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朱温降唐 · 逐渐掌权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由起义军将领降唐，任节度使，与其他藩镇镇压起义，逐渐控制政权。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907年 · 废唐建梁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朱温废唐称帝，建梁，史称后梁；唐朝灭亡。</a:t>
            </a:r>
          </a:p>
        </p:txBody>
      </p:sp>
      <p:sp>
        <p:nvSpPr>
          <p:cNvPr id="13" name="link-554">
            <a:extLst xmlns:a="http://schemas.openxmlformats.org/drawingml/2006/main">
              <a:ext uri="{FF2B5EF4-FFF2-40B4-BE49-F238E27FC236}">
                <a16:creationId xmlns:a16="http://schemas.microsoft.com/office/drawing/2014/main" id="{74580706-F131-4069-96BF-855D8FA7B846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黄巢起义与朱温废唐（末行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79726297"/>
      </p:ext>
    </p:extLst>
  </p:cSld>
  <p:transition advClick="0"/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DCA3F5-332A-40E2-B7CB-106CC26A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555">
            <a:extLst xmlns:a="http://schemas.openxmlformats.org/drawingml/2006/main">
              <a:ext uri="{FF2B5EF4-FFF2-40B4-BE49-F238E27FC236}">
                <a16:creationId xmlns:a16="http://schemas.microsoft.com/office/drawing/2014/main" id="{ECC6262D-ED5C-44B9-A02E-49AF21CAF64C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556">
            <a:extLst xmlns:a="http://schemas.openxmlformats.org/drawingml/2006/main">
              <a:ext uri="{FF2B5EF4-FFF2-40B4-BE49-F238E27FC236}">
                <a16:creationId xmlns:a16="http://schemas.microsoft.com/office/drawing/2014/main" id="{88BD005F-7988-4B44-B569-CEF1A31D39CE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557">
            <a:extLst xmlns:a="http://schemas.openxmlformats.org/drawingml/2006/main">
              <a:ext uri="{FF2B5EF4-FFF2-40B4-BE49-F238E27FC236}">
                <a16:creationId xmlns:a16="http://schemas.microsoft.com/office/drawing/2014/main" id="{0C976E16-9371-4466-B49E-ACB96644D1CB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的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FF4C23A-CE54-4545-89EB-6103B7D4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黄巢与朱温：打击统治和政治终结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57AE564-1F57-47A4-8C7F-935A1090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黄巢起义与朱温废唐称帝 / 教材片段 1/1　PDF 第 5/6 页｜教材第 38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C134A35-BF87-4FB1-937B-F74B856CE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53BC4A0-6FE5-49F2-9447-E38B56A0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唐的灭亡 · 参考 6 分钟</a:t>
            </a:r>
          </a:p>
        </p:txBody>
      </p:sp>
      <p:sp>
        <p:nvSpPr>
          <p:cNvPr id="9" name="link-558">
            <a:extLst xmlns:a="http://schemas.openxmlformats.org/drawingml/2006/main">
              <a:ext uri="{FF2B5EF4-FFF2-40B4-BE49-F238E27FC236}">
                <a16:creationId xmlns:a16="http://schemas.microsoft.com/office/drawing/2014/main" id="{1C9DEDB0-CA44-49BE-ABE9-78A48A24508B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的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559">
            <a:extLst xmlns:a="http://schemas.openxmlformats.org/drawingml/2006/main">
              <a:ext uri="{FF2B5EF4-FFF2-40B4-BE49-F238E27FC236}">
                <a16:creationId xmlns:a16="http://schemas.microsoft.com/office/drawing/2014/main" id="{F3D52E9A-2450-48C0-8F9C-13188E52D05A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黄巢与朱温：打击统治和政治终结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560">
            <a:extLst xmlns:a="http://schemas.openxmlformats.org/drawingml/2006/main">
              <a:ext uri="{FF2B5EF4-FFF2-40B4-BE49-F238E27FC236}">
                <a16:creationId xmlns:a16="http://schemas.microsoft.com/office/drawing/2014/main" id="{56F22E2C-A19A-4124-B99D-CEAFC8BEB4C0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五代与十国的定义（含衔接上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D5BD9C3-D6A6-4080-9C93-C2FBAE1E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9906000" cy="461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五代相继更替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后梁 → 后唐 → 后晋 → 后汉 → 后周；十国为南方先后九个政权加北汉。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后周世宗柴荣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清除弊政、增强实力，为后来北宋结束分裂奠定基础。</a:t>
            </a:r>
          </a:p>
        </p:txBody>
      </p:sp>
      <p:sp>
        <p:nvSpPr>
          <p:cNvPr id="13" name="link-561">
            <a:extLst xmlns:a="http://schemas.openxmlformats.org/drawingml/2006/main">
              <a:ext uri="{FF2B5EF4-FFF2-40B4-BE49-F238E27FC236}">
                <a16:creationId xmlns:a16="http://schemas.microsoft.com/office/drawing/2014/main" id="{27E6A8F7-B5DC-44EA-9ACF-583E55D8BAF7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黄巢起义与朱温废唐（末行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504925269"/>
      </p:ext>
    </p:extLst>
  </p:cSld>
  <p:transition advClick="0"/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A3776F-369B-4099-9ED6-7C3C2B67E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562">
            <a:extLst xmlns:a="http://schemas.openxmlformats.org/drawingml/2006/main">
              <a:ext uri="{FF2B5EF4-FFF2-40B4-BE49-F238E27FC236}">
                <a16:creationId xmlns:a16="http://schemas.microsoft.com/office/drawing/2014/main" id="{CA399EC6-A868-46FB-BFDD-0C6D222469CE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563">
            <a:extLst xmlns:a="http://schemas.openxmlformats.org/drawingml/2006/main">
              <a:ext uri="{FF2B5EF4-FFF2-40B4-BE49-F238E27FC236}">
                <a16:creationId xmlns:a16="http://schemas.microsoft.com/office/drawing/2014/main" id="{50B922BB-B44E-4A7B-BD26-4BCA4C1AABCA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564">
            <a:extLst xmlns:a="http://schemas.openxmlformats.org/drawingml/2006/main">
              <a:ext uri="{FF2B5EF4-FFF2-40B4-BE49-F238E27FC236}">
                <a16:creationId xmlns:a16="http://schemas.microsoft.com/office/drawing/2014/main" id="{1C5C277D-1277-4215-AE05-F376F0D93074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的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D099C10-7D29-495B-A1F2-D1D2315C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五代与十国的定义（含衔接上文）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09057B9-07BB-4A68-9DF0-C52B3B90B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五代十国 / 教材片段 1/2　PDF 第 5/6 页｜教材第 38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8F2ACB8-D346-46D0-A9F7-8A11C6E6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D0C92E7-4EB9-493A-A7C7-CED68FF1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唐的灭亡 · 参考 6 分钟</a:t>
            </a:r>
          </a:p>
        </p:txBody>
      </p:sp>
      <p:sp>
        <p:nvSpPr>
          <p:cNvPr id="9" name="link-565">
            <a:extLst xmlns:a="http://schemas.openxmlformats.org/drawingml/2006/main">
              <a:ext uri="{FF2B5EF4-FFF2-40B4-BE49-F238E27FC236}">
                <a16:creationId xmlns:a16="http://schemas.microsoft.com/office/drawing/2014/main" id="{A4865D82-6D2D-42E8-B9D8-DB6F6A2CC829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的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566">
            <a:extLst xmlns:a="http://schemas.openxmlformats.org/drawingml/2006/main">
              <a:ext uri="{FF2B5EF4-FFF2-40B4-BE49-F238E27FC236}">
                <a16:creationId xmlns:a16="http://schemas.microsoft.com/office/drawing/2014/main" id="{7015737E-D049-46EF-815A-6CA973742A94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黄巢起义与朱温废唐（末行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567">
            <a:extLst xmlns:a="http://schemas.openxmlformats.org/drawingml/2006/main">
              <a:ext uri="{FF2B5EF4-FFF2-40B4-BE49-F238E27FC236}">
                <a16:creationId xmlns:a16="http://schemas.microsoft.com/office/drawing/2014/main" id="{4490A63A-C5BE-4A82-A448-5095363F4DB9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五代十国：顺序与构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450DD5-CDBE-441B-8A21-298C93AEB7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de09ceff4340d5"/>
          <a:stretch xmlns:a="http://schemas.openxmlformats.org/drawingml/2006/main"/>
        </p:blipFill>
        <p:spPr>
          <a:xfrm xmlns:a="http://schemas.openxmlformats.org/drawingml/2006/main">
            <a:off x="1619250" y="1864376"/>
            <a:ext cx="10096500" cy="3072097"/>
          </a:xfrm>
          <a:prstGeom xmlns:a="http://schemas.openxmlformats.org/drawingml/2006/main" prst="rect">
            <a:avLst/>
          </a:prstGeom>
        </p:spPr>
      </p:pic>
      <p:sp>
        <p:nvSpPr>
          <p:cNvPr id="13" name="link-568">
            <a:extLst xmlns:a="http://schemas.openxmlformats.org/drawingml/2006/main">
              <a:ext uri="{FF2B5EF4-FFF2-40B4-BE49-F238E27FC236}">
                <a16:creationId xmlns:a16="http://schemas.microsoft.com/office/drawing/2014/main" id="{4F305973-94DC-4213-9DBA-8E3E1DD08EFD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五代十国与唐末藩镇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五代十国与唐末藩镇 ↗</a:t>
            </a:r>
          </a:p>
        </p:txBody>
      </p:sp>
      <p:sp>
        <p:nvSpPr>
          <p:cNvPr id="14" name="link-569">
            <a:extLst xmlns:a="http://schemas.openxmlformats.org/drawingml/2006/main">
              <a:ext uri="{FF2B5EF4-FFF2-40B4-BE49-F238E27FC236}">
                <a16:creationId xmlns:a16="http://schemas.microsoft.com/office/drawing/2014/main" id="{F007BFC9-1740-490B-B1FB-14C9455CE2BB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五代与十国的定义（含衔接上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link-570">
            <a:extLst xmlns:a="http://schemas.openxmlformats.org/drawingml/2006/main">
              <a:ext uri="{FF2B5EF4-FFF2-40B4-BE49-F238E27FC236}">
                <a16:creationId xmlns:a16="http://schemas.microsoft.com/office/drawing/2014/main" id="{76C0CC57-8D51-45AD-A148-30FB2925879F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五代十国形势图（后周时期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21998851"/>
      </p:ext>
    </p:extLst>
  </p:cSld>
  <p:transition advClick="0"/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CB0A39-8446-43A7-AA77-9CAD5E0E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571">
            <a:extLst xmlns:a="http://schemas.openxmlformats.org/drawingml/2006/main">
              <a:ext uri="{FF2B5EF4-FFF2-40B4-BE49-F238E27FC236}">
                <a16:creationId xmlns:a16="http://schemas.microsoft.com/office/drawing/2014/main" id="{0E4DE034-960F-4661-8104-414F145A8520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572">
            <a:extLst xmlns:a="http://schemas.openxmlformats.org/drawingml/2006/main">
              <a:ext uri="{FF2B5EF4-FFF2-40B4-BE49-F238E27FC236}">
                <a16:creationId xmlns:a16="http://schemas.microsoft.com/office/drawing/2014/main" id="{E6817F63-3966-48E1-B6C7-4A7BB96D96AA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573">
            <a:extLst xmlns:a="http://schemas.openxmlformats.org/drawingml/2006/main">
              <a:ext uri="{FF2B5EF4-FFF2-40B4-BE49-F238E27FC236}">
                <a16:creationId xmlns:a16="http://schemas.microsoft.com/office/drawing/2014/main" id="{43A787F4-39A2-46C5-8E35-E52451F54A7B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的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2CBCDE5-2A02-431A-848B-67C9FCB6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五代十国：顺序与构成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E38F100-933B-4D9E-AF22-80A94D4B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五代十国 / 教材片段 1/2　PDF 第 5/6 页｜教材第 38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628F223-4FB3-42BB-9253-F9697EBE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D32FE8A-61F4-4A7F-B7CD-DC071872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唐的灭亡 · 参考 6 分钟</a:t>
            </a:r>
          </a:p>
        </p:txBody>
      </p:sp>
      <p:sp>
        <p:nvSpPr>
          <p:cNvPr id="9" name="link-574">
            <a:extLst xmlns:a="http://schemas.openxmlformats.org/drawingml/2006/main">
              <a:ext uri="{FF2B5EF4-FFF2-40B4-BE49-F238E27FC236}">
                <a16:creationId xmlns:a16="http://schemas.microsoft.com/office/drawing/2014/main" id="{1A9388A5-3498-4CF9-834E-275C37E35A0A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的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575">
            <a:extLst xmlns:a="http://schemas.openxmlformats.org/drawingml/2006/main">
              <a:ext uri="{FF2B5EF4-FFF2-40B4-BE49-F238E27FC236}">
                <a16:creationId xmlns:a16="http://schemas.microsoft.com/office/drawing/2014/main" id="{C0AEED34-F8D0-4074-8CE0-D3A116255F0E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五代与十国的定义（含衔接上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576">
            <a:extLst xmlns:a="http://schemas.openxmlformats.org/drawingml/2006/main">
              <a:ext uri="{FF2B5EF4-FFF2-40B4-BE49-F238E27FC236}">
                <a16:creationId xmlns:a16="http://schemas.microsoft.com/office/drawing/2014/main" id="{25C74DFD-BB0C-40C8-BD16-1FFFDA6AE4B7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五代十国：顺序与构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0A344B7-DF96-4C38-BBA9-54AA2ECB0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9906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五代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后梁、后唐、后晋、后汉、后周。后唐都洛阳，其余都开封。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十国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南方先后九个割据政权，加山西的北汉；不是南方十国，也不都同时存在。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课堂历史归纳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唐末藩镇割据局面的延续与演变，不是完全不变的等号。</a:t>
            </a:r>
          </a:p>
        </p:txBody>
      </p:sp>
      <p:sp>
        <p:nvSpPr>
          <p:cNvPr id="13" name="link-577">
            <a:extLst xmlns:a="http://schemas.openxmlformats.org/drawingml/2006/main">
              <a:ext uri="{FF2B5EF4-FFF2-40B4-BE49-F238E27FC236}">
                <a16:creationId xmlns:a16="http://schemas.microsoft.com/office/drawing/2014/main" id="{0C4AB798-2AF9-493E-9805-C106019FAF00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五代十国与唐末藩镇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五代十国与唐末藩镇 ↗</a:t>
            </a:r>
          </a:p>
        </p:txBody>
      </p:sp>
      <p:sp>
        <p:nvSpPr>
          <p:cNvPr id="14" name="link-578">
            <a:extLst xmlns:a="http://schemas.openxmlformats.org/drawingml/2006/main">
              <a:ext uri="{FF2B5EF4-FFF2-40B4-BE49-F238E27FC236}">
                <a16:creationId xmlns:a16="http://schemas.microsoft.com/office/drawing/2014/main" id="{3BAE9D99-2E93-4A07-A4A2-ED2F2318C936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五代与十国的定义（含衔接上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link-579">
            <a:extLst xmlns:a="http://schemas.openxmlformats.org/drawingml/2006/main">
              <a:ext uri="{FF2B5EF4-FFF2-40B4-BE49-F238E27FC236}">
                <a16:creationId xmlns:a16="http://schemas.microsoft.com/office/drawing/2014/main" id="{16D96DDF-1A5E-4EE3-A897-88BD82F3A838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五代十国形势图（后周时期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33913257"/>
      </p:ext>
    </p:extLst>
  </p:cSld>
  <p:transition advClick="0"/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18922D-368D-4EA3-854E-F6C17EB4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580">
            <a:extLst xmlns:a="http://schemas.openxmlformats.org/drawingml/2006/main">
              <a:ext uri="{FF2B5EF4-FFF2-40B4-BE49-F238E27FC236}">
                <a16:creationId xmlns:a16="http://schemas.microsoft.com/office/drawing/2014/main" id="{37F68AD3-434C-4879-AF88-65BA89571540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581">
            <a:extLst xmlns:a="http://schemas.openxmlformats.org/drawingml/2006/main">
              <a:ext uri="{FF2B5EF4-FFF2-40B4-BE49-F238E27FC236}">
                <a16:creationId xmlns:a16="http://schemas.microsoft.com/office/drawing/2014/main" id="{8490232A-6930-4E23-8F2D-675CB3BDD49C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582">
            <a:extLst xmlns:a="http://schemas.openxmlformats.org/drawingml/2006/main">
              <a:ext uri="{FF2B5EF4-FFF2-40B4-BE49-F238E27FC236}">
                <a16:creationId xmlns:a16="http://schemas.microsoft.com/office/drawing/2014/main" id="{7609F5AE-EA4B-4F80-A197-653901E9B94A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的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0224463-7F80-4F1B-B9DB-EB565BD7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五代十国：顺序与构成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4C87684-3603-4EC1-95B9-51BFB663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五代十国 / 教材片段 1/2　PDF 第 5/6 页｜教材第 38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BFD5372-8E56-4E2B-968B-7156B5D34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D04F3A6-FE7E-423A-9364-E1C9A72D1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唐的灭亡 · 参考 6 分钟</a:t>
            </a:r>
          </a:p>
        </p:txBody>
      </p:sp>
      <p:sp>
        <p:nvSpPr>
          <p:cNvPr id="9" name="link-583">
            <a:extLst xmlns:a="http://schemas.openxmlformats.org/drawingml/2006/main">
              <a:ext uri="{FF2B5EF4-FFF2-40B4-BE49-F238E27FC236}">
                <a16:creationId xmlns:a16="http://schemas.microsoft.com/office/drawing/2014/main" id="{74E077E6-98E7-4D17-ACBE-1F0988871DF1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的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584">
            <a:extLst xmlns:a="http://schemas.openxmlformats.org/drawingml/2006/main">
              <a:ext uri="{FF2B5EF4-FFF2-40B4-BE49-F238E27FC236}">
                <a16:creationId xmlns:a16="http://schemas.microsoft.com/office/drawing/2014/main" id="{75B43156-94E5-4DFD-BF61-B8D0E2A12E80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五代十国：顺序与构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585">
            <a:extLst xmlns:a="http://schemas.openxmlformats.org/drawingml/2006/main">
              <a:ext uri="{FF2B5EF4-FFF2-40B4-BE49-F238E27FC236}">
                <a16:creationId xmlns:a16="http://schemas.microsoft.com/office/drawing/2014/main" id="{13843759-25C3-4CA3-BA72-E1587C538000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五代十国：顺序与构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2EAE8E4-34B1-48E1-9F3D-A382A633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9906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唐末至五代十国 · 教材事件与课堂时序整理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875年 · 黄巢起义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起义军一度攻占长安，沉重打击唐朝统治。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朱温降唐 · 逐渐掌权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由起义军将领降唐，任节度使，与其他藩镇镇压起义，逐渐控制政权。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907年 · 废唐建梁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朱温废唐称帝，建梁，史称后梁；唐朝灭亡。</a:t>
            </a:r>
          </a:p>
        </p:txBody>
      </p:sp>
      <p:sp>
        <p:nvSpPr>
          <p:cNvPr id="13" name="link-586">
            <a:extLst xmlns:a="http://schemas.openxmlformats.org/drawingml/2006/main">
              <a:ext uri="{FF2B5EF4-FFF2-40B4-BE49-F238E27FC236}">
                <a16:creationId xmlns:a16="http://schemas.microsoft.com/office/drawing/2014/main" id="{6DECCC90-937F-4DB2-9330-9D6A29B814C0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五代十国与唐末藩镇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五代十国与唐末藩镇 ↗</a:t>
            </a:r>
          </a:p>
        </p:txBody>
      </p:sp>
      <p:sp>
        <p:nvSpPr>
          <p:cNvPr id="14" name="link-587">
            <a:extLst xmlns:a="http://schemas.openxmlformats.org/drawingml/2006/main">
              <a:ext uri="{FF2B5EF4-FFF2-40B4-BE49-F238E27FC236}">
                <a16:creationId xmlns:a16="http://schemas.microsoft.com/office/drawing/2014/main" id="{E3BA4F88-D359-4864-8F0B-E8B74421BA87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五代与十国的定义（含衔接上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link-588">
            <a:extLst xmlns:a="http://schemas.openxmlformats.org/drawingml/2006/main">
              <a:ext uri="{FF2B5EF4-FFF2-40B4-BE49-F238E27FC236}">
                <a16:creationId xmlns:a16="http://schemas.microsoft.com/office/drawing/2014/main" id="{D46D689E-0999-45E3-AD10-2CCC98759987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五代十国形势图（后周时期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27341604"/>
      </p:ext>
    </p:extLst>
  </p:cSld>
  <p:transition advClick="0"/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DB3050-0597-4002-8377-9F634A62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589">
            <a:extLst xmlns:a="http://schemas.openxmlformats.org/drawingml/2006/main">
              <a:ext uri="{FF2B5EF4-FFF2-40B4-BE49-F238E27FC236}">
                <a16:creationId xmlns:a16="http://schemas.microsoft.com/office/drawing/2014/main" id="{69F18559-2292-4682-A22F-9D8D68041D7F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590">
            <a:extLst xmlns:a="http://schemas.openxmlformats.org/drawingml/2006/main">
              <a:ext uri="{FF2B5EF4-FFF2-40B4-BE49-F238E27FC236}">
                <a16:creationId xmlns:a16="http://schemas.microsoft.com/office/drawing/2014/main" id="{4680AA1B-1D63-4051-8B24-A185CCA13F6B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591">
            <a:extLst xmlns:a="http://schemas.openxmlformats.org/drawingml/2006/main">
              <a:ext uri="{FF2B5EF4-FFF2-40B4-BE49-F238E27FC236}">
                <a16:creationId xmlns:a16="http://schemas.microsoft.com/office/drawing/2014/main" id="{043C44DB-B33F-4D4C-B2B5-C3AD8734BFDA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的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B25D074-A650-4387-828B-C624521A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五代十国：顺序与构成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E004465-6AAB-43D2-8CCD-39CB46F9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五代十国 / 教材片段 1/2　PDF 第 5/6 页｜教材第 38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107E394-D838-4D90-A74C-E7BAB882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CF75E65-9AAD-4A6B-94B0-25E9EB84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唐的灭亡 · 参考 6 分钟</a:t>
            </a:r>
          </a:p>
        </p:txBody>
      </p:sp>
      <p:sp>
        <p:nvSpPr>
          <p:cNvPr id="9" name="link-592">
            <a:extLst xmlns:a="http://schemas.openxmlformats.org/drawingml/2006/main">
              <a:ext uri="{FF2B5EF4-FFF2-40B4-BE49-F238E27FC236}">
                <a16:creationId xmlns:a16="http://schemas.microsoft.com/office/drawing/2014/main" id="{C1B41461-DE59-4AB5-8FD4-BDF194BF12BB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的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593">
            <a:extLst xmlns:a="http://schemas.openxmlformats.org/drawingml/2006/main">
              <a:ext uri="{FF2B5EF4-FFF2-40B4-BE49-F238E27FC236}">
                <a16:creationId xmlns:a16="http://schemas.microsoft.com/office/drawing/2014/main" id="{8CC1F667-3D96-4D6D-997F-67611FD0D294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五代十国：顺序与构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594">
            <a:extLst xmlns:a="http://schemas.openxmlformats.org/drawingml/2006/main">
              <a:ext uri="{FF2B5EF4-FFF2-40B4-BE49-F238E27FC236}">
                <a16:creationId xmlns:a16="http://schemas.microsoft.com/office/drawing/2014/main" id="{27EB0232-1A14-48B0-9158-8D710BF0D4D2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五代十国形势图（后周时期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807C1E8-81F6-4B06-975F-5B9A6D94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9906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五代相继更替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后梁 → 后唐 → 后晋 → 后汉 → 后周；十国为南方先后九个政权加北汉。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后周世宗柴荣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清除弊政、增强实力，为后来北宋结束分裂奠定基础。</a:t>
            </a:r>
          </a:p>
        </p:txBody>
      </p:sp>
      <p:sp>
        <p:nvSpPr>
          <p:cNvPr id="13" name="link-595">
            <a:extLst xmlns:a="http://schemas.openxmlformats.org/drawingml/2006/main">
              <a:ext uri="{FF2B5EF4-FFF2-40B4-BE49-F238E27FC236}">
                <a16:creationId xmlns:a16="http://schemas.microsoft.com/office/drawing/2014/main" id="{443640E3-834A-4DA0-B9AE-DF83AC9C2B66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五代十国与唐末藩镇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五代十国与唐末藩镇 ↗</a:t>
            </a:r>
          </a:p>
        </p:txBody>
      </p:sp>
      <p:sp>
        <p:nvSpPr>
          <p:cNvPr id="14" name="link-596">
            <a:extLst xmlns:a="http://schemas.openxmlformats.org/drawingml/2006/main">
              <a:ext uri="{FF2B5EF4-FFF2-40B4-BE49-F238E27FC236}">
                <a16:creationId xmlns:a16="http://schemas.microsoft.com/office/drawing/2014/main" id="{43A78F6E-D3C1-4B51-A4DF-A7091421CCEB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五代与十国的定义（含衔接上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link-597">
            <a:extLst xmlns:a="http://schemas.openxmlformats.org/drawingml/2006/main">
              <a:ext uri="{FF2B5EF4-FFF2-40B4-BE49-F238E27FC236}">
                <a16:creationId xmlns:a16="http://schemas.microsoft.com/office/drawing/2014/main" id="{7BE49B85-C502-406A-821F-7F12B100A36A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五代十国形势图（后周时期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65196570"/>
      </p:ext>
    </p:extLst>
  </p:cSld>
  <p:transition advClick="0"/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60B8FF-1DB0-459A-811A-53B13A2A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598">
            <a:extLst xmlns:a="http://schemas.openxmlformats.org/drawingml/2006/main">
              <a:ext uri="{FF2B5EF4-FFF2-40B4-BE49-F238E27FC236}">
                <a16:creationId xmlns:a16="http://schemas.microsoft.com/office/drawing/2014/main" id="{13F2D997-BA2B-441C-8278-FDB59DB32180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599">
            <a:extLst xmlns:a="http://schemas.openxmlformats.org/drawingml/2006/main">
              <a:ext uri="{FF2B5EF4-FFF2-40B4-BE49-F238E27FC236}">
                <a16:creationId xmlns:a16="http://schemas.microsoft.com/office/drawing/2014/main" id="{10D1E8D1-188A-4D68-A2D6-1D88F672FAAA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600">
            <a:extLst xmlns:a="http://schemas.openxmlformats.org/drawingml/2006/main">
              <a:ext uri="{FF2B5EF4-FFF2-40B4-BE49-F238E27FC236}">
                <a16:creationId xmlns:a16="http://schemas.microsoft.com/office/drawing/2014/main" id="{49663774-7169-4672-823E-5514472619DE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的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C555A9D-8075-4DC4-BA8A-D6CE9435A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五代十国形势图（后周时期）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4BDD773-0620-4595-8BC6-78B5FFFD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五代十国 / 教材片段 2/2　PDF 第 5/6 页｜教材第 38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7DF8B59-2F02-4854-BAE9-B714BDAC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4B843AB-075A-412F-9378-C8CA1FEE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唐的灭亡 · 参考 6 分钟</a:t>
            </a:r>
          </a:p>
        </p:txBody>
      </p:sp>
      <p:sp>
        <p:nvSpPr>
          <p:cNvPr id="9" name="link-601">
            <a:extLst xmlns:a="http://schemas.openxmlformats.org/drawingml/2006/main">
              <a:ext uri="{FF2B5EF4-FFF2-40B4-BE49-F238E27FC236}">
                <a16:creationId xmlns:a16="http://schemas.microsoft.com/office/drawing/2014/main" id="{8AC181A1-A72F-471C-B06C-A96279BC32A4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的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602">
            <a:extLst xmlns:a="http://schemas.openxmlformats.org/drawingml/2006/main">
              <a:ext uri="{FF2B5EF4-FFF2-40B4-BE49-F238E27FC236}">
                <a16:creationId xmlns:a16="http://schemas.microsoft.com/office/drawing/2014/main" id="{E9E105B7-53CB-462F-A808-72F4239BF9E5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五代与十国的定义（含衔接上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603">
            <a:extLst xmlns:a="http://schemas.openxmlformats.org/drawingml/2006/main">
              <a:ext uri="{FF2B5EF4-FFF2-40B4-BE49-F238E27FC236}">
                <a16:creationId xmlns:a16="http://schemas.microsoft.com/office/drawing/2014/main" id="{97742B82-BB8E-4D6A-BC76-2F66BD5491E8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后周时点，不是十国全同期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B7E51B-10B7-44B3-B86A-6852F3A49C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d3a91aae7a436b"/>
          <a:stretch xmlns:a="http://schemas.openxmlformats.org/drawingml/2006/main"/>
        </p:blipFill>
        <p:spPr>
          <a:xfrm xmlns:a="http://schemas.openxmlformats.org/drawingml/2006/main">
            <a:off x="4970871" y="1552575"/>
            <a:ext cx="3393257" cy="3695700"/>
          </a:xfrm>
          <a:prstGeom xmlns:a="http://schemas.openxmlformats.org/drawingml/2006/main" prst="rect">
            <a:avLst/>
          </a:prstGeom>
        </p:spPr>
      </p:pic>
      <p:sp>
        <p:nvSpPr>
          <p:cNvPr id="13" name="link-604">
            <a:extLst xmlns:a="http://schemas.openxmlformats.org/drawingml/2006/main">
              <a:ext uri="{FF2B5EF4-FFF2-40B4-BE49-F238E27FC236}">
                <a16:creationId xmlns:a16="http://schemas.microsoft.com/office/drawing/2014/main" id="{47481A0A-4509-4FD0-A636-5E2E2C4356F0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五代十国与唐末藩镇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五代十国与唐末藩镇 ↗</a:t>
            </a:r>
          </a:p>
        </p:txBody>
      </p:sp>
      <p:sp>
        <p:nvSpPr>
          <p:cNvPr id="14" name="link-605">
            <a:extLst xmlns:a="http://schemas.openxmlformats.org/drawingml/2006/main">
              <a:ext uri="{FF2B5EF4-FFF2-40B4-BE49-F238E27FC236}">
                <a16:creationId xmlns:a16="http://schemas.microsoft.com/office/drawing/2014/main" id="{559C4C10-7237-46D6-9561-AF1F948421DC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五代与十国的定义（含衔接上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link-606">
            <a:extLst xmlns:a="http://schemas.openxmlformats.org/drawingml/2006/main">
              <a:ext uri="{FF2B5EF4-FFF2-40B4-BE49-F238E27FC236}">
                <a16:creationId xmlns:a16="http://schemas.microsoft.com/office/drawing/2014/main" id="{61FF3304-96B8-4C38-8A10-5135EBFFA13E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五代十国形势图（后周时期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59808993"/>
      </p:ext>
    </p:extLst>
  </p:cSld>
  <p:transition advClick="0"/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737F1C-4E82-40BF-9DF2-C3DA3F6E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607">
            <a:extLst xmlns:a="http://schemas.openxmlformats.org/drawingml/2006/main">
              <a:ext uri="{FF2B5EF4-FFF2-40B4-BE49-F238E27FC236}">
                <a16:creationId xmlns:a16="http://schemas.microsoft.com/office/drawing/2014/main" id="{7FC609BB-5B7C-4B09-889D-63297DD3C32E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608">
            <a:extLst xmlns:a="http://schemas.openxmlformats.org/drawingml/2006/main">
              <a:ext uri="{FF2B5EF4-FFF2-40B4-BE49-F238E27FC236}">
                <a16:creationId xmlns:a16="http://schemas.microsoft.com/office/drawing/2014/main" id="{CC7DACD4-B391-4CAA-9FBE-4BE7609C274C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609">
            <a:extLst xmlns:a="http://schemas.openxmlformats.org/drawingml/2006/main">
              <a:ext uri="{FF2B5EF4-FFF2-40B4-BE49-F238E27FC236}">
                <a16:creationId xmlns:a16="http://schemas.microsoft.com/office/drawing/2014/main" id="{79D3AA7A-9AE0-464E-A009-D6E336ED74EA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的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4707E59-A287-491C-A820-DDAE31CAE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后周时点，不是十国全同期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621C21C-D713-4CD3-B194-89D19025C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五代十国 / 教材片段 2/2　PDF 第 5/6 页｜教材第 38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1F158E9-A89A-4E51-A5F6-6A377A2C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4F0C6D0-BF1D-4CAD-BBE4-8C8E30085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唐的灭亡 · 参考 6 分钟</a:t>
            </a:r>
          </a:p>
        </p:txBody>
      </p:sp>
      <p:sp>
        <p:nvSpPr>
          <p:cNvPr id="9" name="link-610">
            <a:extLst xmlns:a="http://schemas.openxmlformats.org/drawingml/2006/main">
              <a:ext uri="{FF2B5EF4-FFF2-40B4-BE49-F238E27FC236}">
                <a16:creationId xmlns:a16="http://schemas.microsoft.com/office/drawing/2014/main" id="{F0F2454F-12FE-4D6E-9BEF-A54E17C25CF9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的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611">
            <a:extLst xmlns:a="http://schemas.openxmlformats.org/drawingml/2006/main">
              <a:ext uri="{FF2B5EF4-FFF2-40B4-BE49-F238E27FC236}">
                <a16:creationId xmlns:a16="http://schemas.microsoft.com/office/drawing/2014/main" id="{8B24E618-D4ED-4AAB-B263-FF32D074539D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五代十国形势图（后周时期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612">
            <a:extLst xmlns:a="http://schemas.openxmlformats.org/drawingml/2006/main">
              <a:ext uri="{FF2B5EF4-FFF2-40B4-BE49-F238E27FC236}">
                <a16:creationId xmlns:a16="http://schemas.microsoft.com/office/drawing/2014/main" id="{820412AB-5FAE-4517-A853-3E80B1FD6D23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内容回顾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81391AB-5B05-4C92-9EC3-B5045279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9906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先读图题与注记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图为后周时期，标951—960年，并有“951年，南唐灭楚”注记。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结合正文看构成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正文的十国是南方先后九政权加北汉，不能只数这一个时点的图上政权。</a:t>
            </a:r>
          </a:p>
        </p:txBody>
      </p:sp>
      <p:sp>
        <p:nvSpPr>
          <p:cNvPr id="13" name="link-613">
            <a:extLst xmlns:a="http://schemas.openxmlformats.org/drawingml/2006/main">
              <a:ext uri="{FF2B5EF4-FFF2-40B4-BE49-F238E27FC236}">
                <a16:creationId xmlns:a16="http://schemas.microsoft.com/office/drawing/2014/main" id="{4F208F1D-0FFA-4540-8DF8-E2DB98254145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五代十国与唐末藩镇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五代十国与唐末藩镇 ↗</a:t>
            </a:r>
          </a:p>
        </p:txBody>
      </p:sp>
      <p:sp>
        <p:nvSpPr>
          <p:cNvPr id="14" name="link-614">
            <a:extLst xmlns:a="http://schemas.openxmlformats.org/drawingml/2006/main">
              <a:ext uri="{FF2B5EF4-FFF2-40B4-BE49-F238E27FC236}">
                <a16:creationId xmlns:a16="http://schemas.microsoft.com/office/drawing/2014/main" id="{A7CA52A0-26E3-424D-928C-53D76976E48B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五代与十国的定义（含衔接上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link-615">
            <a:extLst xmlns:a="http://schemas.openxmlformats.org/drawingml/2006/main">
              <a:ext uri="{FF2B5EF4-FFF2-40B4-BE49-F238E27FC236}">
                <a16:creationId xmlns:a16="http://schemas.microsoft.com/office/drawing/2014/main" id="{F211DDB3-6689-4763-A69E-4FCB4EBF361E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五代十国形势图（后周时期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53258509"/>
      </p:ext>
    </p:extLst>
  </p:cSld>
  <p:transition advClick="0"/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5BB157-F0F7-4993-B07A-5D0FF2683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621">
            <a:extLst xmlns:a="http://schemas.openxmlformats.org/drawingml/2006/main">
              <a:ext uri="{FF2B5EF4-FFF2-40B4-BE49-F238E27FC236}">
                <a16:creationId xmlns:a16="http://schemas.microsoft.com/office/drawing/2014/main" id="{0188B069-F0E0-4A84-BDEC-409644494336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622">
            <a:extLst xmlns:a="http://schemas.openxmlformats.org/drawingml/2006/main">
              <a:ext uri="{FF2B5EF4-FFF2-40B4-BE49-F238E27FC236}">
                <a16:creationId xmlns:a16="http://schemas.microsoft.com/office/drawing/2014/main" id="{4BC30700-B886-4633-A71D-DA688A109C42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623">
            <a:extLst xmlns:a="http://schemas.openxmlformats.org/drawingml/2006/main">
              <a:ext uri="{FF2B5EF4-FFF2-40B4-BE49-F238E27FC236}">
                <a16:creationId xmlns:a16="http://schemas.microsoft.com/office/drawing/2014/main" id="{39F05B43-E019-4EDD-8DEC-CA6AC98795E5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E9DF38F-AB9A-4BDA-ABB3-D8885C23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唐朝前期形势和边疆各族分布图（669年）及古今地名表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C2C7C36-C00B-4CFC-B4D5-952043B3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定位示意，非政治边界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08AAF35-4F6B-4467-A53D-8BBDC1D9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4CE0E9B-01AA-40C5-BC29-D5313254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624">
            <a:extLst xmlns:a="http://schemas.openxmlformats.org/drawingml/2006/main">
              <a:ext uri="{FF2B5EF4-FFF2-40B4-BE49-F238E27FC236}">
                <a16:creationId xmlns:a16="http://schemas.microsoft.com/office/drawing/2014/main" id="{4A2F0800-D8AA-4E18-9143-412C8E564EEC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625">
            <a:extLst xmlns:a="http://schemas.openxmlformats.org/drawingml/2006/main">
              <a:ext uri="{FF2B5EF4-FFF2-40B4-BE49-F238E27FC236}">
                <a16:creationId xmlns:a16="http://schemas.microsoft.com/office/drawing/2014/main" id="{12FD80B2-C0CF-45B7-856E-5FD80918EC93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唐蕃会盟、靺鞨与边疆开发（续前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626">
            <a:extLst xmlns:a="http://schemas.openxmlformats.org/drawingml/2006/main">
              <a:ext uri="{FF2B5EF4-FFF2-40B4-BE49-F238E27FC236}">
                <a16:creationId xmlns:a16="http://schemas.microsoft.com/office/drawing/2014/main" id="{606C6B38-6BE3-4D4B-BF1C-0F33F2157425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安史之乱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F9C0E4-A021-480A-A135-F68A820148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8451c12028465c"/>
          <a:stretch xmlns:a="http://schemas.openxmlformats.org/drawingml/2006/main"/>
        </p:blipFill>
        <p:spPr>
          <a:xfrm xmlns:a="http://schemas.openxmlformats.org/drawingml/2006/main">
            <a:off x="3207134" y="1438275"/>
            <a:ext cx="6920733" cy="364807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69D9E0-42F2-4685-AD00-39A10483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3661" y="2315608"/>
            <a:ext cx="1060961" cy="51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B3D2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B6B4AB-BF0C-4D70-97A8-2810C27F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5909" y="2560446"/>
            <a:ext cx="734512" cy="428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B3D2E"/>
            </a:solidFill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5CDF4C5-C32E-42F1-993A-EA1A3536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181600"/>
            <a:ext cx="1000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突厥 · 西部“西突厥”及北部“东突厥”字样</a:t>
            </a:r>
          </a:p>
          <a:p xmlns:a="http://schemas.openxmlformats.org/drawingml/2006/main">
            <a: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战争、联合行动；在西域设置安西、北庭都护府。事件跨时期，不能视为669年同时发生。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5E2FFEA-212C-4B47-913D-8509D59F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3055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朱砂框只定位文字，不代表疆域。</a:t>
            </a:r>
          </a:p>
        </p:txBody>
      </p:sp>
      <p:sp>
        <p:nvSpPr>
          <p:cNvPr id="17" name="link-627">
            <a:extLst xmlns:a="http://schemas.openxmlformats.org/drawingml/2006/main">
              <a:ext uri="{FF2B5EF4-FFF2-40B4-BE49-F238E27FC236}">
                <a16:creationId xmlns:a16="http://schemas.microsoft.com/office/drawing/2014/main" id="{441C2429-F917-48EA-B702-FB7B092A631A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00750"/>
            <a:ext cx="1866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突厥</a:t>
            </a:r>
          </a:p>
        </p:txBody>
      </p:sp>
      <p:sp>
        <p:nvSpPr>
          <p:cNvPr id="18" name="link-628">
            <a:extLst xmlns:a="http://schemas.openxmlformats.org/drawingml/2006/main">
              <a:ext uri="{FF2B5EF4-FFF2-40B4-BE49-F238E27FC236}">
                <a16:creationId xmlns:a16="http://schemas.microsoft.com/office/drawing/2014/main" id="{7412FED6-DE34-421E-9F3C-ADA247F08341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6000750"/>
            <a:ext cx="1866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回纥</a:t>
            </a:r>
          </a:p>
        </p:txBody>
      </p:sp>
      <p:sp>
        <p:nvSpPr>
          <p:cNvPr id="19" name="link-629">
            <a:extLst xmlns:a="http://schemas.openxmlformats.org/drawingml/2006/main">
              <a:ext uri="{FF2B5EF4-FFF2-40B4-BE49-F238E27FC236}">
                <a16:creationId xmlns:a16="http://schemas.microsoft.com/office/drawing/2014/main" id="{9CEE37D6-2820-4BC1-AA49-BBE6FDF0C80F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6000750"/>
            <a:ext cx="1866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吐蕃</a:t>
            </a:r>
          </a:p>
        </p:txBody>
      </p:sp>
      <p:sp>
        <p:nvSpPr>
          <p:cNvPr id="20" name="link-630">
            <a:extLst xmlns:a="http://schemas.openxmlformats.org/drawingml/2006/main">
              <a:ext uri="{FF2B5EF4-FFF2-40B4-BE49-F238E27FC236}">
                <a16:creationId xmlns:a16="http://schemas.microsoft.com/office/drawing/2014/main" id="{DC6E61C4-C87B-4F37-A87A-4DABED5617B3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6000750"/>
            <a:ext cx="1866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靺鞨／粟末</a:t>
            </a:r>
          </a:p>
        </p:txBody>
      </p:sp>
      <p:sp>
        <p:nvSpPr>
          <p:cNvPr id="21" name="link-631">
            <a:extLst xmlns:a="http://schemas.openxmlformats.org/drawingml/2006/main">
              <a:ext uri="{FF2B5EF4-FFF2-40B4-BE49-F238E27FC236}">
                <a16:creationId xmlns:a16="http://schemas.microsoft.com/office/drawing/2014/main" id="{AFB05334-D71C-4D0D-B83F-C1A9075D34B0}"/>
              </a:ext>
            </a:extLst>
            <ns20:hlinkClick xmlns:ns20="http://schemas.openxmlformats.org/drawingml/2006/main" xmlns:ns21="http://schemas.openxmlformats.org/officeDocument/2006/relationships" ns21:id="rIdNav10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000750"/>
            <a:ext cx="1866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清除定位</a:t>
            </a:r>
          </a:p>
        </p:txBody>
      </p:sp>
      <p:sp>
        <p:nvSpPr>
          <p:cNvPr id="22" name="link-632">
            <a:extLst xmlns:a="http://schemas.openxmlformats.org/drawingml/2006/main">
              <a:ext uri="{FF2B5EF4-FFF2-40B4-BE49-F238E27FC236}">
                <a16:creationId xmlns:a16="http://schemas.microsoft.com/office/drawing/2014/main" id="{786C4728-6D4F-4D5F-B5A5-44450929CD84}"/>
              </a:ext>
            </a:extLst>
            <ns22:hlinkClick xmlns:ns22="http://schemas.openxmlformats.org/drawingml/2006/main" xmlns:ns23="http://schemas.openxmlformats.org/officeDocument/2006/relationships" ns23:id="rIdNav11" action="ppaction://hlinksldjump" tooltip="民族关系的处理方式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4762500"/>
            <a:ext cx="104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交往方式问答 ↗</a:t>
            </a:r>
          </a:p>
        </p:txBody>
      </p:sp>
    </p:spTree>
    <p:extLst>
      <p:ext uri="{BB962C8B-B14F-4D97-AF65-F5344CB8AC3E}">
        <p14:creationId xmlns:p14="http://schemas.microsoft.com/office/powerpoint/2010/main" val="1845083763"/>
      </p:ext>
    </p:extLst>
  </p:cSld>
  <p:transition advClick="0"/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398B93-93D4-4CD3-A5D1-06E83935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633">
            <a:extLst xmlns:a="http://schemas.openxmlformats.org/drawingml/2006/main">
              <a:ext uri="{FF2B5EF4-FFF2-40B4-BE49-F238E27FC236}">
                <a16:creationId xmlns:a16="http://schemas.microsoft.com/office/drawing/2014/main" id="{B1499321-B091-4514-8547-3424E2BBE50E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634">
            <a:extLst xmlns:a="http://schemas.openxmlformats.org/drawingml/2006/main">
              <a:ext uri="{FF2B5EF4-FFF2-40B4-BE49-F238E27FC236}">
                <a16:creationId xmlns:a16="http://schemas.microsoft.com/office/drawing/2014/main" id="{CCBA9361-1631-4D60-82A3-E99DD60A70A5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635">
            <a:extLst xmlns:a="http://schemas.openxmlformats.org/drawingml/2006/main">
              <a:ext uri="{FF2B5EF4-FFF2-40B4-BE49-F238E27FC236}">
                <a16:creationId xmlns:a16="http://schemas.microsoft.com/office/drawing/2014/main" id="{D87A46D7-DB8C-46DC-848F-0E888EFCD756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1986EBF-39B9-4F16-9238-866F02FE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唐朝前期形势和边疆各族分布图（669年）及古今地名表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6ED4E4C-2C49-4E3E-8878-B655BEA67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定位示意，非政治边界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C761026-A4CF-4578-8A3F-7A20DDA5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90BBA9C-4DB4-41B9-975D-3E4AFCF4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636">
            <a:extLst xmlns:a="http://schemas.openxmlformats.org/drawingml/2006/main">
              <a:ext uri="{FF2B5EF4-FFF2-40B4-BE49-F238E27FC236}">
                <a16:creationId xmlns:a16="http://schemas.microsoft.com/office/drawing/2014/main" id="{79ED8F8F-F98A-4795-B716-4C63026722E3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637">
            <a:extLst xmlns:a="http://schemas.openxmlformats.org/drawingml/2006/main">
              <a:ext uri="{FF2B5EF4-FFF2-40B4-BE49-F238E27FC236}">
                <a16:creationId xmlns:a16="http://schemas.microsoft.com/office/drawing/2014/main" id="{E5ED5346-DA7A-48D6-A647-4ABB1A12D0DC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唐蕃会盟、靺鞨与边疆开发（续前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638">
            <a:extLst xmlns:a="http://schemas.openxmlformats.org/drawingml/2006/main">
              <a:ext uri="{FF2B5EF4-FFF2-40B4-BE49-F238E27FC236}">
                <a16:creationId xmlns:a16="http://schemas.microsoft.com/office/drawing/2014/main" id="{0EF4BE35-2271-4EA2-A7C1-B7BDCF2ACC15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安史之乱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A568AB-FD35-40E2-AE8A-E89C78DF7F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03a94fcfb34f14"/>
          <a:stretch xmlns:a="http://schemas.openxmlformats.org/drawingml/2006/main"/>
        </p:blipFill>
        <p:spPr>
          <a:xfrm xmlns:a="http://schemas.openxmlformats.org/drawingml/2006/main">
            <a:off x="3207134" y="1438275"/>
            <a:ext cx="6920733" cy="364807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6E1F40-C282-40C7-9940-654261DF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6312" y="2054449"/>
            <a:ext cx="285643" cy="51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B3D2E"/>
            </a:solidFill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0102CD1-C317-4F39-A1DB-56CF84AB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181600"/>
            <a:ext cx="1000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回纥 · 北部“回纥”字样，安北都护府附近</a:t>
            </a:r>
          </a:p>
          <a:p xmlns:a="http://schemas.openxmlformats.org/drawingml/2006/main">
            <a: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与唐合作；玄宗册封骨力裴罗为怀仁可汗。后改称回鹘，迁徙与融合不能简化为政权始终不变。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B4DF1A4-2272-4FF8-B97A-C92AD1B1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3055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朱砂框只定位文字，不代表疆域。</a:t>
            </a:r>
          </a:p>
        </p:txBody>
      </p:sp>
      <p:sp>
        <p:nvSpPr>
          <p:cNvPr id="16" name="link-639">
            <a:extLst xmlns:a="http://schemas.openxmlformats.org/drawingml/2006/main">
              <a:ext uri="{FF2B5EF4-FFF2-40B4-BE49-F238E27FC236}">
                <a16:creationId xmlns:a16="http://schemas.microsoft.com/office/drawing/2014/main" id="{957491FB-DC87-4005-ADDD-5FD881398BA2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00750"/>
            <a:ext cx="1866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突厥</a:t>
            </a:r>
          </a:p>
        </p:txBody>
      </p:sp>
      <p:sp>
        <p:nvSpPr>
          <p:cNvPr id="17" name="link-640">
            <a:extLst xmlns:a="http://schemas.openxmlformats.org/drawingml/2006/main">
              <a:ext uri="{FF2B5EF4-FFF2-40B4-BE49-F238E27FC236}">
                <a16:creationId xmlns:a16="http://schemas.microsoft.com/office/drawing/2014/main" id="{76D7E425-B5AC-4E14-909C-A3F8B67D6442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6000750"/>
            <a:ext cx="1866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回纥</a:t>
            </a:r>
          </a:p>
        </p:txBody>
      </p:sp>
      <p:sp>
        <p:nvSpPr>
          <p:cNvPr id="18" name="link-641">
            <a:extLst xmlns:a="http://schemas.openxmlformats.org/drawingml/2006/main">
              <a:ext uri="{FF2B5EF4-FFF2-40B4-BE49-F238E27FC236}">
                <a16:creationId xmlns:a16="http://schemas.microsoft.com/office/drawing/2014/main" id="{7A6D89A5-A8D6-4845-9FBB-C74D932CB3DB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6000750"/>
            <a:ext cx="1866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吐蕃</a:t>
            </a:r>
          </a:p>
        </p:txBody>
      </p:sp>
      <p:sp>
        <p:nvSpPr>
          <p:cNvPr id="19" name="link-642">
            <a:extLst xmlns:a="http://schemas.openxmlformats.org/drawingml/2006/main">
              <a:ext uri="{FF2B5EF4-FFF2-40B4-BE49-F238E27FC236}">
                <a16:creationId xmlns:a16="http://schemas.microsoft.com/office/drawing/2014/main" id="{E68698E3-6827-4CB7-836A-BB5648926EC6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6000750"/>
            <a:ext cx="1866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靺鞨／粟末</a:t>
            </a:r>
          </a:p>
        </p:txBody>
      </p:sp>
      <p:sp>
        <p:nvSpPr>
          <p:cNvPr id="20" name="link-643">
            <a:extLst xmlns:a="http://schemas.openxmlformats.org/drawingml/2006/main">
              <a:ext uri="{FF2B5EF4-FFF2-40B4-BE49-F238E27FC236}">
                <a16:creationId xmlns:a16="http://schemas.microsoft.com/office/drawing/2014/main" id="{0AB98380-91B8-4590-9FA2-B444D2498E4F}"/>
              </a:ext>
            </a:extLst>
            <ns20:hlinkClick xmlns:ns20="http://schemas.openxmlformats.org/drawingml/2006/main" xmlns:ns21="http://schemas.openxmlformats.org/officeDocument/2006/relationships" ns21:id="rIdNav10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000750"/>
            <a:ext cx="1866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清除定位</a:t>
            </a:r>
          </a:p>
        </p:txBody>
      </p:sp>
      <p:sp>
        <p:nvSpPr>
          <p:cNvPr id="21" name="link-644">
            <a:extLst xmlns:a="http://schemas.openxmlformats.org/drawingml/2006/main">
              <a:ext uri="{FF2B5EF4-FFF2-40B4-BE49-F238E27FC236}">
                <a16:creationId xmlns:a16="http://schemas.microsoft.com/office/drawing/2014/main" id="{7C62CC91-AF3D-4DB7-91EF-168754028245}"/>
              </a:ext>
            </a:extLst>
            <ns22:hlinkClick xmlns:ns22="http://schemas.openxmlformats.org/drawingml/2006/main" xmlns:ns23="http://schemas.openxmlformats.org/officeDocument/2006/relationships" ns23:id="rIdNav11" action="ppaction://hlinksldjump" tooltip="民族关系的处理方式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4762500"/>
            <a:ext cx="104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交往方式问答 ↗</a:t>
            </a:r>
          </a:p>
        </p:txBody>
      </p:sp>
    </p:spTree>
    <p:extLst>
      <p:ext uri="{BB962C8B-B14F-4D97-AF65-F5344CB8AC3E}">
        <p14:creationId xmlns:p14="http://schemas.microsoft.com/office/powerpoint/2010/main" val="327867181"/>
      </p:ext>
    </p:extLst>
  </p:cSld>
  <p:transition advClick="0"/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64C51C-3303-4399-AC84-6ABC494E8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645">
            <a:extLst xmlns:a="http://schemas.openxmlformats.org/drawingml/2006/main">
              <a:ext uri="{FF2B5EF4-FFF2-40B4-BE49-F238E27FC236}">
                <a16:creationId xmlns:a16="http://schemas.microsoft.com/office/drawing/2014/main" id="{5B21277D-2370-42C0-8446-C58ED4BB12CA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646">
            <a:extLst xmlns:a="http://schemas.openxmlformats.org/drawingml/2006/main">
              <a:ext uri="{FF2B5EF4-FFF2-40B4-BE49-F238E27FC236}">
                <a16:creationId xmlns:a16="http://schemas.microsoft.com/office/drawing/2014/main" id="{7EA26017-A97A-48D8-95E1-EA8FEB03EEC2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647">
            <a:extLst xmlns:a="http://schemas.openxmlformats.org/drawingml/2006/main">
              <a:ext uri="{FF2B5EF4-FFF2-40B4-BE49-F238E27FC236}">
                <a16:creationId xmlns:a16="http://schemas.microsoft.com/office/drawing/2014/main" id="{613BD68F-0918-4AAB-AB29-0C5173DB023A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E6A0F14-3FD3-4BB4-BA0B-AD8C09A92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唐朝前期形势和边疆各族分布图（669年）及古今地名表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852D031-B572-4AB5-9571-08220186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定位示意，非政治边界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8B48800-80FB-4D9D-BE4D-CF0E9A73A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7036BB0-BDD6-437C-8419-B2B826F6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648">
            <a:extLst xmlns:a="http://schemas.openxmlformats.org/drawingml/2006/main">
              <a:ext uri="{FF2B5EF4-FFF2-40B4-BE49-F238E27FC236}">
                <a16:creationId xmlns:a16="http://schemas.microsoft.com/office/drawing/2014/main" id="{F4D8CFAE-32E7-43B2-BC63-BD59613544DC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649">
            <a:extLst xmlns:a="http://schemas.openxmlformats.org/drawingml/2006/main">
              <a:ext uri="{FF2B5EF4-FFF2-40B4-BE49-F238E27FC236}">
                <a16:creationId xmlns:a16="http://schemas.microsoft.com/office/drawing/2014/main" id="{C73A4059-8E91-4BE1-83E0-421A7C207B1B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唐蕃会盟、靺鞨与边疆开发（续前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650">
            <a:extLst xmlns:a="http://schemas.openxmlformats.org/drawingml/2006/main">
              <a:ext uri="{FF2B5EF4-FFF2-40B4-BE49-F238E27FC236}">
                <a16:creationId xmlns:a16="http://schemas.microsoft.com/office/drawing/2014/main" id="{2C81340B-7813-44AD-ADE7-8D8D9F99C5B2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安史之乱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E3DA51-3DE3-4411-BD64-2F02412615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a49aaebde04fca"/>
          <a:stretch xmlns:a="http://schemas.openxmlformats.org/drawingml/2006/main"/>
        </p:blipFill>
        <p:spPr>
          <a:xfrm xmlns:a="http://schemas.openxmlformats.org/drawingml/2006/main">
            <a:off x="3207134" y="1438275"/>
            <a:ext cx="6920733" cy="364807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65AC14-7A4C-4A0E-85DA-DBF16864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430" y="3405134"/>
            <a:ext cx="681464" cy="240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B3D2E"/>
            </a:solidFill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1A407EB-A5EC-4923-AD76-998DB9D2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181600"/>
            <a:ext cx="1000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吐蕃 · 西南“吐蕃”字样，逻些以北</a:t>
            </a:r>
          </a:p>
          <a:p xmlns:a="http://schemas.openxmlformats.org/drawingml/2006/main">
            <a: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唐太宗以文成公主和亲；9世纪前期会盟。促进友好与经济文化交流，不等于唐直接管辖吐蕃全境。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B75CFBA-5EC3-4B19-86C5-CBC7855E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3055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朱砂框只定位文字，不代表疆域。</a:t>
            </a:r>
          </a:p>
        </p:txBody>
      </p:sp>
      <p:sp>
        <p:nvSpPr>
          <p:cNvPr id="16" name="link-651">
            <a:extLst xmlns:a="http://schemas.openxmlformats.org/drawingml/2006/main">
              <a:ext uri="{FF2B5EF4-FFF2-40B4-BE49-F238E27FC236}">
                <a16:creationId xmlns:a16="http://schemas.microsoft.com/office/drawing/2014/main" id="{53434835-FBEE-42DC-AB65-40D3516EFC68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00750"/>
            <a:ext cx="1866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突厥</a:t>
            </a:r>
          </a:p>
        </p:txBody>
      </p:sp>
      <p:sp>
        <p:nvSpPr>
          <p:cNvPr id="17" name="link-652">
            <a:extLst xmlns:a="http://schemas.openxmlformats.org/drawingml/2006/main">
              <a:ext uri="{FF2B5EF4-FFF2-40B4-BE49-F238E27FC236}">
                <a16:creationId xmlns:a16="http://schemas.microsoft.com/office/drawing/2014/main" id="{25DAFE90-6E41-4826-A79A-2A07F2146D3B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6000750"/>
            <a:ext cx="1866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回纥</a:t>
            </a:r>
          </a:p>
        </p:txBody>
      </p:sp>
      <p:sp>
        <p:nvSpPr>
          <p:cNvPr id="18" name="link-653">
            <a:extLst xmlns:a="http://schemas.openxmlformats.org/drawingml/2006/main">
              <a:ext uri="{FF2B5EF4-FFF2-40B4-BE49-F238E27FC236}">
                <a16:creationId xmlns:a16="http://schemas.microsoft.com/office/drawing/2014/main" id="{6B451928-7250-4A61-A471-0EE34EC408A4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6000750"/>
            <a:ext cx="1866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吐蕃</a:t>
            </a:r>
          </a:p>
        </p:txBody>
      </p:sp>
      <p:sp>
        <p:nvSpPr>
          <p:cNvPr id="19" name="link-654">
            <a:extLst xmlns:a="http://schemas.openxmlformats.org/drawingml/2006/main">
              <a:ext uri="{FF2B5EF4-FFF2-40B4-BE49-F238E27FC236}">
                <a16:creationId xmlns:a16="http://schemas.microsoft.com/office/drawing/2014/main" id="{2569EC86-A27E-49CE-AE9F-75626ABBCEC1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6000750"/>
            <a:ext cx="1866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靺鞨／粟末</a:t>
            </a:r>
          </a:p>
        </p:txBody>
      </p:sp>
      <p:sp>
        <p:nvSpPr>
          <p:cNvPr id="20" name="link-655">
            <a:extLst xmlns:a="http://schemas.openxmlformats.org/drawingml/2006/main">
              <a:ext uri="{FF2B5EF4-FFF2-40B4-BE49-F238E27FC236}">
                <a16:creationId xmlns:a16="http://schemas.microsoft.com/office/drawing/2014/main" id="{989ED21A-684C-495E-9722-E7A205960A3A}"/>
              </a:ext>
            </a:extLst>
            <ns20:hlinkClick xmlns:ns20="http://schemas.openxmlformats.org/drawingml/2006/main" xmlns:ns21="http://schemas.openxmlformats.org/officeDocument/2006/relationships" ns21:id="rIdNav10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000750"/>
            <a:ext cx="1866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清除定位</a:t>
            </a:r>
          </a:p>
        </p:txBody>
      </p:sp>
      <p:sp>
        <p:nvSpPr>
          <p:cNvPr id="21" name="link-656">
            <a:extLst xmlns:a="http://schemas.openxmlformats.org/drawingml/2006/main">
              <a:ext uri="{FF2B5EF4-FFF2-40B4-BE49-F238E27FC236}">
                <a16:creationId xmlns:a16="http://schemas.microsoft.com/office/drawing/2014/main" id="{50B04062-5D2B-426B-AED5-165FFC2AF3BF}"/>
              </a:ext>
            </a:extLst>
            <ns22:hlinkClick xmlns:ns22="http://schemas.openxmlformats.org/drawingml/2006/main" xmlns:ns23="http://schemas.openxmlformats.org/officeDocument/2006/relationships" ns23:id="rIdNav11" action="ppaction://hlinksldjump" tooltip="民族关系的处理方式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4762500"/>
            <a:ext cx="104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交往方式问答 ↗</a:t>
            </a:r>
          </a:p>
        </p:txBody>
      </p:sp>
    </p:spTree>
    <p:extLst>
      <p:ext uri="{BB962C8B-B14F-4D97-AF65-F5344CB8AC3E}">
        <p14:creationId xmlns:p14="http://schemas.microsoft.com/office/powerpoint/2010/main" val="751078565"/>
      </p:ext>
    </p:extLst>
  </p:cSld>
  <p:transition advClick="0"/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9F4D9B-3382-4144-8CDD-ED117F62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657">
            <a:extLst xmlns:a="http://schemas.openxmlformats.org/drawingml/2006/main">
              <a:ext uri="{FF2B5EF4-FFF2-40B4-BE49-F238E27FC236}">
                <a16:creationId xmlns:a16="http://schemas.microsoft.com/office/drawing/2014/main" id="{C652383D-EC91-47C2-B160-07C2754F6093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658">
            <a:extLst xmlns:a="http://schemas.openxmlformats.org/drawingml/2006/main">
              <a:ext uri="{FF2B5EF4-FFF2-40B4-BE49-F238E27FC236}">
                <a16:creationId xmlns:a16="http://schemas.microsoft.com/office/drawing/2014/main" id="{86DFBF16-FFD7-474F-831D-3FB217B04022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659">
            <a:extLst xmlns:a="http://schemas.openxmlformats.org/drawingml/2006/main">
              <a:ext uri="{FF2B5EF4-FFF2-40B4-BE49-F238E27FC236}">
                <a16:creationId xmlns:a16="http://schemas.microsoft.com/office/drawing/2014/main" id="{E25055E6-8ADC-422F-BE17-2418570588E4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2EB88E4-703C-4FEE-9C8A-E6A0489F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唐朝前期形势和边疆各族分布图（669年）及古今地名表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DAB9198-CEAB-41F9-984A-5496EE23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定位示意，非政治边界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0E32D47-EC98-4B32-BAAD-3B0155AF2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F8C73A0-5119-4582-8591-374160AB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660">
            <a:extLst xmlns:a="http://schemas.openxmlformats.org/drawingml/2006/main">
              <a:ext uri="{FF2B5EF4-FFF2-40B4-BE49-F238E27FC236}">
                <a16:creationId xmlns:a16="http://schemas.microsoft.com/office/drawing/2014/main" id="{E93837AC-4269-4DE6-8CA6-2105612A7337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661">
            <a:extLst xmlns:a="http://schemas.openxmlformats.org/drawingml/2006/main">
              <a:ext uri="{FF2B5EF4-FFF2-40B4-BE49-F238E27FC236}">
                <a16:creationId xmlns:a16="http://schemas.microsoft.com/office/drawing/2014/main" id="{2F5664C7-6225-40F3-B2FD-7CB89028D83A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唐蕃会盟、靺鞨与边疆开发（续前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662">
            <a:extLst xmlns:a="http://schemas.openxmlformats.org/drawingml/2006/main">
              <a:ext uri="{FF2B5EF4-FFF2-40B4-BE49-F238E27FC236}">
                <a16:creationId xmlns:a16="http://schemas.microsoft.com/office/drawing/2014/main" id="{905D009F-05ED-4D9B-87C2-7B81B43F379F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安史之乱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27DD7A-ADDF-4EA5-9E73-93C4D0DAFB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d229690cc84cb8"/>
          <a:stretch xmlns:a="http://schemas.openxmlformats.org/drawingml/2006/main"/>
        </p:blipFill>
        <p:spPr>
          <a:xfrm xmlns:a="http://schemas.openxmlformats.org/drawingml/2006/main">
            <a:off x="3207134" y="1438275"/>
            <a:ext cx="6920733" cy="364807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81835E-90FB-45B6-A632-F4AD4770C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5336" y="1797370"/>
            <a:ext cx="612093" cy="881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B3D2E"/>
            </a:solidFill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5553354-6098-4914-828E-B8A7561A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181600"/>
            <a:ext cx="1000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靺鞨／粟末 · 东北靺鞨字样及粟末部位置</a:t>
            </a:r>
          </a:p>
          <a:p xmlns:a="http://schemas.openxmlformats.org/drawingml/2006/main">
            <a: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唐玄宗册封粟末部首领大祚荣为渤海郡王。注意图上渤海713年、黑水726年的后置注记。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F676F21-BDA7-4B07-9A40-773B4D0EB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3055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朱砂框只定位文字，不代表疆域。</a:t>
            </a:r>
          </a:p>
        </p:txBody>
      </p:sp>
      <p:sp>
        <p:nvSpPr>
          <p:cNvPr id="16" name="link-663">
            <a:extLst xmlns:a="http://schemas.openxmlformats.org/drawingml/2006/main">
              <a:ext uri="{FF2B5EF4-FFF2-40B4-BE49-F238E27FC236}">
                <a16:creationId xmlns:a16="http://schemas.microsoft.com/office/drawing/2014/main" id="{99B432BD-0A7D-470B-BBDF-7D2CC007A971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00750"/>
            <a:ext cx="1866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突厥</a:t>
            </a:r>
          </a:p>
        </p:txBody>
      </p:sp>
      <p:sp>
        <p:nvSpPr>
          <p:cNvPr id="17" name="link-664">
            <a:extLst xmlns:a="http://schemas.openxmlformats.org/drawingml/2006/main">
              <a:ext uri="{FF2B5EF4-FFF2-40B4-BE49-F238E27FC236}">
                <a16:creationId xmlns:a16="http://schemas.microsoft.com/office/drawing/2014/main" id="{ACF561C3-57C4-47CC-A9E8-1A70594E19EB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6000750"/>
            <a:ext cx="1866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回纥</a:t>
            </a:r>
          </a:p>
        </p:txBody>
      </p:sp>
      <p:sp>
        <p:nvSpPr>
          <p:cNvPr id="18" name="link-665">
            <a:extLst xmlns:a="http://schemas.openxmlformats.org/drawingml/2006/main">
              <a:ext uri="{FF2B5EF4-FFF2-40B4-BE49-F238E27FC236}">
                <a16:creationId xmlns:a16="http://schemas.microsoft.com/office/drawing/2014/main" id="{309F7BC0-629F-4ACC-BACC-7042EC01C44B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6000750"/>
            <a:ext cx="1866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吐蕃</a:t>
            </a:r>
          </a:p>
        </p:txBody>
      </p:sp>
      <p:sp>
        <p:nvSpPr>
          <p:cNvPr id="19" name="link-666">
            <a:extLst xmlns:a="http://schemas.openxmlformats.org/drawingml/2006/main">
              <a:ext uri="{FF2B5EF4-FFF2-40B4-BE49-F238E27FC236}">
                <a16:creationId xmlns:a16="http://schemas.microsoft.com/office/drawing/2014/main" id="{5CA94708-1E72-41C3-A30B-8C61893BF3B1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6000750"/>
            <a:ext cx="1866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靺鞨／粟末</a:t>
            </a:r>
          </a:p>
        </p:txBody>
      </p:sp>
      <p:sp>
        <p:nvSpPr>
          <p:cNvPr id="20" name="link-667">
            <a:extLst xmlns:a="http://schemas.openxmlformats.org/drawingml/2006/main">
              <a:ext uri="{FF2B5EF4-FFF2-40B4-BE49-F238E27FC236}">
                <a16:creationId xmlns:a16="http://schemas.microsoft.com/office/drawing/2014/main" id="{DB5B775A-7674-4B4F-882C-5C6D519CB853}"/>
              </a:ext>
            </a:extLst>
            <ns20:hlinkClick xmlns:ns20="http://schemas.openxmlformats.org/drawingml/2006/main" xmlns:ns21="http://schemas.openxmlformats.org/officeDocument/2006/relationships" ns21:id="rIdNav10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000750"/>
            <a:ext cx="1866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清除定位</a:t>
            </a:r>
          </a:p>
        </p:txBody>
      </p:sp>
      <p:sp>
        <p:nvSpPr>
          <p:cNvPr id="21" name="link-668">
            <a:extLst xmlns:a="http://schemas.openxmlformats.org/drawingml/2006/main">
              <a:ext uri="{FF2B5EF4-FFF2-40B4-BE49-F238E27FC236}">
                <a16:creationId xmlns:a16="http://schemas.microsoft.com/office/drawing/2014/main" id="{60927B75-9063-4B6D-8B2A-4B7AE30777E3}"/>
              </a:ext>
            </a:extLst>
            <ns22:hlinkClick xmlns:ns22="http://schemas.openxmlformats.org/drawingml/2006/main" xmlns:ns23="http://schemas.openxmlformats.org/officeDocument/2006/relationships" ns23:id="rIdNav11" action="ppaction://hlinksldjump" tooltip="民族关系的处理方式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4762500"/>
            <a:ext cx="104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交往方式问答 ↗</a:t>
            </a:r>
          </a:p>
        </p:txBody>
      </p:sp>
    </p:spTree>
    <p:extLst>
      <p:ext uri="{BB962C8B-B14F-4D97-AF65-F5344CB8AC3E}">
        <p14:creationId xmlns:p14="http://schemas.microsoft.com/office/powerpoint/2010/main" val="1843960740"/>
      </p:ext>
    </p:extLst>
  </p:cSld>
  <p:transition advClick="0"/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B09F95-310A-45CE-A31A-273844AD7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669">
            <a:extLst xmlns:a="http://schemas.openxmlformats.org/drawingml/2006/main">
              <a:ext uri="{FF2B5EF4-FFF2-40B4-BE49-F238E27FC236}">
                <a16:creationId xmlns:a16="http://schemas.microsoft.com/office/drawing/2014/main" id="{D2097367-00F0-44DA-97B0-D0842A68273B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670">
            <a:extLst xmlns:a="http://schemas.openxmlformats.org/drawingml/2006/main">
              <a:ext uri="{FF2B5EF4-FFF2-40B4-BE49-F238E27FC236}">
                <a16:creationId xmlns:a16="http://schemas.microsoft.com/office/drawing/2014/main" id="{C6F62AA9-DE40-434A-876D-F8CA32D1FC44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671">
            <a:extLst xmlns:a="http://schemas.openxmlformats.org/drawingml/2006/main">
              <a:ext uri="{FF2B5EF4-FFF2-40B4-BE49-F238E27FC236}">
                <a16:creationId xmlns:a16="http://schemas.microsoft.com/office/drawing/2014/main" id="{C17457FD-C25B-478E-8FEE-F255CD5C8BAD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68509CE-9D75-42D6-A8D6-EAB2146B4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长安、洛阳与两京制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DB6585D-9CF8-4312-872B-88A9951F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394E1E4-3836-47C8-B965-083365A8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D628A39-CBA1-4F4B-9792-D21202108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AE5F16D-1AF4-4739-B367-FA2547A5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为什么同时出现长安、洛阳两都？</a:t>
            </a:r>
          </a:p>
        </p:txBody>
      </p:sp>
      <p:sp>
        <p:nvSpPr>
          <p:cNvPr id="10" name="link-672">
            <a:extLst xmlns:a="http://schemas.openxmlformats.org/drawingml/2006/main">
              <a:ext uri="{FF2B5EF4-FFF2-40B4-BE49-F238E27FC236}">
                <a16:creationId xmlns:a16="http://schemas.microsoft.com/office/drawing/2014/main" id="{97BAC309-C503-45B6-A334-788996311040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仓储、两都与大运河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673">
            <a:extLst xmlns:a="http://schemas.openxmlformats.org/drawingml/2006/main">
              <a:ext uri="{FF2B5EF4-FFF2-40B4-BE49-F238E27FC236}">
                <a16:creationId xmlns:a16="http://schemas.microsoft.com/office/drawing/2014/main" id="{9DDDCE58-04B2-495B-8297-CC1D4CE8F142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为什么同时出现长安、洛阳两都？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603060857"/>
      </p:ext>
    </p:extLst>
  </p:cSld>
  <p:transition advClick="0"/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521269-5AB4-40E6-8EA1-A5E8A43CF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674">
            <a:extLst xmlns:a="http://schemas.openxmlformats.org/drawingml/2006/main">
              <a:ext uri="{FF2B5EF4-FFF2-40B4-BE49-F238E27FC236}">
                <a16:creationId xmlns:a16="http://schemas.microsoft.com/office/drawing/2014/main" id="{DB4F07E5-708F-4A13-8046-E6F5C3A4BF35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675">
            <a:extLst xmlns:a="http://schemas.openxmlformats.org/drawingml/2006/main">
              <a:ext uri="{FF2B5EF4-FFF2-40B4-BE49-F238E27FC236}">
                <a16:creationId xmlns:a16="http://schemas.microsoft.com/office/drawing/2014/main" id="{D822D122-0CA2-4D2A-AC80-EE3C1AB8D943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676">
            <a:extLst xmlns:a="http://schemas.openxmlformats.org/drawingml/2006/main">
              <a:ext uri="{FF2B5EF4-FFF2-40B4-BE49-F238E27FC236}">
                <a16:creationId xmlns:a16="http://schemas.microsoft.com/office/drawing/2014/main" id="{CB0EAA82-4803-4C96-9F5C-B2048072DAB8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B7EB216-C249-460E-8D80-83B5D2B48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为什么同时出现长安、洛阳两都？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A198E81-BEEB-4B60-BE27-2ACAA751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A84EDD0-AF90-4182-9117-D2CF1591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44FBE88-B8EE-4E38-B97F-90C4DB79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link-677">
            <a:extLst xmlns:a="http://schemas.openxmlformats.org/drawingml/2006/main">
              <a:ext uri="{FF2B5EF4-FFF2-40B4-BE49-F238E27FC236}">
                <a16:creationId xmlns:a16="http://schemas.microsoft.com/office/drawing/2014/main" id="{89B006D1-1011-4AD1-B5E2-B8041218BBA8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仓储、两都与大运河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678">
            <a:extLst xmlns:a="http://schemas.openxmlformats.org/drawingml/2006/main">
              <a:ext uri="{FF2B5EF4-FFF2-40B4-BE49-F238E27FC236}">
                <a16:creationId xmlns:a16="http://schemas.microsoft.com/office/drawing/2014/main" id="{D5900078-6E6C-4D13-8EB4-AF56461EC92C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仓储、两都与大运河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AF9A4E3-B4F0-43BF-A2BE-77EAE924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两京制。隋文帝定都长安，隋炀帝迁都洛阳，将长安降为陪都。</a:t>
            </a:r>
          </a:p>
        </p:txBody>
      </p:sp>
    </p:spTree>
    <p:extLst>
      <p:ext uri="{BB962C8B-B14F-4D97-AF65-F5344CB8AC3E}">
        <p14:creationId xmlns:p14="http://schemas.microsoft.com/office/powerpoint/2010/main" val="1753054479"/>
      </p:ext>
    </p:extLst>
  </p:cSld>
  <p:transition advClick="0"/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6B0755-3574-4B55-8848-E2D65E01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679">
            <a:extLst xmlns:a="http://schemas.openxmlformats.org/drawingml/2006/main">
              <a:ext uri="{FF2B5EF4-FFF2-40B4-BE49-F238E27FC236}">
                <a16:creationId xmlns:a16="http://schemas.microsoft.com/office/drawing/2014/main" id="{3E540171-83FB-4C14-A9AD-E3D70BE09B28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680">
            <a:extLst xmlns:a="http://schemas.openxmlformats.org/drawingml/2006/main">
              <a:ext uri="{FF2B5EF4-FFF2-40B4-BE49-F238E27FC236}">
                <a16:creationId xmlns:a16="http://schemas.microsoft.com/office/drawing/2014/main" id="{ADA720E9-45B5-4351-A8EF-C2215D44F696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681">
            <a:extLst xmlns:a="http://schemas.openxmlformats.org/drawingml/2006/main">
              <a:ext uri="{FF2B5EF4-FFF2-40B4-BE49-F238E27FC236}">
                <a16:creationId xmlns:a16="http://schemas.microsoft.com/office/drawing/2014/main" id="{0D4B44DC-F2F3-489E-B0C9-25621682D8FE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016658A-E4C1-4F1D-87C0-7EAA9BA4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义仓的含义与制度演变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3AB8649-CB23-44FC-8113-A7F25818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18F517D-E4F4-4DFA-A1AA-7A6DFEE5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107281C-F3CF-4A74-AA10-03F0E641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6B0B375-6DEC-4D55-970D-995F015E3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义仓的功能及影响是什么？</a:t>
            </a:r>
          </a:p>
        </p:txBody>
      </p:sp>
      <p:sp>
        <p:nvSpPr>
          <p:cNvPr id="10" name="link-682">
            <a:extLst xmlns:a="http://schemas.openxmlformats.org/drawingml/2006/main">
              <a:ext uri="{FF2B5EF4-FFF2-40B4-BE49-F238E27FC236}">
                <a16:creationId xmlns:a16="http://schemas.microsoft.com/office/drawing/2014/main" id="{FF5143EF-9504-4351-A8E7-510D5ABD7378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仓储、两都与大运河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683">
            <a:extLst xmlns:a="http://schemas.openxmlformats.org/drawingml/2006/main">
              <a:ext uri="{FF2B5EF4-FFF2-40B4-BE49-F238E27FC236}">
                <a16:creationId xmlns:a16="http://schemas.microsoft.com/office/drawing/2014/main" id="{6378CD90-2DC8-456F-98D6-1312F1EB7857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义仓的功能及影响是什么？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1900512628"/>
      </p:ext>
    </p:extLst>
  </p:cSld>
  <p:transition advClick="0"/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0EC4B3-5A2C-480B-850A-63A21EE9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684">
            <a:extLst xmlns:a="http://schemas.openxmlformats.org/drawingml/2006/main">
              <a:ext uri="{FF2B5EF4-FFF2-40B4-BE49-F238E27FC236}">
                <a16:creationId xmlns:a16="http://schemas.microsoft.com/office/drawing/2014/main" id="{F64C82B9-5347-464F-86BB-C6ACF363570B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685">
            <a:extLst xmlns:a="http://schemas.openxmlformats.org/drawingml/2006/main">
              <a:ext uri="{FF2B5EF4-FFF2-40B4-BE49-F238E27FC236}">
                <a16:creationId xmlns:a16="http://schemas.microsoft.com/office/drawing/2014/main" id="{BA234B98-488E-48C0-BF72-1CAC5A0FD1B9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686">
            <a:extLst xmlns:a="http://schemas.openxmlformats.org/drawingml/2006/main">
              <a:ext uri="{FF2B5EF4-FFF2-40B4-BE49-F238E27FC236}">
                <a16:creationId xmlns:a16="http://schemas.microsoft.com/office/drawing/2014/main" id="{7C7D4EEC-05C8-4BF3-8C2A-CFC9DB141039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F99F085-BB9B-4762-ADDD-B8F0F3AF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义仓的功能及影响是什么？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B4B7D84-CB0E-488E-98BD-EF3E7637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F358C9A-6E3B-4174-85BA-30B79F58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8151851-50BD-4DFE-B2E0-BCB8EB2B8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link-687">
            <a:extLst xmlns:a="http://schemas.openxmlformats.org/drawingml/2006/main">
              <a:ext uri="{FF2B5EF4-FFF2-40B4-BE49-F238E27FC236}">
                <a16:creationId xmlns:a16="http://schemas.microsoft.com/office/drawing/2014/main" id="{D1436B12-D301-470B-8361-86D3C1EE8BF3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仓储、两都与大运河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688">
            <a:extLst xmlns:a="http://schemas.openxmlformats.org/drawingml/2006/main">
              <a:ext uri="{FF2B5EF4-FFF2-40B4-BE49-F238E27FC236}">
                <a16:creationId xmlns:a16="http://schemas.microsoft.com/office/drawing/2014/main" id="{D7294DC8-D2FA-4660-9F10-CED2EBE0DB66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仓储、两都与大运河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3B62976-9ADB-4A37-BD20-F553B26AC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功能：秋收后按收成缴纳粮食，饥荒时开仓赈灾。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影响：初期备荒救灾稳定社会，后期官办化、赋税化。</a:t>
            </a:r>
          </a:p>
        </p:txBody>
      </p:sp>
    </p:spTree>
    <p:extLst>
      <p:ext uri="{BB962C8B-B14F-4D97-AF65-F5344CB8AC3E}">
        <p14:creationId xmlns:p14="http://schemas.microsoft.com/office/powerpoint/2010/main" val="1459907739"/>
      </p:ext>
    </p:extLst>
  </p:cSld>
  <p:transition advClick="0"/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19F982-82C5-4508-B805-777B110E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689">
            <a:extLst xmlns:a="http://schemas.openxmlformats.org/drawingml/2006/main">
              <a:ext uri="{FF2B5EF4-FFF2-40B4-BE49-F238E27FC236}">
                <a16:creationId xmlns:a16="http://schemas.microsoft.com/office/drawing/2014/main" id="{D364801B-A43D-474C-BD8B-016075BFA739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690">
            <a:extLst xmlns:a="http://schemas.openxmlformats.org/drawingml/2006/main">
              <a:ext uri="{FF2B5EF4-FFF2-40B4-BE49-F238E27FC236}">
                <a16:creationId xmlns:a16="http://schemas.microsoft.com/office/drawing/2014/main" id="{121C72D7-7ED0-4140-8F1E-42875DB2EBE8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691">
            <a:extLst xmlns:a="http://schemas.openxmlformats.org/drawingml/2006/main">
              <a:ext uri="{FF2B5EF4-FFF2-40B4-BE49-F238E27FC236}">
                <a16:creationId xmlns:a16="http://schemas.microsoft.com/office/drawing/2014/main" id="{0BBF139A-5D57-487E-BFB6-AA49E49EFC88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A28D56C-DCC8-460A-85F3-418914D1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大运河：作用、联系与经济重心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ED06FD3-E3AB-40B6-A0F8-1659E7AD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1/3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010D2EC-BDCF-4C5F-8BAA-EB2F46D9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FB51D78-11AE-4347-831D-84C4FB53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6FA0F01-71CF-4E47-8D8C-09E06471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修大运河或修路有什么政治、经济、文化作用？</a:t>
            </a:r>
          </a:p>
        </p:txBody>
      </p:sp>
      <p:sp>
        <p:nvSpPr>
          <p:cNvPr id="10" name="link-692">
            <a:extLst xmlns:a="http://schemas.openxmlformats.org/drawingml/2006/main">
              <a:ext uri="{FF2B5EF4-FFF2-40B4-BE49-F238E27FC236}">
                <a16:creationId xmlns:a16="http://schemas.microsoft.com/office/drawing/2014/main" id="{D164B641-FA3C-4C5A-BCE2-BEAA6E25D346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仓储、两都与大运河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693">
            <a:extLst xmlns:a="http://schemas.openxmlformats.org/drawingml/2006/main">
              <a:ext uri="{FF2B5EF4-FFF2-40B4-BE49-F238E27FC236}">
                <a16:creationId xmlns:a16="http://schemas.microsoft.com/office/drawing/2014/main" id="{4BBB39A0-87C3-4642-9112-B33008A8CFC6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修大运河或修路有什么政治、经济、文化作用？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1711751039"/>
      </p:ext>
    </p:extLst>
  </p:cSld>
  <p:transition advClick="0"/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F31C05-02E7-41B8-9B0C-A8CBE212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694">
            <a:extLst xmlns:a="http://schemas.openxmlformats.org/drawingml/2006/main">
              <a:ext uri="{FF2B5EF4-FFF2-40B4-BE49-F238E27FC236}">
                <a16:creationId xmlns:a16="http://schemas.microsoft.com/office/drawing/2014/main" id="{76A12CCF-6B37-4DF9-B921-EC094294F676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695">
            <a:extLst xmlns:a="http://schemas.openxmlformats.org/drawingml/2006/main">
              <a:ext uri="{FF2B5EF4-FFF2-40B4-BE49-F238E27FC236}">
                <a16:creationId xmlns:a16="http://schemas.microsoft.com/office/drawing/2014/main" id="{4DB297CC-25D2-4E54-BF07-E620C505BED3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696">
            <a:extLst xmlns:a="http://schemas.openxmlformats.org/drawingml/2006/main">
              <a:ext uri="{FF2B5EF4-FFF2-40B4-BE49-F238E27FC236}">
                <a16:creationId xmlns:a16="http://schemas.microsoft.com/office/drawing/2014/main" id="{DF58F1D6-BF9F-4324-AD75-C4674AA7888F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9C2A6C6-3A30-43FD-8100-E2EC5993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修大运河或修路有什么政治、经济、文化作用？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8FD54D5-EB0A-40DA-BCDD-7788C397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1/3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66BE44C-7EE6-4ACE-9121-AB7D31DC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AE8EEF2-CF94-447E-B5EC-E5DD6CBB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link-697">
            <a:extLst xmlns:a="http://schemas.openxmlformats.org/drawingml/2006/main">
              <a:ext uri="{FF2B5EF4-FFF2-40B4-BE49-F238E27FC236}">
                <a16:creationId xmlns:a16="http://schemas.microsoft.com/office/drawing/2014/main" id="{7392FA31-E118-433D-9EC1-C35F567047D1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仓储、两都与大运河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698">
            <a:extLst xmlns:a="http://schemas.openxmlformats.org/drawingml/2006/main">
              <a:ext uri="{FF2B5EF4-FFF2-40B4-BE49-F238E27FC236}">
                <a16:creationId xmlns:a16="http://schemas.microsoft.com/office/drawing/2014/main" id="{F5246D3E-3841-4FE7-90AD-72D9DD026839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修大运河或修路有什么政治、经济、文化作用？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继续答案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1CFB9AB-F5FA-4217-AB98-6A4AA1B0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政治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巩固统一。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经济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促进南北经济交流，带动运河沿岸城市发展。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文化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有利于人员往来与南北文化交流。</a:t>
            </a:r>
          </a:p>
        </p:txBody>
      </p:sp>
    </p:spTree>
    <p:extLst>
      <p:ext uri="{BB962C8B-B14F-4D97-AF65-F5344CB8AC3E}">
        <p14:creationId xmlns:p14="http://schemas.microsoft.com/office/powerpoint/2010/main" val="59535461"/>
      </p:ext>
    </p:extLst>
  </p:cSld>
  <p:transition advClick="0"/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0C7922-BE4A-496D-9327-B6888679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699">
            <a:extLst xmlns:a="http://schemas.openxmlformats.org/drawingml/2006/main">
              <a:ext uri="{FF2B5EF4-FFF2-40B4-BE49-F238E27FC236}">
                <a16:creationId xmlns:a16="http://schemas.microsoft.com/office/drawing/2014/main" id="{A179FF61-C77C-40F0-9206-56993F50113D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700">
            <a:extLst xmlns:a="http://schemas.openxmlformats.org/drawingml/2006/main">
              <a:ext uri="{FF2B5EF4-FFF2-40B4-BE49-F238E27FC236}">
                <a16:creationId xmlns:a16="http://schemas.microsoft.com/office/drawing/2014/main" id="{DF3AEA2F-26A8-4595-98E0-86559424B947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701">
            <a:extLst xmlns:a="http://schemas.openxmlformats.org/drawingml/2006/main">
              <a:ext uri="{FF2B5EF4-FFF2-40B4-BE49-F238E27FC236}">
                <a16:creationId xmlns:a16="http://schemas.microsoft.com/office/drawing/2014/main" id="{554442C1-BC20-444E-B0E2-5E42D28DC139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2CE2F26-9A70-4AD1-B738-FA3BFBC3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修大运河或修路有什么政治、经济、文化作用？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0C5B4E8-12D6-4E6C-BDA5-928A2F87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1/3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BFA4F84-B297-46BE-A1B6-153004A2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0CA6419-2561-4AA0-A545-019E6FC3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link-702">
            <a:extLst xmlns:a="http://schemas.openxmlformats.org/drawingml/2006/main">
              <a:ext uri="{FF2B5EF4-FFF2-40B4-BE49-F238E27FC236}">
                <a16:creationId xmlns:a16="http://schemas.microsoft.com/office/drawing/2014/main" id="{23289E11-402F-4B3A-978A-925396006B19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仓储、两都与大运河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703">
            <a:extLst xmlns:a="http://schemas.openxmlformats.org/drawingml/2006/main">
              <a:ext uri="{FF2B5EF4-FFF2-40B4-BE49-F238E27FC236}">
                <a16:creationId xmlns:a16="http://schemas.microsoft.com/office/drawing/2014/main" id="{B3D51DCD-3F11-46C2-B78B-6D22409217EB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大运河：作用、联系与经济重心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下一题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821FA81-5999-4E06-A9A3-ED051FD6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运河作为水路，解决南北交通和物资转输问题。迁移到“修路作用”题时，按政治、经济、文化组织分析，但须结合具体材料选择角度，不能把三点机械套用于所有交通工程。</a:t>
            </a:r>
          </a:p>
        </p:txBody>
      </p:sp>
    </p:spTree>
    <p:extLst>
      <p:ext uri="{BB962C8B-B14F-4D97-AF65-F5344CB8AC3E}">
        <p14:creationId xmlns:p14="http://schemas.microsoft.com/office/powerpoint/2010/main" val="884581793"/>
      </p:ext>
    </p:extLst>
  </p:cSld>
  <p:transition advClick="0"/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DECDB7-11D0-4FA7-B4EC-66DC9DB6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704">
            <a:extLst xmlns:a="http://schemas.openxmlformats.org/drawingml/2006/main">
              <a:ext uri="{FF2B5EF4-FFF2-40B4-BE49-F238E27FC236}">
                <a16:creationId xmlns:a16="http://schemas.microsoft.com/office/drawing/2014/main" id="{C57D14CF-96D2-46CE-83F0-870F662B7750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705">
            <a:extLst xmlns:a="http://schemas.openxmlformats.org/drawingml/2006/main">
              <a:ext uri="{FF2B5EF4-FFF2-40B4-BE49-F238E27FC236}">
                <a16:creationId xmlns:a16="http://schemas.microsoft.com/office/drawing/2014/main" id="{54240A78-C9D7-46B0-A9BE-6D102EC0AE23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706">
            <a:extLst xmlns:a="http://schemas.openxmlformats.org/drawingml/2006/main">
              <a:ext uri="{FF2B5EF4-FFF2-40B4-BE49-F238E27FC236}">
                <a16:creationId xmlns:a16="http://schemas.microsoft.com/office/drawing/2014/main" id="{A721A8E4-DC69-4658-A347-8C96A55BE503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1DD76C6-8006-4301-80DB-ED6F8895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大运河：作用、联系与经济重心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5050866-5549-4D9F-9EB8-5B1CA170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2/3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7EF1D6D-D727-4DEA-8190-64BEE9EB4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8413E67-BB1E-40F6-8D1B-A296C0B91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ED3BDDD-96E9-4D6D-83CE-9CE9E62E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仓库、洛阳与运河为什么一起建设，怎样联系？</a:t>
            </a:r>
          </a:p>
        </p:txBody>
      </p:sp>
      <p:sp>
        <p:nvSpPr>
          <p:cNvPr id="10" name="link-707">
            <a:extLst xmlns:a="http://schemas.openxmlformats.org/drawingml/2006/main">
              <a:ext uri="{FF2B5EF4-FFF2-40B4-BE49-F238E27FC236}">
                <a16:creationId xmlns:a16="http://schemas.microsoft.com/office/drawing/2014/main" id="{AD063658-C535-4A6A-A827-B3DAC78DB996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仓储、两都与大运河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708">
            <a:extLst xmlns:a="http://schemas.openxmlformats.org/drawingml/2006/main">
              <a:ext uri="{FF2B5EF4-FFF2-40B4-BE49-F238E27FC236}">
                <a16:creationId xmlns:a16="http://schemas.microsoft.com/office/drawing/2014/main" id="{C6B916EB-2C6A-41DE-92CD-91CA3FDD3A85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大运河：作用、联系与经济重心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上一题</a:t>
            </a:r>
          </a:p>
        </p:txBody>
      </p:sp>
      <p:sp>
        <p:nvSpPr>
          <p:cNvPr id="12" name="link-709">
            <a:extLst xmlns:a="http://schemas.openxmlformats.org/drawingml/2006/main">
              <a:ext uri="{FF2B5EF4-FFF2-40B4-BE49-F238E27FC236}">
                <a16:creationId xmlns:a16="http://schemas.microsoft.com/office/drawing/2014/main" id="{ED613308-7CEA-4D27-AD28-552A508D357C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仓库、洛阳与运河为什么一起建设，怎样联系？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1655352746"/>
      </p:ext>
    </p:extLst>
  </p:cSld>
  <p:transition advClick="0"/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5BAF92-F98B-46F7-B8F4-58D460F9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710">
            <a:extLst xmlns:a="http://schemas.openxmlformats.org/drawingml/2006/main">
              <a:ext uri="{FF2B5EF4-FFF2-40B4-BE49-F238E27FC236}">
                <a16:creationId xmlns:a16="http://schemas.microsoft.com/office/drawing/2014/main" id="{3D45DF31-1D25-4FB2-8620-3377C22DD4ED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711">
            <a:extLst xmlns:a="http://schemas.openxmlformats.org/drawingml/2006/main">
              <a:ext uri="{FF2B5EF4-FFF2-40B4-BE49-F238E27FC236}">
                <a16:creationId xmlns:a16="http://schemas.microsoft.com/office/drawing/2014/main" id="{F8B8679F-6C47-4BAA-9397-578DA315B5D8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712">
            <a:extLst xmlns:a="http://schemas.openxmlformats.org/drawingml/2006/main">
              <a:ext uri="{FF2B5EF4-FFF2-40B4-BE49-F238E27FC236}">
                <a16:creationId xmlns:a16="http://schemas.microsoft.com/office/drawing/2014/main" id="{FC751926-4081-4BB8-91DD-17D436027027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DD6BC63-27B1-40F8-9B53-3A259100F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仓库、洛阳与运河为什么一起建设，怎样联系？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44335EF-9E2A-438E-84B9-050477F7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2/3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6E3173A-2796-43AF-BC61-F58F2287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1EBEA0E-10D7-40F3-A374-D7F3AB18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link-713">
            <a:extLst xmlns:a="http://schemas.openxmlformats.org/drawingml/2006/main">
              <a:ext uri="{FF2B5EF4-FFF2-40B4-BE49-F238E27FC236}">
                <a16:creationId xmlns:a16="http://schemas.microsoft.com/office/drawing/2014/main" id="{87DEC478-9B44-4A78-B078-3BD597727684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仓储、两都与大运河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714">
            <a:extLst xmlns:a="http://schemas.openxmlformats.org/drawingml/2006/main">
              <a:ext uri="{FF2B5EF4-FFF2-40B4-BE49-F238E27FC236}">
                <a16:creationId xmlns:a16="http://schemas.microsoft.com/office/drawing/2014/main" id="{3E2436A4-F537-42E4-869F-794067CE3B84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大运河：作用、联系与经济重心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上一题</a:t>
            </a:r>
          </a:p>
        </p:txBody>
      </p:sp>
      <p:sp>
        <p:nvSpPr>
          <p:cNvPr id="11" name="link-715">
            <a:extLst xmlns:a="http://schemas.openxmlformats.org/drawingml/2006/main">
              <a:ext uri="{FF2B5EF4-FFF2-40B4-BE49-F238E27FC236}">
                <a16:creationId xmlns:a16="http://schemas.microsoft.com/office/drawing/2014/main" id="{C05ABF4C-F120-43FB-9B03-C52E451DA7FF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大运河：作用、联系与经济重心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下一题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1D21509-0B42-43E5-B683-A20C041B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809750"/>
            <a:ext cx="4762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大运河连接经济与政治军事中心。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FAC5D8-76E4-4D4F-A8A8-098A91F79E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2c9fba077e476a"/>
          <a:stretch xmlns:a="http://schemas.openxmlformats.org/drawingml/2006/main"/>
        </p:blipFill>
        <p:spPr>
          <a:xfrm xmlns:a="http://schemas.openxmlformats.org/drawingml/2006/main">
            <a:off x="6937218" y="1666875"/>
            <a:ext cx="4413564" cy="428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030283"/>
      </p:ext>
    </p:extLst>
  </p:cSld>
  <p:transition advClick="0"/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8A9C96-FC08-44A5-82B0-312F6034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716">
            <a:extLst xmlns:a="http://schemas.openxmlformats.org/drawingml/2006/main">
              <a:ext uri="{FF2B5EF4-FFF2-40B4-BE49-F238E27FC236}">
                <a16:creationId xmlns:a16="http://schemas.microsoft.com/office/drawing/2014/main" id="{2160A23D-BBBD-4F11-A417-507ACE141A46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717">
            <a:extLst xmlns:a="http://schemas.openxmlformats.org/drawingml/2006/main">
              <a:ext uri="{FF2B5EF4-FFF2-40B4-BE49-F238E27FC236}">
                <a16:creationId xmlns:a16="http://schemas.microsoft.com/office/drawing/2014/main" id="{789E0A22-67D3-4ABE-853A-44DF548E9DE0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718">
            <a:extLst xmlns:a="http://schemas.openxmlformats.org/drawingml/2006/main">
              <a:ext uri="{FF2B5EF4-FFF2-40B4-BE49-F238E27FC236}">
                <a16:creationId xmlns:a16="http://schemas.microsoft.com/office/drawing/2014/main" id="{3817A334-6CBB-4D1D-8DDD-217233C36EB3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23054F9-DC7D-436C-AF1D-4343F062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大运河：作用、联系与经济重心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CDAF632-FB93-44DC-9A35-CC7A8B3D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3/3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C693E00-BAC7-48B8-AB9F-2DAD16DC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A1F841B-3349-46DD-993C-B1F450DF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A865560-91CA-4FD2-B37D-30A30BF89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经济重心南移经历了哪些阶段？</a:t>
            </a:r>
          </a:p>
        </p:txBody>
      </p:sp>
      <p:sp>
        <p:nvSpPr>
          <p:cNvPr id="10" name="link-719">
            <a:extLst xmlns:a="http://schemas.openxmlformats.org/drawingml/2006/main">
              <a:ext uri="{FF2B5EF4-FFF2-40B4-BE49-F238E27FC236}">
                <a16:creationId xmlns:a16="http://schemas.microsoft.com/office/drawing/2014/main" id="{4B08C3FA-81E1-4FDE-9657-CEF6DAB48520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仓储、两都与大运河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720">
            <a:extLst xmlns:a="http://schemas.openxmlformats.org/drawingml/2006/main">
              <a:ext uri="{FF2B5EF4-FFF2-40B4-BE49-F238E27FC236}">
                <a16:creationId xmlns:a16="http://schemas.microsoft.com/office/drawing/2014/main" id="{70018008-404A-47B5-8577-E5BF730F5FC7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大运河：作用、联系与经济重心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上一题</a:t>
            </a:r>
          </a:p>
        </p:txBody>
      </p:sp>
      <p:sp>
        <p:nvSpPr>
          <p:cNvPr id="12" name="link-721">
            <a:extLst xmlns:a="http://schemas.openxmlformats.org/drawingml/2006/main">
              <a:ext uri="{FF2B5EF4-FFF2-40B4-BE49-F238E27FC236}">
                <a16:creationId xmlns:a16="http://schemas.microsoft.com/office/drawing/2014/main" id="{228F1197-76D8-41B5-AA23-E836ABB0E095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经济重心南移经历了哪些阶段？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487615391"/>
      </p:ext>
    </p:extLst>
  </p:cSld>
  <p:transition advClick="0"/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5C8444-8384-4C08-955B-A58CF36D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722">
            <a:extLst xmlns:a="http://schemas.openxmlformats.org/drawingml/2006/main">
              <a:ext uri="{FF2B5EF4-FFF2-40B4-BE49-F238E27FC236}">
                <a16:creationId xmlns:a16="http://schemas.microsoft.com/office/drawing/2014/main" id="{EE2D3D59-9D4C-4D18-B5CC-68DD4261DB88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723">
            <a:extLst xmlns:a="http://schemas.openxmlformats.org/drawingml/2006/main">
              <a:ext uri="{FF2B5EF4-FFF2-40B4-BE49-F238E27FC236}">
                <a16:creationId xmlns:a16="http://schemas.microsoft.com/office/drawing/2014/main" id="{D50FB8E8-A525-47E0-845D-ECDA3B9E9357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724">
            <a:extLst xmlns:a="http://schemas.openxmlformats.org/drawingml/2006/main">
              <a:ext uri="{FF2B5EF4-FFF2-40B4-BE49-F238E27FC236}">
                <a16:creationId xmlns:a16="http://schemas.microsoft.com/office/drawing/2014/main" id="{B647DF8E-5B79-4B04-A9E4-F12223C0C4CE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98EE9C9-B73F-463B-BB98-AF48B14A5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经济重心南移经历了哪些阶段？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E6C2E9F-38CC-4D87-A1F1-BFED69957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3/3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EE4CDDF-8962-4F62-A213-3BD62B2C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3D10B5C-6EC5-4914-BEC1-A7B7BE97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link-725">
            <a:extLst xmlns:a="http://schemas.openxmlformats.org/drawingml/2006/main">
              <a:ext uri="{FF2B5EF4-FFF2-40B4-BE49-F238E27FC236}">
                <a16:creationId xmlns:a16="http://schemas.microsoft.com/office/drawing/2014/main" id="{1570781F-F991-4C62-AD3F-64F43BF21B6D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仓储、两都与大运河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726">
            <a:extLst xmlns:a="http://schemas.openxmlformats.org/drawingml/2006/main">
              <a:ext uri="{FF2B5EF4-FFF2-40B4-BE49-F238E27FC236}">
                <a16:creationId xmlns:a16="http://schemas.microsoft.com/office/drawing/2014/main" id="{F81C295F-B19E-4610-B856-49547F8BC2D8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大运河：作用、联系与经济重心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上一题</a:t>
            </a:r>
          </a:p>
        </p:txBody>
      </p:sp>
      <p:sp>
        <p:nvSpPr>
          <p:cNvPr id="11" name="link-727">
            <a:extLst xmlns:a="http://schemas.openxmlformats.org/drawingml/2006/main">
              <a:ext uri="{FF2B5EF4-FFF2-40B4-BE49-F238E27FC236}">
                <a16:creationId xmlns:a16="http://schemas.microsoft.com/office/drawing/2014/main" id="{8BFF900E-9AFF-4F9E-B4F5-14DC99309079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仓储、两都与大运河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373B3D8-917F-4E01-9058-E512372A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魏晋以前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经济重心主要在北方。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魏晋南北朝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江南逐步开发，南北经济差距缩小。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安史之乱后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南方经济进一步发展，经济重心逐渐南移。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靖康之变后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南方经济地位进一步提升，至南宋时期经济重心南移完成。</a:t>
            </a:r>
          </a:p>
        </p:txBody>
      </p:sp>
    </p:spTree>
    <p:extLst>
      <p:ext uri="{BB962C8B-B14F-4D97-AF65-F5344CB8AC3E}">
        <p14:creationId xmlns:p14="http://schemas.microsoft.com/office/powerpoint/2010/main" val="1977278896"/>
      </p:ext>
    </p:extLst>
  </p:cSld>
  <p:transition advClick="0"/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6E8B27-3A34-4D4E-AB9B-DBFA22E7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728">
            <a:extLst xmlns:a="http://schemas.openxmlformats.org/drawingml/2006/main">
              <a:ext uri="{FF2B5EF4-FFF2-40B4-BE49-F238E27FC236}">
                <a16:creationId xmlns:a16="http://schemas.microsoft.com/office/drawing/2014/main" id="{E5216105-4AD1-4D04-BC17-B8E9B0346B7F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729">
            <a:extLst xmlns:a="http://schemas.openxmlformats.org/drawingml/2006/main">
              <a:ext uri="{FF2B5EF4-FFF2-40B4-BE49-F238E27FC236}">
                <a16:creationId xmlns:a16="http://schemas.microsoft.com/office/drawing/2014/main" id="{0D6269C2-FE84-409E-B931-9031D9CC7643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730">
            <a:extLst xmlns:a="http://schemas.openxmlformats.org/drawingml/2006/main">
              <a:ext uri="{FF2B5EF4-FFF2-40B4-BE49-F238E27FC236}">
                <a16:creationId xmlns:a16="http://schemas.microsoft.com/office/drawing/2014/main" id="{E39B635F-949E-4F3C-BB1A-138185A78F22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F58E3AD-75F1-453C-BDC8-DDE5B3D3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秦和隋朝的相似之处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3317788-DF96-42F7-AE31-E994F045E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8EA815C-166E-4A53-869F-A92ED461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2AA20F1-4651-41DD-A203-BB452522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EE60D09-24CB-4F55-8F94-86E642AC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秦和隋朝的相似之处</a:t>
            </a:r>
          </a:p>
        </p:txBody>
      </p:sp>
      <p:sp>
        <p:nvSpPr>
          <p:cNvPr id="10" name="link-731">
            <a:extLst xmlns:a="http://schemas.openxmlformats.org/drawingml/2006/main">
              <a:ext uri="{FF2B5EF4-FFF2-40B4-BE49-F238E27FC236}">
                <a16:creationId xmlns:a16="http://schemas.microsoft.com/office/drawing/2014/main" id="{4146882C-6ABE-4B99-8AAF-A9F8A20FF30C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隋朝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732">
            <a:extLst xmlns:a="http://schemas.openxmlformats.org/drawingml/2006/main">
              <a:ext uri="{FF2B5EF4-FFF2-40B4-BE49-F238E27FC236}">
                <a16:creationId xmlns:a16="http://schemas.microsoft.com/office/drawing/2014/main" id="{6DCD1489-E7C2-4EF0-A730-C692574A6193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秦和隋朝的相似之处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1742423069"/>
      </p:ext>
    </p:extLst>
  </p:cSld>
  <p:transition advClick="0"/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A0E9E6-8B2B-4EA6-B360-62A58863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733">
            <a:extLst xmlns:a="http://schemas.openxmlformats.org/drawingml/2006/main">
              <a:ext uri="{FF2B5EF4-FFF2-40B4-BE49-F238E27FC236}">
                <a16:creationId xmlns:a16="http://schemas.microsoft.com/office/drawing/2014/main" id="{5C0B7E94-8591-487F-ABEF-221288BDC10B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734">
            <a:extLst xmlns:a="http://schemas.openxmlformats.org/drawingml/2006/main">
              <a:ext uri="{FF2B5EF4-FFF2-40B4-BE49-F238E27FC236}">
                <a16:creationId xmlns:a16="http://schemas.microsoft.com/office/drawing/2014/main" id="{FF5FE6A8-B47B-457E-8ABB-B3E531D41522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735">
            <a:extLst xmlns:a="http://schemas.openxmlformats.org/drawingml/2006/main">
              <a:ext uri="{FF2B5EF4-FFF2-40B4-BE49-F238E27FC236}">
                <a16:creationId xmlns:a16="http://schemas.microsoft.com/office/drawing/2014/main" id="{6E14A702-2CCC-421A-A4B2-3DE2748BCB10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F4F6866-4E10-468A-A77B-3F623517E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秦和隋朝的相似之处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417AFD5-11E5-4839-A970-8743C6DC8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8B638E5-7A0C-46EF-9EBF-1B5693F4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23FCD27-13EC-428D-925B-480EA1DFA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link-736">
            <a:extLst xmlns:a="http://schemas.openxmlformats.org/drawingml/2006/main">
              <a:ext uri="{FF2B5EF4-FFF2-40B4-BE49-F238E27FC236}">
                <a16:creationId xmlns:a16="http://schemas.microsoft.com/office/drawing/2014/main" id="{3C36782A-FCF5-47C6-AF40-C7FDE08F0C91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隋朝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737">
            <a:extLst xmlns:a="http://schemas.openxmlformats.org/drawingml/2006/main">
              <a:ext uri="{FF2B5EF4-FFF2-40B4-BE49-F238E27FC236}">
                <a16:creationId xmlns:a16="http://schemas.microsoft.com/office/drawing/2014/main" id="{6362893A-49A5-4D43-ABEE-22F332615BFE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隋朝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A5223A0-C6A1-45F2-9CE8-27CDCC488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建立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结束了长期分裂的局面，实现了全国的统一。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发展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都修建了举世闻名的工程，都制定了许多影响深远的制度。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灭亡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统治时间短，都因为暴政二世而亡。</a:t>
            </a:r>
          </a:p>
        </p:txBody>
      </p:sp>
    </p:spTree>
    <p:extLst>
      <p:ext uri="{BB962C8B-B14F-4D97-AF65-F5344CB8AC3E}">
        <p14:creationId xmlns:p14="http://schemas.microsoft.com/office/powerpoint/2010/main" val="1221264565"/>
      </p:ext>
    </p:extLst>
  </p:cSld>
  <p:transition advClick="0"/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5DEBD6-5268-44CE-8B33-D3291476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738">
            <a:extLst xmlns:a="http://schemas.openxmlformats.org/drawingml/2006/main">
              <a:ext uri="{FF2B5EF4-FFF2-40B4-BE49-F238E27FC236}">
                <a16:creationId xmlns:a16="http://schemas.microsoft.com/office/drawing/2014/main" id="{78AF4BF8-A505-45E9-82B3-E6BEE597FD9C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739">
            <a:extLst xmlns:a="http://schemas.openxmlformats.org/drawingml/2006/main">
              <a:ext uri="{FF2B5EF4-FFF2-40B4-BE49-F238E27FC236}">
                <a16:creationId xmlns:a16="http://schemas.microsoft.com/office/drawing/2014/main" id="{2AD9CE50-D647-4A13-AF7B-EF1ADE1146EF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740">
            <a:extLst xmlns:a="http://schemas.openxmlformats.org/drawingml/2006/main">
              <a:ext uri="{FF2B5EF4-FFF2-40B4-BE49-F238E27FC236}">
                <a16:creationId xmlns:a16="http://schemas.microsoft.com/office/drawing/2014/main" id="{FD58D9B2-8C40-4FE6-93E1-77E487DFA18F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11ABDBF-59E7-41F0-82D1-F4F88D4B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隋朝大运河的功过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B08EF0B-F1C3-48C7-B0F8-5245D8E2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53A4A6D-4319-47BB-9CB5-38395CD6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225D7B9-50BF-4AAF-A565-D615E804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0475A3F-8D6C-4B3A-9C63-3AC3F8E44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隋朝大运河的功过</a:t>
            </a:r>
          </a:p>
        </p:txBody>
      </p:sp>
      <p:sp>
        <p:nvSpPr>
          <p:cNvPr id="10" name="link-741">
            <a:extLst xmlns:a="http://schemas.openxmlformats.org/drawingml/2006/main">
              <a:ext uri="{FF2B5EF4-FFF2-40B4-BE49-F238E27FC236}">
                <a16:creationId xmlns:a16="http://schemas.microsoft.com/office/drawing/2014/main" id="{427EA7B3-AA9F-4E9D-B455-323052363A74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隋朝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742">
            <a:extLst xmlns:a="http://schemas.openxmlformats.org/drawingml/2006/main">
              <a:ext uri="{FF2B5EF4-FFF2-40B4-BE49-F238E27FC236}">
                <a16:creationId xmlns:a16="http://schemas.microsoft.com/office/drawing/2014/main" id="{42D8CF12-20D4-44EA-8108-7EBC4323A0FE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隋朝大运河的功过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1822329222"/>
      </p:ext>
    </p:extLst>
  </p:cSld>
  <p:transition advClick="0"/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BB5FA3-DDDE-4425-94D1-481FDCE5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743">
            <a:extLst xmlns:a="http://schemas.openxmlformats.org/drawingml/2006/main">
              <a:ext uri="{FF2B5EF4-FFF2-40B4-BE49-F238E27FC236}">
                <a16:creationId xmlns:a16="http://schemas.microsoft.com/office/drawing/2014/main" id="{9B1131E6-866B-4635-8A79-785FF1285710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744">
            <a:extLst xmlns:a="http://schemas.openxmlformats.org/drawingml/2006/main">
              <a:ext uri="{FF2B5EF4-FFF2-40B4-BE49-F238E27FC236}">
                <a16:creationId xmlns:a16="http://schemas.microsoft.com/office/drawing/2014/main" id="{98A3565A-7415-45AC-A96C-90B895165C56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745">
            <a:extLst xmlns:a="http://schemas.openxmlformats.org/drawingml/2006/main">
              <a:ext uri="{FF2B5EF4-FFF2-40B4-BE49-F238E27FC236}">
                <a16:creationId xmlns:a16="http://schemas.microsoft.com/office/drawing/2014/main" id="{08E8DAA7-032C-4272-BAFB-6DFD599DAC59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B231D09-82E1-49CC-B01A-8BB0E4E1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隋朝大运河的功过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02D0B2D-4A1B-4A0E-AA6B-D71759514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CF84360-B40C-49AD-A252-91E079F4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8484420-F89D-4C79-8F1E-ACEE2256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link-746">
            <a:extLst xmlns:a="http://schemas.openxmlformats.org/drawingml/2006/main">
              <a:ext uri="{FF2B5EF4-FFF2-40B4-BE49-F238E27FC236}">
                <a16:creationId xmlns:a16="http://schemas.microsoft.com/office/drawing/2014/main" id="{BA6FB71B-E279-4375-9EEF-48AAB7138F1B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隋朝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747">
            <a:extLst xmlns:a="http://schemas.openxmlformats.org/drawingml/2006/main">
              <a:ext uri="{FF2B5EF4-FFF2-40B4-BE49-F238E27FC236}">
                <a16:creationId xmlns:a16="http://schemas.microsoft.com/office/drawing/2014/main" id="{2229CDC1-144A-4681-85FD-E10316126E0C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隋朝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095633A-3B49-4881-A0F9-3326CD6E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利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连接了经济中心与政治中心。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连接南北，加强中央集权，加强了对地方的控制。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弊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滥用民力。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破坏农业。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激化了阶级矛盾。</a:t>
            </a:r>
          </a:p>
        </p:txBody>
      </p:sp>
    </p:spTree>
    <p:extLst>
      <p:ext uri="{BB962C8B-B14F-4D97-AF65-F5344CB8AC3E}">
        <p14:creationId xmlns:p14="http://schemas.microsoft.com/office/powerpoint/2010/main" val="190732382"/>
      </p:ext>
    </p:extLst>
  </p:cSld>
  <p:transition advClick="0"/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73532F-6D14-4AC2-8374-79582E73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748">
            <a:extLst xmlns:a="http://schemas.openxmlformats.org/drawingml/2006/main">
              <a:ext uri="{FF2B5EF4-FFF2-40B4-BE49-F238E27FC236}">
                <a16:creationId xmlns:a16="http://schemas.microsoft.com/office/drawing/2014/main" id="{9B92400C-C717-4949-8837-EB821D2F7650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749">
            <a:extLst xmlns:a="http://schemas.openxmlformats.org/drawingml/2006/main">
              <a:ext uri="{FF2B5EF4-FFF2-40B4-BE49-F238E27FC236}">
                <a16:creationId xmlns:a16="http://schemas.microsoft.com/office/drawing/2014/main" id="{8ACAB63B-6946-4471-B07C-5CA03090A4A3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750">
            <a:extLst xmlns:a="http://schemas.openxmlformats.org/drawingml/2006/main">
              <a:ext uri="{FF2B5EF4-FFF2-40B4-BE49-F238E27FC236}">
                <a16:creationId xmlns:a16="http://schemas.microsoft.com/office/drawing/2014/main" id="{82CBA8B6-6841-49E3-A3F7-A2C0958393E9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BCD2E26-93CA-41C9-BE54-AD0DD981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秦和隋朝的相似之处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E3A34DF-7CEB-484E-B3B7-6D90C0527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7E696A9-433C-4753-8465-DE017C00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D1B9C03-2091-4D6F-932B-79D61D18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0DCC236-03C9-42BA-A891-1782C83B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秦和隋朝的相似之处</a:t>
            </a:r>
          </a:p>
        </p:txBody>
      </p:sp>
      <p:sp>
        <p:nvSpPr>
          <p:cNvPr id="10" name="link-751">
            <a:extLst xmlns:a="http://schemas.openxmlformats.org/drawingml/2006/main">
              <a:ext uri="{FF2B5EF4-FFF2-40B4-BE49-F238E27FC236}">
                <a16:creationId xmlns:a16="http://schemas.microsoft.com/office/drawing/2014/main" id="{52FA45B9-DECA-414D-8921-D652637BF169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学思之窗：皮日休诗与提问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752">
            <a:extLst xmlns:a="http://schemas.openxmlformats.org/drawingml/2006/main">
              <a:ext uri="{FF2B5EF4-FFF2-40B4-BE49-F238E27FC236}">
                <a16:creationId xmlns:a16="http://schemas.microsoft.com/office/drawing/2014/main" id="{B5B1D303-1D22-41F2-A579-BB9BE18FF4A8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秦和隋朝的相似之处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2139250223"/>
      </p:ext>
    </p:extLst>
  </p:cSld>
  <p:transition advClick="0"/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38357A-555D-467D-8DED-6022440A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753">
            <a:extLst xmlns:a="http://schemas.openxmlformats.org/drawingml/2006/main">
              <a:ext uri="{FF2B5EF4-FFF2-40B4-BE49-F238E27FC236}">
                <a16:creationId xmlns:a16="http://schemas.microsoft.com/office/drawing/2014/main" id="{6FF5E34C-E747-4B5A-B67E-666C5A1AFC17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754">
            <a:extLst xmlns:a="http://schemas.openxmlformats.org/drawingml/2006/main">
              <a:ext uri="{FF2B5EF4-FFF2-40B4-BE49-F238E27FC236}">
                <a16:creationId xmlns:a16="http://schemas.microsoft.com/office/drawing/2014/main" id="{166BC95A-A494-4BE4-86AE-00E85538952A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755">
            <a:extLst xmlns:a="http://schemas.openxmlformats.org/drawingml/2006/main">
              <a:ext uri="{FF2B5EF4-FFF2-40B4-BE49-F238E27FC236}">
                <a16:creationId xmlns:a16="http://schemas.microsoft.com/office/drawing/2014/main" id="{0CE2529A-049A-4757-8917-25CB8BD54C65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72839D8-4659-4F9D-A871-89A32243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秦和隋朝的相似之处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B2B781B-44BD-47FC-9514-34D7CF66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A23AEE8-EE20-45F2-A59D-910157F9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90C47C5-2700-4312-9469-AE371242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link-756">
            <a:extLst xmlns:a="http://schemas.openxmlformats.org/drawingml/2006/main">
              <a:ext uri="{FF2B5EF4-FFF2-40B4-BE49-F238E27FC236}">
                <a16:creationId xmlns:a16="http://schemas.microsoft.com/office/drawing/2014/main" id="{9982607E-AF8B-479B-A946-4FA5DE66778E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学思之窗：皮日休诗与提问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757">
            <a:extLst xmlns:a="http://schemas.openxmlformats.org/drawingml/2006/main">
              <a:ext uri="{FF2B5EF4-FFF2-40B4-BE49-F238E27FC236}">
                <a16:creationId xmlns:a16="http://schemas.microsoft.com/office/drawing/2014/main" id="{C26F61CF-89E7-4430-B6A6-68A252D45BA0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学思之窗：皮日休诗与提问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F908C90-5C86-4CEF-9A8E-5CBBE07C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建立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结束了长期分裂的局面，实现了全国的统一。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发展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都修建了举世闻名的工程，都制定了许多影响深远的制度。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灭亡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统治时间短，都因为暴政二世而亡。</a:t>
            </a:r>
          </a:p>
        </p:txBody>
      </p:sp>
    </p:spTree>
    <p:extLst>
      <p:ext uri="{BB962C8B-B14F-4D97-AF65-F5344CB8AC3E}">
        <p14:creationId xmlns:p14="http://schemas.microsoft.com/office/powerpoint/2010/main" val="1589693267"/>
      </p:ext>
    </p:extLst>
  </p:cSld>
  <p:transition advClick="0"/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6E953D-8130-4ACF-A581-0151DE3C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758">
            <a:extLst xmlns:a="http://schemas.openxmlformats.org/drawingml/2006/main">
              <a:ext uri="{FF2B5EF4-FFF2-40B4-BE49-F238E27FC236}">
                <a16:creationId xmlns:a16="http://schemas.microsoft.com/office/drawing/2014/main" id="{6763E85C-5141-41AA-8233-3C4995E2CD45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759">
            <a:extLst xmlns:a="http://schemas.openxmlformats.org/drawingml/2006/main">
              <a:ext uri="{FF2B5EF4-FFF2-40B4-BE49-F238E27FC236}">
                <a16:creationId xmlns:a16="http://schemas.microsoft.com/office/drawing/2014/main" id="{EB3894F7-928C-426D-A1AA-B702A39D1E5B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760">
            <a:extLst xmlns:a="http://schemas.openxmlformats.org/drawingml/2006/main">
              <a:ext uri="{FF2B5EF4-FFF2-40B4-BE49-F238E27FC236}">
                <a16:creationId xmlns:a16="http://schemas.microsoft.com/office/drawing/2014/main" id="{A209BFDD-B7BC-43EB-8B5B-00795775B762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3C78915-B18E-4FBB-9468-B8C17B62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隋朝大运河的功过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59F036B-D13C-436B-8A7F-5C8D15CE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6E315BD-7D9D-47C9-A803-645067D6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BFE28DC-0623-4E14-AD4F-FDFBF57B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9BBD77A-6CC8-4586-B783-C6C1C831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隋朝大运河的功过</a:t>
            </a:r>
          </a:p>
        </p:txBody>
      </p:sp>
      <p:sp>
        <p:nvSpPr>
          <p:cNvPr id="10" name="link-761">
            <a:extLst xmlns:a="http://schemas.openxmlformats.org/drawingml/2006/main">
              <a:ext uri="{FF2B5EF4-FFF2-40B4-BE49-F238E27FC236}">
                <a16:creationId xmlns:a16="http://schemas.microsoft.com/office/drawing/2014/main" id="{A83219BB-E210-4E87-BFA4-EFDD009FDF1D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学思之窗：皮日休诗与提问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762">
            <a:extLst xmlns:a="http://schemas.openxmlformats.org/drawingml/2006/main">
              <a:ext uri="{FF2B5EF4-FFF2-40B4-BE49-F238E27FC236}">
                <a16:creationId xmlns:a16="http://schemas.microsoft.com/office/drawing/2014/main" id="{5E827C35-718E-42D0-97BF-066F34709D1C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隋朝大运河的功过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349283178"/>
      </p:ext>
    </p:extLst>
  </p:cSld>
  <p:transition advClick="0"/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A9EB68-3D64-4C82-B57C-4EDA22E0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763">
            <a:extLst xmlns:a="http://schemas.openxmlformats.org/drawingml/2006/main">
              <a:ext uri="{FF2B5EF4-FFF2-40B4-BE49-F238E27FC236}">
                <a16:creationId xmlns:a16="http://schemas.microsoft.com/office/drawing/2014/main" id="{4D42E626-1CE7-4503-BBFF-70C5D461CA20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764">
            <a:extLst xmlns:a="http://schemas.openxmlformats.org/drawingml/2006/main">
              <a:ext uri="{FF2B5EF4-FFF2-40B4-BE49-F238E27FC236}">
                <a16:creationId xmlns:a16="http://schemas.microsoft.com/office/drawing/2014/main" id="{48B7132A-064B-4C5F-8A17-E595C50A64B7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765">
            <a:extLst xmlns:a="http://schemas.openxmlformats.org/drawingml/2006/main">
              <a:ext uri="{FF2B5EF4-FFF2-40B4-BE49-F238E27FC236}">
                <a16:creationId xmlns:a16="http://schemas.microsoft.com/office/drawing/2014/main" id="{7395A3F5-518C-482C-9DC7-310EB251EB6A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3EC71C8-CD30-4351-AC0A-80711424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隋朝大运河的功过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A4E1343-7B95-4CA2-9755-E90DC1BE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B80A5A1-20E3-4A67-A534-EC918973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B3D13FF-2C8A-4147-A2B8-A89F7428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link-766">
            <a:extLst xmlns:a="http://schemas.openxmlformats.org/drawingml/2006/main">
              <a:ext uri="{FF2B5EF4-FFF2-40B4-BE49-F238E27FC236}">
                <a16:creationId xmlns:a16="http://schemas.microsoft.com/office/drawing/2014/main" id="{6B2A21DA-CF32-4082-B1B8-1ED57C9F6278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学思之窗：皮日休诗与提问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767">
            <a:extLst xmlns:a="http://schemas.openxmlformats.org/drawingml/2006/main">
              <a:ext uri="{FF2B5EF4-FFF2-40B4-BE49-F238E27FC236}">
                <a16:creationId xmlns:a16="http://schemas.microsoft.com/office/drawing/2014/main" id="{D046AB00-F1CC-41D7-A64E-9681B6B461CF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学思之窗：皮日休诗与提问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E6ABD9A-F412-4502-A18B-7088400C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利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连接了经济中心与政治中心。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连接南北，加强中央集权，加强了对地方的控制。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弊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滥用民力。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破坏农业。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激化了阶级矛盾。</a:t>
            </a:r>
          </a:p>
        </p:txBody>
      </p:sp>
    </p:spTree>
    <p:extLst>
      <p:ext uri="{BB962C8B-B14F-4D97-AF65-F5344CB8AC3E}">
        <p14:creationId xmlns:p14="http://schemas.microsoft.com/office/powerpoint/2010/main" val="1297155085"/>
      </p:ext>
    </p:extLst>
  </p:cSld>
  <p:transition advClick="0"/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4EF7F7-6996-4B2D-B325-ECA0A921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768">
            <a:extLst xmlns:a="http://schemas.openxmlformats.org/drawingml/2006/main">
              <a:ext uri="{FF2B5EF4-FFF2-40B4-BE49-F238E27FC236}">
                <a16:creationId xmlns:a16="http://schemas.microsoft.com/office/drawing/2014/main" id="{5E24AC5E-76B4-4625-B2E4-9534B006A2EC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769">
            <a:extLst xmlns:a="http://schemas.openxmlformats.org/drawingml/2006/main">
              <a:ext uri="{FF2B5EF4-FFF2-40B4-BE49-F238E27FC236}">
                <a16:creationId xmlns:a16="http://schemas.microsoft.com/office/drawing/2014/main" id="{0CD8994D-89E9-49FB-A778-ED08E0FE9133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770">
            <a:extLst xmlns:a="http://schemas.openxmlformats.org/drawingml/2006/main">
              <a:ext uri="{FF2B5EF4-FFF2-40B4-BE49-F238E27FC236}">
                <a16:creationId xmlns:a16="http://schemas.microsoft.com/office/drawing/2014/main" id="{9C304E0E-2D7D-468F-90D2-0DD98E248CAF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0998A8D-93C4-4850-8913-1473E38E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曲辕犁与唐三彩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0D06F55-5F9F-4630-AB19-6B13A9AF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4A1537A-9C32-45AC-991F-C2F61FDE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57C3E30-FB9B-4BDF-BA2D-489FFB09D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BC5C183-B0C1-4E13-B4F7-77575AEA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曲辕犁和唐三彩分别说明什么？</a:t>
            </a:r>
          </a:p>
        </p:txBody>
      </p:sp>
      <p:sp>
        <p:nvSpPr>
          <p:cNvPr id="10" name="link-771">
            <a:extLst xmlns:a="http://schemas.openxmlformats.org/drawingml/2006/main">
              <a:ext uri="{FF2B5EF4-FFF2-40B4-BE49-F238E27FC236}">
                <a16:creationId xmlns:a16="http://schemas.microsoft.com/office/drawing/2014/main" id="{15CD234E-BE0A-46DF-8214-47449DDC430B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贞观之治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772">
            <a:extLst xmlns:a="http://schemas.openxmlformats.org/drawingml/2006/main">
              <a:ext uri="{FF2B5EF4-FFF2-40B4-BE49-F238E27FC236}">
                <a16:creationId xmlns:a16="http://schemas.microsoft.com/office/drawing/2014/main" id="{9FC7A51C-06AE-455D-926D-1D509AD5BB79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曲辕犁和唐三彩分别说明什么？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1449748767"/>
      </p:ext>
    </p:extLst>
  </p:cSld>
  <p:transition advClick="0"/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042E7E-A6C3-45DD-814F-CF85DAA1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773">
            <a:extLst xmlns:a="http://schemas.openxmlformats.org/drawingml/2006/main">
              <a:ext uri="{FF2B5EF4-FFF2-40B4-BE49-F238E27FC236}">
                <a16:creationId xmlns:a16="http://schemas.microsoft.com/office/drawing/2014/main" id="{F8CF386F-C184-4D78-B62A-AF88DAA85125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774">
            <a:extLst xmlns:a="http://schemas.openxmlformats.org/drawingml/2006/main">
              <a:ext uri="{FF2B5EF4-FFF2-40B4-BE49-F238E27FC236}">
                <a16:creationId xmlns:a16="http://schemas.microsoft.com/office/drawing/2014/main" id="{D5816E32-ACD2-4645-9577-C74EB70A4A4E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775">
            <a:extLst xmlns:a="http://schemas.openxmlformats.org/drawingml/2006/main">
              <a:ext uri="{FF2B5EF4-FFF2-40B4-BE49-F238E27FC236}">
                <a16:creationId xmlns:a16="http://schemas.microsoft.com/office/drawing/2014/main" id="{42074059-5D28-42D4-9E1B-A2B19D973A0B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BF1814D-7984-4942-A61B-E2841BAF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曲辕犁和唐三彩分别说明什么？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EBA41E1-1D18-43D2-A118-538C3CE1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9194672-1A83-4955-8495-9BB15EE33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98CB5BA-4E41-48A4-A5EA-286F1AC28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776">
            <a:extLst xmlns:a="http://schemas.openxmlformats.org/drawingml/2006/main">
              <a:ext uri="{FF2B5EF4-FFF2-40B4-BE49-F238E27FC236}">
                <a16:creationId xmlns:a16="http://schemas.microsoft.com/office/drawing/2014/main" id="{9FD55CEF-C119-49A8-BC66-98818424E28E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贞观之治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777">
            <a:extLst xmlns:a="http://schemas.openxmlformats.org/drawingml/2006/main">
              <a:ext uri="{FF2B5EF4-FFF2-40B4-BE49-F238E27FC236}">
                <a16:creationId xmlns:a16="http://schemas.microsoft.com/office/drawing/2014/main" id="{95E2500B-4E17-42EB-9C6F-DABDA00BB136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贞观之治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0CABC4A-2D6C-4CB1-8D26-E9873BFBE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曲辕犁体现农业生产工具的改进：短曲辕、加装犁评以调节深浅、改进犁壁；在江南水田推广。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唐三彩盘可从手工业中的陶瓷工艺与装饰技术角度观察（课堂归纳）。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教材图注：三彩盘出土于陕西乾县唐永泰公主墓，釉色绿、褐、白相间，兼具图案规律与釉色自然流动的特点。短曲辕比长直辕轻便；工具改良提高耕作便利性、适应性是课堂分析。</a:t>
            </a:r>
          </a:p>
        </p:txBody>
      </p:sp>
    </p:spTree>
    <p:extLst>
      <p:ext uri="{BB962C8B-B14F-4D97-AF65-F5344CB8AC3E}">
        <p14:creationId xmlns:p14="http://schemas.microsoft.com/office/powerpoint/2010/main" val="321216528"/>
      </p:ext>
    </p:extLst>
  </p:cSld>
  <p:transition advClick="0"/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AE96C0-0F62-42BC-8993-D4B7F2B1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778">
            <a:extLst xmlns:a="http://schemas.openxmlformats.org/drawingml/2006/main">
              <a:ext uri="{FF2B5EF4-FFF2-40B4-BE49-F238E27FC236}">
                <a16:creationId xmlns:a16="http://schemas.microsoft.com/office/drawing/2014/main" id="{D8D9C1A7-2380-4F0E-BD01-F08E53EB0FEE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779">
            <a:extLst xmlns:a="http://schemas.openxmlformats.org/drawingml/2006/main">
              <a:ext uri="{FF2B5EF4-FFF2-40B4-BE49-F238E27FC236}">
                <a16:creationId xmlns:a16="http://schemas.microsoft.com/office/drawing/2014/main" id="{512A94E3-F0B9-44DC-8DDC-69648C93C4CA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780">
            <a:extLst xmlns:a="http://schemas.openxmlformats.org/drawingml/2006/main">
              <a:ext uri="{FF2B5EF4-FFF2-40B4-BE49-F238E27FC236}">
                <a16:creationId xmlns:a16="http://schemas.microsoft.com/office/drawing/2014/main" id="{1D960AA5-CB8D-4F6D-87C6-D50542DBA90E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7510CAB-2546-4C28-95DF-725ADCA3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隋唐盛世的形成原因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A8FBFFB-AC72-4349-9A51-C2C02FE9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F2B8CD5-CA7A-4031-BD19-0E5D2F9B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A0FDC5C-A062-4E48-931B-4606AAD4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C3182D2-A24F-449A-A88B-6506841A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隋唐盛世的形成原因</a:t>
            </a:r>
          </a:p>
        </p:txBody>
      </p:sp>
      <p:sp>
        <p:nvSpPr>
          <p:cNvPr id="10" name="link-781">
            <a:extLst xmlns:a="http://schemas.openxmlformats.org/drawingml/2006/main">
              <a:ext uri="{FF2B5EF4-FFF2-40B4-BE49-F238E27FC236}">
                <a16:creationId xmlns:a16="http://schemas.microsoft.com/office/drawing/2014/main" id="{F43B8A27-92BC-4E22-8E59-B222C91933C2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贞观之治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782">
            <a:extLst xmlns:a="http://schemas.openxmlformats.org/drawingml/2006/main">
              <a:ext uri="{FF2B5EF4-FFF2-40B4-BE49-F238E27FC236}">
                <a16:creationId xmlns:a16="http://schemas.microsoft.com/office/drawing/2014/main" id="{43A94455-CD66-4C32-B4C2-DED38A152845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隋唐盛世的形成原因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615485123"/>
      </p:ext>
    </p:extLst>
  </p:cSld>
  <p:transition advClick="0"/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A4C8F5-1DDE-4804-AE22-6056620B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783">
            <a:extLst xmlns:a="http://schemas.openxmlformats.org/drawingml/2006/main">
              <a:ext uri="{FF2B5EF4-FFF2-40B4-BE49-F238E27FC236}">
                <a16:creationId xmlns:a16="http://schemas.microsoft.com/office/drawing/2014/main" id="{F2E2DAFF-9E01-4C75-A3CF-EF08508B142F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784">
            <a:extLst xmlns:a="http://schemas.openxmlformats.org/drawingml/2006/main">
              <a:ext uri="{FF2B5EF4-FFF2-40B4-BE49-F238E27FC236}">
                <a16:creationId xmlns:a16="http://schemas.microsoft.com/office/drawing/2014/main" id="{F1C3E52A-3FB3-4732-9473-21CB932BB82E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785">
            <a:extLst xmlns:a="http://schemas.openxmlformats.org/drawingml/2006/main">
              <a:ext uri="{FF2B5EF4-FFF2-40B4-BE49-F238E27FC236}">
                <a16:creationId xmlns:a16="http://schemas.microsoft.com/office/drawing/2014/main" id="{242EF4ED-D1C2-469D-A64F-2BCD545092D9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1CA8FAF-6107-44C3-9297-B29E6D2B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隋唐盛世的形成原因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BA09497-3C36-4CCC-843A-E16AFFEB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904E70D-8652-4FA8-97A4-1E738C50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AB9B50B-91F8-4807-BEEB-6AC667B65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786">
            <a:extLst xmlns:a="http://schemas.openxmlformats.org/drawingml/2006/main">
              <a:ext uri="{FF2B5EF4-FFF2-40B4-BE49-F238E27FC236}">
                <a16:creationId xmlns:a16="http://schemas.microsoft.com/office/drawing/2014/main" id="{CDA97AFD-2898-465D-827A-7965CD6D1E62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贞观之治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787">
            <a:extLst xmlns:a="http://schemas.openxmlformats.org/drawingml/2006/main">
              <a:ext uri="{FF2B5EF4-FFF2-40B4-BE49-F238E27FC236}">
                <a16:creationId xmlns:a16="http://schemas.microsoft.com/office/drawing/2014/main" id="{DD9D0824-B8FB-47A0-BB20-592770A13EFB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隋唐盛世的形成原因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继续答案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1BAA5FF-41A4-4EF0-B6D4-38D09906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政治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国家统一，疆域辽阔。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三省六部制、科举制的确立，对于国家治理和人才选拔起到了积极作用。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统治者吸取历史教训，保证了政局的稳定和政策的连续性。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经济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生产力的进步。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统治者重视发展生产，施行有利于经济发展的措施。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文化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科举制重视人才的选拔。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开放的对外政策与频繁的中外文化交流。</a:t>
            </a:r>
          </a:p>
        </p:txBody>
      </p:sp>
    </p:spTree>
    <p:extLst>
      <p:ext uri="{BB962C8B-B14F-4D97-AF65-F5344CB8AC3E}">
        <p14:creationId xmlns:p14="http://schemas.microsoft.com/office/powerpoint/2010/main" val="1392297674"/>
      </p:ext>
    </p:extLst>
  </p:cSld>
  <p:transition advClick="0"/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5B6C58-F889-4445-99BA-6D3E0411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788">
            <a:extLst xmlns:a="http://schemas.openxmlformats.org/drawingml/2006/main">
              <a:ext uri="{FF2B5EF4-FFF2-40B4-BE49-F238E27FC236}">
                <a16:creationId xmlns:a16="http://schemas.microsoft.com/office/drawing/2014/main" id="{EBC5F5A9-09A2-4791-AFB2-570B8B81FFE0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789">
            <a:extLst xmlns:a="http://schemas.openxmlformats.org/drawingml/2006/main">
              <a:ext uri="{FF2B5EF4-FFF2-40B4-BE49-F238E27FC236}">
                <a16:creationId xmlns:a16="http://schemas.microsoft.com/office/drawing/2014/main" id="{9E69498F-6394-45BF-9474-D614774BD2F6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790">
            <a:extLst xmlns:a="http://schemas.openxmlformats.org/drawingml/2006/main">
              <a:ext uri="{FF2B5EF4-FFF2-40B4-BE49-F238E27FC236}">
                <a16:creationId xmlns:a16="http://schemas.microsoft.com/office/drawing/2014/main" id="{256571FE-B140-452F-BE53-6E3EE708EF6E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2100A72-3260-4887-BEC6-4FDD38DF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隋唐盛世的形成原因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74E28CB-0B2A-4807-8E9B-13FF4FEBA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C4352A6-CA6F-47E2-B8FA-3B0FCBB1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DA160A2-2EE5-422C-9968-2FC9645F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791">
            <a:extLst xmlns:a="http://schemas.openxmlformats.org/drawingml/2006/main">
              <a:ext uri="{FF2B5EF4-FFF2-40B4-BE49-F238E27FC236}">
                <a16:creationId xmlns:a16="http://schemas.microsoft.com/office/drawing/2014/main" id="{15B5676C-78EF-4B27-BE83-C401364AB455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贞观之治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792">
            <a:extLst xmlns:a="http://schemas.openxmlformats.org/drawingml/2006/main">
              <a:ext uri="{FF2B5EF4-FFF2-40B4-BE49-F238E27FC236}">
                <a16:creationId xmlns:a16="http://schemas.microsoft.com/office/drawing/2014/main" id="{17EE3DDF-63D4-4EFD-A54C-84176FFCFB95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贞观之治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CDD026F-944E-4B8B-AB25-F258AF20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军事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兵制改革，提升军队战斗力。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民族关系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开明的民族政策，促进了民族交融与边疆地区的稳定。</a:t>
            </a:r>
          </a:p>
        </p:txBody>
      </p:sp>
    </p:spTree>
    <p:extLst>
      <p:ext uri="{BB962C8B-B14F-4D97-AF65-F5344CB8AC3E}">
        <p14:creationId xmlns:p14="http://schemas.microsoft.com/office/powerpoint/2010/main" val="1484951644"/>
      </p:ext>
    </p:extLst>
  </p:cSld>
  <p:transition advClick="0"/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40F661-C343-4AC5-8A71-2509C03D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793">
            <a:extLst xmlns:a="http://schemas.openxmlformats.org/drawingml/2006/main">
              <a:ext uri="{FF2B5EF4-FFF2-40B4-BE49-F238E27FC236}">
                <a16:creationId xmlns:a16="http://schemas.microsoft.com/office/drawing/2014/main" id="{82AD8F01-AA0C-4A89-A383-410CCE2A681F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794">
            <a:extLst xmlns:a="http://schemas.openxmlformats.org/drawingml/2006/main">
              <a:ext uri="{FF2B5EF4-FFF2-40B4-BE49-F238E27FC236}">
                <a16:creationId xmlns:a16="http://schemas.microsoft.com/office/drawing/2014/main" id="{6AFFEE39-0A9D-48BA-AE3B-E7834455ECE4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795">
            <a:extLst xmlns:a="http://schemas.openxmlformats.org/drawingml/2006/main">
              <a:ext uri="{FF2B5EF4-FFF2-40B4-BE49-F238E27FC236}">
                <a16:creationId xmlns:a16="http://schemas.microsoft.com/office/drawing/2014/main" id="{75B099D1-A62F-4492-AD77-4B9CC5431F1F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69E0F48-D9A1-4736-B850-8D625901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曲辕犁与唐三彩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3B07067-A891-460B-9CAD-FD53283D3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24B7F4C-6D33-4A71-B49C-C23EE0EE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CD2DE69-D848-4830-88FA-0F9C4F31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1339A0A-7E71-4001-A60F-DF1A8F76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曲辕犁和唐三彩分别说明什么？</a:t>
            </a:r>
          </a:p>
        </p:txBody>
      </p:sp>
      <p:sp>
        <p:nvSpPr>
          <p:cNvPr id="10" name="link-796">
            <a:extLst xmlns:a="http://schemas.openxmlformats.org/drawingml/2006/main">
              <a:ext uri="{FF2B5EF4-FFF2-40B4-BE49-F238E27FC236}">
                <a16:creationId xmlns:a16="http://schemas.microsoft.com/office/drawing/2014/main" id="{AF2C7543-9290-41C2-B486-3D987BF409CB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武则天时期与开元盛世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797">
            <a:extLst xmlns:a="http://schemas.openxmlformats.org/drawingml/2006/main">
              <a:ext uri="{FF2B5EF4-FFF2-40B4-BE49-F238E27FC236}">
                <a16:creationId xmlns:a16="http://schemas.microsoft.com/office/drawing/2014/main" id="{03F9B97F-2561-4D25-A60D-108D67F8874B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曲辕犁和唐三彩分别说明什么？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1178295959"/>
      </p:ext>
    </p:extLst>
  </p:cSld>
  <p:transition advClick="0"/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419813-0172-4BE4-BCF0-034D479CD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798">
            <a:extLst xmlns:a="http://schemas.openxmlformats.org/drawingml/2006/main">
              <a:ext uri="{FF2B5EF4-FFF2-40B4-BE49-F238E27FC236}">
                <a16:creationId xmlns:a16="http://schemas.microsoft.com/office/drawing/2014/main" id="{5ACF2D5B-E4BF-4CC1-81A4-C11EC9FEB13C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799">
            <a:extLst xmlns:a="http://schemas.openxmlformats.org/drawingml/2006/main">
              <a:ext uri="{FF2B5EF4-FFF2-40B4-BE49-F238E27FC236}">
                <a16:creationId xmlns:a16="http://schemas.microsoft.com/office/drawing/2014/main" id="{F6D47553-C5C8-4F7C-AF03-DBC0C30772B9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800">
            <a:extLst xmlns:a="http://schemas.openxmlformats.org/drawingml/2006/main">
              <a:ext uri="{FF2B5EF4-FFF2-40B4-BE49-F238E27FC236}">
                <a16:creationId xmlns:a16="http://schemas.microsoft.com/office/drawing/2014/main" id="{D00C3B81-833D-476B-8DA1-A242DFE30272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7FD6D46-BF28-4957-96CA-B0CEFBF7C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曲辕犁和唐三彩分别说明什么？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39208A6-8476-4FEE-A8B1-0BB2DB44E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7B3C13A-2DF7-4455-B4DE-071BD6C4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1B623CE-8A7B-4B88-A3B4-4B08D398F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801">
            <a:extLst xmlns:a="http://schemas.openxmlformats.org/drawingml/2006/main">
              <a:ext uri="{FF2B5EF4-FFF2-40B4-BE49-F238E27FC236}">
                <a16:creationId xmlns:a16="http://schemas.microsoft.com/office/drawing/2014/main" id="{C26C1DBF-B126-4024-BDF4-E3439EE1DCA7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武则天时期与开元盛世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802">
            <a:extLst xmlns:a="http://schemas.openxmlformats.org/drawingml/2006/main">
              <a:ext uri="{FF2B5EF4-FFF2-40B4-BE49-F238E27FC236}">
                <a16:creationId xmlns:a16="http://schemas.microsoft.com/office/drawing/2014/main" id="{DAA0B51D-9564-4CEE-A0BC-DF2AD4868815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武则天时期与开元盛世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10BE8AC-0D27-459C-B31B-A2F7CF58C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曲辕犁体现农业生产工具的改进：短曲辕、加装犁评以调节深浅、改进犁壁；在江南水田推广。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唐三彩盘可从手工业中的陶瓷工艺与装饰技术角度观察（课堂归纳）。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教材图注：三彩盘出土于陕西乾县唐永泰公主墓，釉色绿、褐、白相间，兼具图案规律与釉色自然流动的特点。短曲辕比长直辕轻便；工具改良提高耕作便利性、适应性是课堂分析。</a:t>
            </a:r>
          </a:p>
        </p:txBody>
      </p:sp>
    </p:spTree>
    <p:extLst>
      <p:ext uri="{BB962C8B-B14F-4D97-AF65-F5344CB8AC3E}">
        <p14:creationId xmlns:p14="http://schemas.microsoft.com/office/powerpoint/2010/main" val="474621445"/>
      </p:ext>
    </p:extLst>
  </p:cSld>
  <p:transition advClick="0"/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FF9CC0-CE2E-43A6-A403-A0E4AF71F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803">
            <a:extLst xmlns:a="http://schemas.openxmlformats.org/drawingml/2006/main">
              <a:ext uri="{FF2B5EF4-FFF2-40B4-BE49-F238E27FC236}">
                <a16:creationId xmlns:a16="http://schemas.microsoft.com/office/drawing/2014/main" id="{A3609537-B5C7-413F-94FD-0DE4F03632AB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804">
            <a:extLst xmlns:a="http://schemas.openxmlformats.org/drawingml/2006/main">
              <a:ext uri="{FF2B5EF4-FFF2-40B4-BE49-F238E27FC236}">
                <a16:creationId xmlns:a16="http://schemas.microsoft.com/office/drawing/2014/main" id="{0020B790-48D3-4DC6-BAAD-A781E5CC7B2E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805">
            <a:extLst xmlns:a="http://schemas.openxmlformats.org/drawingml/2006/main">
              <a:ext uri="{FF2B5EF4-FFF2-40B4-BE49-F238E27FC236}">
                <a16:creationId xmlns:a16="http://schemas.microsoft.com/office/drawing/2014/main" id="{25040334-6EDB-452A-AD28-C8CB5DDE235B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F325458-C840-4E5F-8701-CC5CABCA6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隋唐盛世的形成原因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2FF8994-E126-4784-8F3D-A42C4B1C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08D2E6E-32E5-4A34-81B0-9EF0304A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09AB004-A622-4E25-B5E2-63E2B78C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C64EA16-8343-4055-8082-428CE808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隋唐盛世的形成原因</a:t>
            </a:r>
          </a:p>
        </p:txBody>
      </p:sp>
      <p:sp>
        <p:nvSpPr>
          <p:cNvPr id="10" name="link-806">
            <a:extLst xmlns:a="http://schemas.openxmlformats.org/drawingml/2006/main">
              <a:ext uri="{FF2B5EF4-FFF2-40B4-BE49-F238E27FC236}">
                <a16:creationId xmlns:a16="http://schemas.microsoft.com/office/drawing/2014/main" id="{440BE758-D579-43E6-95CD-7A835DC1AA05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武则天时期与开元盛世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807">
            <a:extLst xmlns:a="http://schemas.openxmlformats.org/drawingml/2006/main">
              <a:ext uri="{FF2B5EF4-FFF2-40B4-BE49-F238E27FC236}">
                <a16:creationId xmlns:a16="http://schemas.microsoft.com/office/drawing/2014/main" id="{B77FDE8A-496D-4022-B58B-E208295FB6AE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隋唐盛世的形成原因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1682060155"/>
      </p:ext>
    </p:extLst>
  </p:cSld>
  <p:transition advClick="0"/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595D2C-92A2-4F25-BC3C-B965D039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808">
            <a:extLst xmlns:a="http://schemas.openxmlformats.org/drawingml/2006/main">
              <a:ext uri="{FF2B5EF4-FFF2-40B4-BE49-F238E27FC236}">
                <a16:creationId xmlns:a16="http://schemas.microsoft.com/office/drawing/2014/main" id="{ED3E7010-8340-4A89-958B-6C2B1F7E92E2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809">
            <a:extLst xmlns:a="http://schemas.openxmlformats.org/drawingml/2006/main">
              <a:ext uri="{FF2B5EF4-FFF2-40B4-BE49-F238E27FC236}">
                <a16:creationId xmlns:a16="http://schemas.microsoft.com/office/drawing/2014/main" id="{8E445D0E-ED10-4003-ACD4-5AA565377793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810">
            <a:extLst xmlns:a="http://schemas.openxmlformats.org/drawingml/2006/main">
              <a:ext uri="{FF2B5EF4-FFF2-40B4-BE49-F238E27FC236}">
                <a16:creationId xmlns:a16="http://schemas.microsoft.com/office/drawing/2014/main" id="{289EC0A5-89A1-479F-80FE-8DEB25740D86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AA39522-6E47-4E59-8049-E94A995C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隋唐盛世的形成原因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EFC1A77-5F7D-4014-AAE3-50BAE0219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3F2FA9D-C5FD-409B-9352-10889061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905FB4F-C7A9-41A8-9B7C-B2B67FBC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811">
            <a:extLst xmlns:a="http://schemas.openxmlformats.org/drawingml/2006/main">
              <a:ext uri="{FF2B5EF4-FFF2-40B4-BE49-F238E27FC236}">
                <a16:creationId xmlns:a16="http://schemas.microsoft.com/office/drawing/2014/main" id="{6938D231-3DC7-4AFC-A301-D4C003A6099C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武则天时期与开元盛世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812">
            <a:extLst xmlns:a="http://schemas.openxmlformats.org/drawingml/2006/main">
              <a:ext uri="{FF2B5EF4-FFF2-40B4-BE49-F238E27FC236}">
                <a16:creationId xmlns:a16="http://schemas.microsoft.com/office/drawing/2014/main" id="{50D0C814-8E38-4539-B45E-6F8CDB06346B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隋唐盛世的形成原因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继续答案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862F74E-87DF-437E-B69B-EC13D833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政治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国家统一，疆域辽阔。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三省六部制、科举制的确立，对于国家治理和人才选拔起到了积极作用。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统治者吸取历史教训，保证了政局的稳定和政策的连续性。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经济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生产力的进步。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统治者重视发展生产，施行有利于经济发展的措施。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文化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科举制重视人才的选拔。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开放的对外政策与频繁的中外文化交流。</a:t>
            </a:r>
          </a:p>
        </p:txBody>
      </p:sp>
    </p:spTree>
    <p:extLst>
      <p:ext uri="{BB962C8B-B14F-4D97-AF65-F5344CB8AC3E}">
        <p14:creationId xmlns:p14="http://schemas.microsoft.com/office/powerpoint/2010/main" val="1151530872"/>
      </p:ext>
    </p:extLst>
  </p:cSld>
  <p:transition advClick="0"/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306DE3-346C-43CF-A12D-44286CF0F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813">
            <a:extLst xmlns:a="http://schemas.openxmlformats.org/drawingml/2006/main">
              <a:ext uri="{FF2B5EF4-FFF2-40B4-BE49-F238E27FC236}">
                <a16:creationId xmlns:a16="http://schemas.microsoft.com/office/drawing/2014/main" id="{4F80304F-4FEA-4B2E-B96E-C47D5912743D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814">
            <a:extLst xmlns:a="http://schemas.openxmlformats.org/drawingml/2006/main">
              <a:ext uri="{FF2B5EF4-FFF2-40B4-BE49-F238E27FC236}">
                <a16:creationId xmlns:a16="http://schemas.microsoft.com/office/drawing/2014/main" id="{1ED81B69-BCC3-4BA7-BFD7-60E2E4FF46EF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815">
            <a:extLst xmlns:a="http://schemas.openxmlformats.org/drawingml/2006/main">
              <a:ext uri="{FF2B5EF4-FFF2-40B4-BE49-F238E27FC236}">
                <a16:creationId xmlns:a16="http://schemas.microsoft.com/office/drawing/2014/main" id="{C6AE2AA9-A6FE-4A7D-BA50-D3EB6B81E48A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567C9B7-9E15-4963-9843-143F5147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隋唐盛世的形成原因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5C61719-07D4-4BDA-B6CA-83D839C6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7EC9636-0E13-4686-9743-581AD94D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94D1BDA-9537-464F-8928-2CEEFDB60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816">
            <a:extLst xmlns:a="http://schemas.openxmlformats.org/drawingml/2006/main">
              <a:ext uri="{FF2B5EF4-FFF2-40B4-BE49-F238E27FC236}">
                <a16:creationId xmlns:a16="http://schemas.microsoft.com/office/drawing/2014/main" id="{AB99EED5-F0DF-4516-B68F-06BD71508F5E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武则天时期与开元盛世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817">
            <a:extLst xmlns:a="http://schemas.openxmlformats.org/drawingml/2006/main">
              <a:ext uri="{FF2B5EF4-FFF2-40B4-BE49-F238E27FC236}">
                <a16:creationId xmlns:a16="http://schemas.microsoft.com/office/drawing/2014/main" id="{7A65381C-B1FD-4B48-8499-ACDC84729E9F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武则天时期与开元盛世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464A2FC-3FDE-4E4D-8717-0B4757FA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军事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兵制改革，提升军队战斗力。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民族关系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开明的民族政策，促进了民族交融与边疆地区的稳定。</a:t>
            </a:r>
          </a:p>
        </p:txBody>
      </p:sp>
    </p:spTree>
    <p:extLst>
      <p:ext uri="{BB962C8B-B14F-4D97-AF65-F5344CB8AC3E}">
        <p14:creationId xmlns:p14="http://schemas.microsoft.com/office/powerpoint/2010/main" val="180570964"/>
      </p:ext>
    </p:extLst>
  </p:cSld>
  <p:transition advClick="0"/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113711-3B5A-4911-9A47-46035D81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818">
            <a:extLst xmlns:a="http://schemas.openxmlformats.org/drawingml/2006/main">
              <a:ext uri="{FF2B5EF4-FFF2-40B4-BE49-F238E27FC236}">
                <a16:creationId xmlns:a16="http://schemas.microsoft.com/office/drawing/2014/main" id="{1B86539D-2510-4469-AF39-0DE77F016014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819">
            <a:extLst xmlns:a="http://schemas.openxmlformats.org/drawingml/2006/main">
              <a:ext uri="{FF2B5EF4-FFF2-40B4-BE49-F238E27FC236}">
                <a16:creationId xmlns:a16="http://schemas.microsoft.com/office/drawing/2014/main" id="{A922DA16-B4D8-4B06-9C2B-EC582664121D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820">
            <a:extLst xmlns:a="http://schemas.openxmlformats.org/drawingml/2006/main">
              <a:ext uri="{FF2B5EF4-FFF2-40B4-BE49-F238E27FC236}">
                <a16:creationId xmlns:a16="http://schemas.microsoft.com/office/drawing/2014/main" id="{2C32FA39-BBD2-49F0-A747-3548E932E330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3E84FD5-D2A5-47ED-9B12-83E2CDDE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曲辕犁与唐三彩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7759B58-9A84-455A-87B0-32D79A45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2E546CC-DB53-4017-B735-B39886CD5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3FA08A8-F697-43D5-9F4E-A4B8934E5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2085CB7-F261-410F-8D70-FBDA017A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曲辕犁和唐三彩分别说明什么？</a:t>
            </a:r>
          </a:p>
        </p:txBody>
      </p:sp>
      <p:sp>
        <p:nvSpPr>
          <p:cNvPr id="10" name="link-821">
            <a:extLst xmlns:a="http://schemas.openxmlformats.org/drawingml/2006/main">
              <a:ext uri="{FF2B5EF4-FFF2-40B4-BE49-F238E27FC236}">
                <a16:creationId xmlns:a16="http://schemas.microsoft.com/office/drawing/2014/main" id="{BC36BF21-973F-4C51-B1C7-9673B9558DBC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历史纵横：唐朝曲辕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822">
            <a:extLst xmlns:a="http://schemas.openxmlformats.org/drawingml/2006/main">
              <a:ext uri="{FF2B5EF4-FFF2-40B4-BE49-F238E27FC236}">
                <a16:creationId xmlns:a16="http://schemas.microsoft.com/office/drawing/2014/main" id="{7BE319D5-ED96-458D-8E27-E6BD36886A59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曲辕犁和唐三彩分别说明什么？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261805187"/>
      </p:ext>
    </p:extLst>
  </p:cSld>
  <p:transition advClick="0"/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53F873-0C5B-4447-8E8E-66276DAC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823">
            <a:extLst xmlns:a="http://schemas.openxmlformats.org/drawingml/2006/main">
              <a:ext uri="{FF2B5EF4-FFF2-40B4-BE49-F238E27FC236}">
                <a16:creationId xmlns:a16="http://schemas.microsoft.com/office/drawing/2014/main" id="{8CA06173-63A1-4322-8AFB-E59B9FFE3115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824">
            <a:extLst xmlns:a="http://schemas.openxmlformats.org/drawingml/2006/main">
              <a:ext uri="{FF2B5EF4-FFF2-40B4-BE49-F238E27FC236}">
                <a16:creationId xmlns:a16="http://schemas.microsoft.com/office/drawing/2014/main" id="{0CDFEBF2-626B-4DBB-9014-F6ED6C2675B1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825">
            <a:extLst xmlns:a="http://schemas.openxmlformats.org/drawingml/2006/main">
              <a:ext uri="{FF2B5EF4-FFF2-40B4-BE49-F238E27FC236}">
                <a16:creationId xmlns:a16="http://schemas.microsoft.com/office/drawing/2014/main" id="{EA266D9F-9B49-4DE9-971C-9650B492D889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5088E47-C270-4502-B7B4-EE78BBB6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曲辕犁和唐三彩分别说明什么？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AF96A01-84F4-41C0-AC35-177A4E986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9C04340-9EB9-4D29-B0EF-EFBF78D6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9E13C3C-8357-4897-9D51-98B8E23D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826">
            <a:extLst xmlns:a="http://schemas.openxmlformats.org/drawingml/2006/main">
              <a:ext uri="{FF2B5EF4-FFF2-40B4-BE49-F238E27FC236}">
                <a16:creationId xmlns:a16="http://schemas.microsoft.com/office/drawing/2014/main" id="{26CFE48F-FB12-4FD3-AF78-AEFF3596B603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历史纵横：唐朝曲辕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827">
            <a:extLst xmlns:a="http://schemas.openxmlformats.org/drawingml/2006/main">
              <a:ext uri="{FF2B5EF4-FFF2-40B4-BE49-F238E27FC236}">
                <a16:creationId xmlns:a16="http://schemas.microsoft.com/office/drawing/2014/main" id="{504A9384-3245-4D0F-A377-A9C380DBE4C5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历史纵横：唐朝曲辕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539A818-85D6-41B2-B543-636C76C9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曲辕犁体现农业生产工具的改进：短曲辕、加装犁评以调节深浅、改进犁壁；在江南水田推广。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唐三彩盘可从手工业中的陶瓷工艺与装饰技术角度观察（课堂归纳）。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教材图注：三彩盘出土于陕西乾县唐永泰公主墓，釉色绿、褐、白相间，兼具图案规律与釉色自然流动的特点。短曲辕比长直辕轻便；工具改良提高耕作便利性、适应性是课堂分析。</a:t>
            </a:r>
          </a:p>
        </p:txBody>
      </p:sp>
    </p:spTree>
    <p:extLst>
      <p:ext uri="{BB962C8B-B14F-4D97-AF65-F5344CB8AC3E}">
        <p14:creationId xmlns:p14="http://schemas.microsoft.com/office/powerpoint/2010/main" val="877193569"/>
      </p:ext>
    </p:extLst>
  </p:cSld>
  <p:transition advClick="0"/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BCA476-8D9F-446F-9CC5-1E38AD91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828">
            <a:extLst xmlns:a="http://schemas.openxmlformats.org/drawingml/2006/main">
              <a:ext uri="{FF2B5EF4-FFF2-40B4-BE49-F238E27FC236}">
                <a16:creationId xmlns:a16="http://schemas.microsoft.com/office/drawing/2014/main" id="{03B37276-60E9-40E0-A282-86A052A3D00E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829">
            <a:extLst xmlns:a="http://schemas.openxmlformats.org/drawingml/2006/main">
              <a:ext uri="{FF2B5EF4-FFF2-40B4-BE49-F238E27FC236}">
                <a16:creationId xmlns:a16="http://schemas.microsoft.com/office/drawing/2014/main" id="{0E7A6016-BC39-4BD0-B8C9-2855EF680F8F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830">
            <a:extLst xmlns:a="http://schemas.openxmlformats.org/drawingml/2006/main">
              <a:ext uri="{FF2B5EF4-FFF2-40B4-BE49-F238E27FC236}">
                <a16:creationId xmlns:a16="http://schemas.microsoft.com/office/drawing/2014/main" id="{18D0AB09-606A-4572-8F8B-861C864AB591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3FFB45F-DB17-42C7-B33C-1BA21721B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隋唐盛世的形成原因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EB04F36-4721-4F48-8103-365E4C98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3D9F777-0E09-4FE1-94D6-C834D57F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AACD47F-EDD6-458B-9F76-EB4E812F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BADF940-0FA3-463C-8E76-FB478277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隋唐盛世的形成原因</a:t>
            </a:r>
          </a:p>
        </p:txBody>
      </p:sp>
      <p:sp>
        <p:nvSpPr>
          <p:cNvPr id="10" name="link-831">
            <a:extLst xmlns:a="http://schemas.openxmlformats.org/drawingml/2006/main">
              <a:ext uri="{FF2B5EF4-FFF2-40B4-BE49-F238E27FC236}">
                <a16:creationId xmlns:a16="http://schemas.microsoft.com/office/drawing/2014/main" id="{4060E88A-9147-45A8-B68D-F4F24DA15036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历史纵横：唐朝曲辕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832">
            <a:extLst xmlns:a="http://schemas.openxmlformats.org/drawingml/2006/main">
              <a:ext uri="{FF2B5EF4-FFF2-40B4-BE49-F238E27FC236}">
                <a16:creationId xmlns:a16="http://schemas.microsoft.com/office/drawing/2014/main" id="{F40CD0EF-C6C5-45E9-88C5-3809CA7B6AEB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隋唐盛世的形成原因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1455671257"/>
      </p:ext>
    </p:extLst>
  </p:cSld>
  <p:transition advClick="0"/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9F8651-9EF2-4DB4-BF91-9D1CDC65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833">
            <a:extLst xmlns:a="http://schemas.openxmlformats.org/drawingml/2006/main">
              <a:ext uri="{FF2B5EF4-FFF2-40B4-BE49-F238E27FC236}">
                <a16:creationId xmlns:a16="http://schemas.microsoft.com/office/drawing/2014/main" id="{41778A2F-4800-4EB4-B9B7-FD5BFF441B48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834">
            <a:extLst xmlns:a="http://schemas.openxmlformats.org/drawingml/2006/main">
              <a:ext uri="{FF2B5EF4-FFF2-40B4-BE49-F238E27FC236}">
                <a16:creationId xmlns:a16="http://schemas.microsoft.com/office/drawing/2014/main" id="{EEA0BD68-9C55-4C3B-8BB8-9AA51FC284AA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835">
            <a:extLst xmlns:a="http://schemas.openxmlformats.org/drawingml/2006/main">
              <a:ext uri="{FF2B5EF4-FFF2-40B4-BE49-F238E27FC236}">
                <a16:creationId xmlns:a16="http://schemas.microsoft.com/office/drawing/2014/main" id="{F761D422-1B60-402B-9CD1-AA124CE452CA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CBACF2B-C1B1-4F3D-A5F3-4B0EB0FC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隋唐盛世的形成原因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195E615-64ED-426F-B76E-89413A85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AB5A2C4-6E68-4B0B-9FCA-F437C14A7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CA12EE2-1BD6-43AC-8D83-4D855405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836">
            <a:extLst xmlns:a="http://schemas.openxmlformats.org/drawingml/2006/main">
              <a:ext uri="{FF2B5EF4-FFF2-40B4-BE49-F238E27FC236}">
                <a16:creationId xmlns:a16="http://schemas.microsoft.com/office/drawing/2014/main" id="{03CB78F8-180D-4623-9710-2E81233B6FD4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历史纵横：唐朝曲辕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837">
            <a:extLst xmlns:a="http://schemas.openxmlformats.org/drawingml/2006/main">
              <a:ext uri="{FF2B5EF4-FFF2-40B4-BE49-F238E27FC236}">
                <a16:creationId xmlns:a16="http://schemas.microsoft.com/office/drawing/2014/main" id="{CD6B6994-5C38-4E03-80D6-1ED9EEEF674C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隋唐盛世的形成原因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继续答案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68702C2-6623-40FA-A27F-C0EB4F924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政治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国家统一，疆域辽阔。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三省六部制、科举制的确立，对于国家治理和人才选拔起到了积极作用。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统治者吸取历史教训，保证了政局的稳定和政策的连续性。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经济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生产力的进步。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统治者重视发展生产，施行有利于经济发展的措施。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文化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科举制重视人才的选拔。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开放的对外政策与频繁的中外文化交流。</a:t>
            </a:r>
          </a:p>
        </p:txBody>
      </p:sp>
    </p:spTree>
    <p:extLst>
      <p:ext uri="{BB962C8B-B14F-4D97-AF65-F5344CB8AC3E}">
        <p14:creationId xmlns:p14="http://schemas.microsoft.com/office/powerpoint/2010/main" val="240455385"/>
      </p:ext>
    </p:extLst>
  </p:cSld>
  <p:transition advClick="0"/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718034-30FB-402F-819E-A85E6A13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838">
            <a:extLst xmlns:a="http://schemas.openxmlformats.org/drawingml/2006/main">
              <a:ext uri="{FF2B5EF4-FFF2-40B4-BE49-F238E27FC236}">
                <a16:creationId xmlns:a16="http://schemas.microsoft.com/office/drawing/2014/main" id="{72FE1E0F-2AE0-406F-8D7C-9F442B8474F8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839">
            <a:extLst xmlns:a="http://schemas.openxmlformats.org/drawingml/2006/main">
              <a:ext uri="{FF2B5EF4-FFF2-40B4-BE49-F238E27FC236}">
                <a16:creationId xmlns:a16="http://schemas.microsoft.com/office/drawing/2014/main" id="{67296526-E240-4B6F-A5F4-24E199715526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840">
            <a:extLst xmlns:a="http://schemas.openxmlformats.org/drawingml/2006/main">
              <a:ext uri="{FF2B5EF4-FFF2-40B4-BE49-F238E27FC236}">
                <a16:creationId xmlns:a16="http://schemas.microsoft.com/office/drawing/2014/main" id="{22932DF8-0901-4516-9BAD-8143C74B169D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C06CA53-D036-4AE9-BC59-6A361B1E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隋唐盛世的形成原因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0E68E6E-C941-472A-96B5-77E8E527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1E301B1-4ED1-4671-9E0A-A4E4F08B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B7126F3-2A9F-4207-B2C6-BDE63234A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841">
            <a:extLst xmlns:a="http://schemas.openxmlformats.org/drawingml/2006/main">
              <a:ext uri="{FF2B5EF4-FFF2-40B4-BE49-F238E27FC236}">
                <a16:creationId xmlns:a16="http://schemas.microsoft.com/office/drawing/2014/main" id="{B4F2E8E5-2A4F-4CDA-899F-58530586AC1A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历史纵横：唐朝曲辕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842">
            <a:extLst xmlns:a="http://schemas.openxmlformats.org/drawingml/2006/main">
              <a:ext uri="{FF2B5EF4-FFF2-40B4-BE49-F238E27FC236}">
                <a16:creationId xmlns:a16="http://schemas.microsoft.com/office/drawing/2014/main" id="{0E3419A0-A384-4F00-BBB7-A745C9DCCD78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历史纵横：唐朝曲辕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54026A2-E64D-4105-8946-B4F6B653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军事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兵制改革，提升军队战斗力。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民族关系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开明的民族政策，促进了民族交融与边疆地区的稳定。</a:t>
            </a:r>
          </a:p>
        </p:txBody>
      </p:sp>
    </p:spTree>
    <p:extLst>
      <p:ext uri="{BB962C8B-B14F-4D97-AF65-F5344CB8AC3E}">
        <p14:creationId xmlns:p14="http://schemas.microsoft.com/office/powerpoint/2010/main" val="143360160"/>
      </p:ext>
    </p:extLst>
  </p:cSld>
  <p:transition advClick="0"/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040683-4509-4462-9EDE-876F84F84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843">
            <a:extLst xmlns:a="http://schemas.openxmlformats.org/drawingml/2006/main">
              <a:ext uri="{FF2B5EF4-FFF2-40B4-BE49-F238E27FC236}">
                <a16:creationId xmlns:a16="http://schemas.microsoft.com/office/drawing/2014/main" id="{EBAB98B8-79AC-44D1-9189-67D723C4843B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844">
            <a:extLst xmlns:a="http://schemas.openxmlformats.org/drawingml/2006/main">
              <a:ext uri="{FF2B5EF4-FFF2-40B4-BE49-F238E27FC236}">
                <a16:creationId xmlns:a16="http://schemas.microsoft.com/office/drawing/2014/main" id="{ADE15A83-D8B4-4C2A-A253-3EDADA5C23FA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845">
            <a:extLst xmlns:a="http://schemas.openxmlformats.org/drawingml/2006/main">
              <a:ext uri="{FF2B5EF4-FFF2-40B4-BE49-F238E27FC236}">
                <a16:creationId xmlns:a16="http://schemas.microsoft.com/office/drawing/2014/main" id="{0A98A585-C8B0-488C-997E-CD81C463DFD3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D79F213-A406-4502-8008-74BD42A9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曲辕犁与唐三彩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7A94419-B1AC-4B1E-829A-E1936AD13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284368E-39BE-4C30-A68C-88AC852A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A5C2855-ED75-4A21-BE92-7F5356345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0415582-E9FF-445F-8E4A-F15552B5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曲辕犁和唐三彩分别说明什么？</a:t>
            </a:r>
          </a:p>
        </p:txBody>
      </p:sp>
      <p:sp>
        <p:nvSpPr>
          <p:cNvPr id="10" name="link-846">
            <a:extLst xmlns:a="http://schemas.openxmlformats.org/drawingml/2006/main">
              <a:ext uri="{FF2B5EF4-FFF2-40B4-BE49-F238E27FC236}">
                <a16:creationId xmlns:a16="http://schemas.microsoft.com/office/drawing/2014/main" id="{E0C2279D-9AFC-4D6D-8F0B-716BD3DD714A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敦煌莫高窟壁画唐朝牛耕图中的曲辕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847">
            <a:extLst xmlns:a="http://schemas.openxmlformats.org/drawingml/2006/main">
              <a:ext uri="{FF2B5EF4-FFF2-40B4-BE49-F238E27FC236}">
                <a16:creationId xmlns:a16="http://schemas.microsoft.com/office/drawing/2014/main" id="{EE320419-AD5C-4697-BB2A-3C19CF89056E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曲辕犁和唐三彩分别说明什么？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2006740193"/>
      </p:ext>
    </p:extLst>
  </p:cSld>
  <p:transition advClick="0"/>
</p:sld>
</file>

<file path=ppt/slides/slide99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D475AB-D930-4CF8-8C88-A0F05855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848">
            <a:extLst xmlns:a="http://schemas.openxmlformats.org/drawingml/2006/main">
              <a:ext uri="{FF2B5EF4-FFF2-40B4-BE49-F238E27FC236}">
                <a16:creationId xmlns:a16="http://schemas.microsoft.com/office/drawing/2014/main" id="{187BB0FB-4787-4C27-BEB0-02A333F0872F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849">
            <a:extLst xmlns:a="http://schemas.openxmlformats.org/drawingml/2006/main">
              <a:ext uri="{FF2B5EF4-FFF2-40B4-BE49-F238E27FC236}">
                <a16:creationId xmlns:a16="http://schemas.microsoft.com/office/drawing/2014/main" id="{0E2753DC-8D04-415D-AC62-1F47CF2DCC4B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850">
            <a:extLst xmlns:a="http://schemas.openxmlformats.org/drawingml/2006/main">
              <a:ext uri="{FF2B5EF4-FFF2-40B4-BE49-F238E27FC236}">
                <a16:creationId xmlns:a16="http://schemas.microsoft.com/office/drawing/2014/main" id="{16FD6148-7740-4288-9296-A7CEEA436ABA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8764AFA-1549-40BE-873C-307AABCD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曲辕犁和唐三彩分别说明什么？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3A1E88C-17E0-4B74-A5A0-4CDBEF61A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2D2305C-04D8-4245-80DF-842C63D4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7EE28FB-BD01-406C-960A-99163D95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851">
            <a:extLst xmlns:a="http://schemas.openxmlformats.org/drawingml/2006/main">
              <a:ext uri="{FF2B5EF4-FFF2-40B4-BE49-F238E27FC236}">
                <a16:creationId xmlns:a16="http://schemas.microsoft.com/office/drawing/2014/main" id="{B5EFEF79-F308-4758-8125-09A3F61B6A03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敦煌莫高窟壁画唐朝牛耕图中的曲辕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852">
            <a:extLst xmlns:a="http://schemas.openxmlformats.org/drawingml/2006/main">
              <a:ext uri="{FF2B5EF4-FFF2-40B4-BE49-F238E27FC236}">
                <a16:creationId xmlns:a16="http://schemas.microsoft.com/office/drawing/2014/main" id="{7CBC9C4D-A18B-40C8-986D-04A37B2CE4B2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敦煌莫高窟壁画唐朝牛耕图中的曲辕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667C754-D557-4BC9-B372-3540A5D4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曲辕犁体现农业生产工具的改进：短曲辕、加装犁评以调节深浅、改进犁壁；在江南水田推广。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唐三彩盘可从手工业中的陶瓷工艺与装饰技术角度观察（课堂归纳）。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教材图注：三彩盘出土于陕西乾县唐永泰公主墓，釉色绿、褐、白相间，兼具图案规律与釉色自然流动的特点。短曲辕比长直辕轻便；工具改良提高耕作便利性、适应性是课堂分析。</a:t>
            </a:r>
          </a:p>
        </p:txBody>
      </p:sp>
    </p:spTree>
    <p:extLst>
      <p:ext uri="{BB962C8B-B14F-4D97-AF65-F5344CB8AC3E}">
        <p14:creationId xmlns:p14="http://schemas.microsoft.com/office/powerpoint/2010/main" val="1137348473"/>
      </p:ext>
    </p:extLst>
  </p:cSld>
  <p:transition advClick="0"/>
</p:sld>
</file>

<file path=ppt/slides/slide100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08A520-77FF-43BF-A20C-9AA0B8DF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853">
            <a:extLst xmlns:a="http://schemas.openxmlformats.org/drawingml/2006/main">
              <a:ext uri="{FF2B5EF4-FFF2-40B4-BE49-F238E27FC236}">
                <a16:creationId xmlns:a16="http://schemas.microsoft.com/office/drawing/2014/main" id="{8DEF1038-6C4E-495D-980C-E5E50BDB1B92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854">
            <a:extLst xmlns:a="http://schemas.openxmlformats.org/drawingml/2006/main">
              <a:ext uri="{FF2B5EF4-FFF2-40B4-BE49-F238E27FC236}">
                <a16:creationId xmlns:a16="http://schemas.microsoft.com/office/drawing/2014/main" id="{00800976-4F11-45BA-B67C-22EE50C87963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855">
            <a:extLst xmlns:a="http://schemas.openxmlformats.org/drawingml/2006/main">
              <a:ext uri="{FF2B5EF4-FFF2-40B4-BE49-F238E27FC236}">
                <a16:creationId xmlns:a16="http://schemas.microsoft.com/office/drawing/2014/main" id="{CD0A3EDF-C643-4ED8-8052-D40D294F962A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2A0F42D-A30F-4124-B893-2844E4BA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隋唐盛世的形成原因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30053DC-AB91-4454-8B0E-AAA5F7B90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1ADFD97-C182-44C3-A80E-94250DB13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CC15D7E-099B-441D-8180-4FF1B02A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148E1CD-6C98-4CCF-937A-20722221D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隋唐盛世的形成原因</a:t>
            </a:r>
          </a:p>
        </p:txBody>
      </p:sp>
      <p:sp>
        <p:nvSpPr>
          <p:cNvPr id="10" name="link-856">
            <a:extLst xmlns:a="http://schemas.openxmlformats.org/drawingml/2006/main">
              <a:ext uri="{FF2B5EF4-FFF2-40B4-BE49-F238E27FC236}">
                <a16:creationId xmlns:a16="http://schemas.microsoft.com/office/drawing/2014/main" id="{BB38DC7E-9536-4649-BC80-4101141A1CE4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敦煌莫高窟壁画唐朝牛耕图中的曲辕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857">
            <a:extLst xmlns:a="http://schemas.openxmlformats.org/drawingml/2006/main">
              <a:ext uri="{FF2B5EF4-FFF2-40B4-BE49-F238E27FC236}">
                <a16:creationId xmlns:a16="http://schemas.microsoft.com/office/drawing/2014/main" id="{B2548CF1-A837-41AD-B401-2114927769ED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隋唐盛世的形成原因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671284536"/>
      </p:ext>
    </p:extLst>
  </p:cSld>
  <p:transition advClick="0"/>
</p:sld>
</file>

<file path=ppt/slides/slide101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1E2FD4-32FD-450A-A589-B2199453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858">
            <a:extLst xmlns:a="http://schemas.openxmlformats.org/drawingml/2006/main">
              <a:ext uri="{FF2B5EF4-FFF2-40B4-BE49-F238E27FC236}">
                <a16:creationId xmlns:a16="http://schemas.microsoft.com/office/drawing/2014/main" id="{45CBCDB3-68DE-461E-A519-57E9E6C1CA8B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859">
            <a:extLst xmlns:a="http://schemas.openxmlformats.org/drawingml/2006/main">
              <a:ext uri="{FF2B5EF4-FFF2-40B4-BE49-F238E27FC236}">
                <a16:creationId xmlns:a16="http://schemas.microsoft.com/office/drawing/2014/main" id="{2354B201-FB91-4F7D-8A65-B534C4BD8F01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860">
            <a:extLst xmlns:a="http://schemas.openxmlformats.org/drawingml/2006/main">
              <a:ext uri="{FF2B5EF4-FFF2-40B4-BE49-F238E27FC236}">
                <a16:creationId xmlns:a16="http://schemas.microsoft.com/office/drawing/2014/main" id="{03DB7C05-3AFE-4694-958F-68E3A0FA536D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B5113E5-EA27-4310-8C2D-BCB7B40D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隋唐盛世的形成原因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C2891FA-8517-4C25-B5EB-CFC69C8C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240A216-B210-4DA4-B9BC-12BD3D40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90548F7-9A22-4DF2-82A1-C9AF6780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861">
            <a:extLst xmlns:a="http://schemas.openxmlformats.org/drawingml/2006/main">
              <a:ext uri="{FF2B5EF4-FFF2-40B4-BE49-F238E27FC236}">
                <a16:creationId xmlns:a16="http://schemas.microsoft.com/office/drawing/2014/main" id="{56B21CD9-966B-4A3F-8D49-0AACBD6D705C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敦煌莫高窟壁画唐朝牛耕图中的曲辕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862">
            <a:extLst xmlns:a="http://schemas.openxmlformats.org/drawingml/2006/main">
              <a:ext uri="{FF2B5EF4-FFF2-40B4-BE49-F238E27FC236}">
                <a16:creationId xmlns:a16="http://schemas.microsoft.com/office/drawing/2014/main" id="{E41F6EF6-D324-4635-9B31-F4976649A225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隋唐盛世的形成原因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继续答案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868BEA9-87B7-4963-B54E-2D5A7042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政治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国家统一，疆域辽阔。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三省六部制、科举制的确立，对于国家治理和人才选拔起到了积极作用。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统治者吸取历史教训，保证了政局的稳定和政策的连续性。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经济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生产力的进步。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统治者重视发展生产，施行有利于经济发展的措施。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文化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科举制重视人才的选拔。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开放的对外政策与频繁的中外文化交流。</a:t>
            </a:r>
          </a:p>
        </p:txBody>
      </p:sp>
    </p:spTree>
    <p:extLst>
      <p:ext uri="{BB962C8B-B14F-4D97-AF65-F5344CB8AC3E}">
        <p14:creationId xmlns:p14="http://schemas.microsoft.com/office/powerpoint/2010/main" val="325585905"/>
      </p:ext>
    </p:extLst>
  </p:cSld>
  <p:transition advClick="0"/>
</p:sld>
</file>

<file path=ppt/slides/slide102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6CA7E9-0E85-4BE7-8E40-8C0C5A75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863">
            <a:extLst xmlns:a="http://schemas.openxmlformats.org/drawingml/2006/main">
              <a:ext uri="{FF2B5EF4-FFF2-40B4-BE49-F238E27FC236}">
                <a16:creationId xmlns:a16="http://schemas.microsoft.com/office/drawing/2014/main" id="{4BC1D4DF-628D-428E-A2F3-DED91B9F8A5C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864">
            <a:extLst xmlns:a="http://schemas.openxmlformats.org/drawingml/2006/main">
              <a:ext uri="{FF2B5EF4-FFF2-40B4-BE49-F238E27FC236}">
                <a16:creationId xmlns:a16="http://schemas.microsoft.com/office/drawing/2014/main" id="{121A6010-63D7-401F-A0E6-6F51C8D06317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865">
            <a:extLst xmlns:a="http://schemas.openxmlformats.org/drawingml/2006/main">
              <a:ext uri="{FF2B5EF4-FFF2-40B4-BE49-F238E27FC236}">
                <a16:creationId xmlns:a16="http://schemas.microsoft.com/office/drawing/2014/main" id="{8C6ADF6E-A098-4F48-A98E-DCCC0C49D1E7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0CD15DE-E8FB-4E95-8FDF-B0B52142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隋唐盛世的形成原因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4BA18E4-A3D8-4A7B-B2EA-F743E6089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1E5C872-A238-445E-BDBC-F3340768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102444B-D6D4-47C9-BFE5-345E8E7E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866">
            <a:extLst xmlns:a="http://schemas.openxmlformats.org/drawingml/2006/main">
              <a:ext uri="{FF2B5EF4-FFF2-40B4-BE49-F238E27FC236}">
                <a16:creationId xmlns:a16="http://schemas.microsoft.com/office/drawing/2014/main" id="{FA8AD2A7-4E50-45F9-A033-5DFA7A65682C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敦煌莫高窟壁画唐朝牛耕图中的曲辕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867">
            <a:extLst xmlns:a="http://schemas.openxmlformats.org/drawingml/2006/main">
              <a:ext uri="{FF2B5EF4-FFF2-40B4-BE49-F238E27FC236}">
                <a16:creationId xmlns:a16="http://schemas.microsoft.com/office/drawing/2014/main" id="{99F72C52-BD63-40D6-9342-D2E56FA91FC8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敦煌莫高窟壁画唐朝牛耕图中的曲辕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A05B325-44D0-4783-A2A0-8FAEDECD6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军事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兵制改革，提升军队战斗力。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民族关系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开明的民族政策，促进了民族交融与边疆地区的稳定。</a:t>
            </a:r>
          </a:p>
        </p:txBody>
      </p:sp>
    </p:spTree>
    <p:extLst>
      <p:ext uri="{BB962C8B-B14F-4D97-AF65-F5344CB8AC3E}">
        <p14:creationId xmlns:p14="http://schemas.microsoft.com/office/powerpoint/2010/main" val="1401732305"/>
      </p:ext>
    </p:extLst>
  </p:cSld>
  <p:transition advClick="0"/>
</p:sld>
</file>

<file path=ppt/slides/slide103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EF6AD0-F808-47D3-83C4-2592C0AC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868">
            <a:extLst xmlns:a="http://schemas.openxmlformats.org/drawingml/2006/main">
              <a:ext uri="{FF2B5EF4-FFF2-40B4-BE49-F238E27FC236}">
                <a16:creationId xmlns:a16="http://schemas.microsoft.com/office/drawing/2014/main" id="{CDE9E905-97C9-418E-B685-9C166B428F82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869">
            <a:extLst xmlns:a="http://schemas.openxmlformats.org/drawingml/2006/main">
              <a:ext uri="{FF2B5EF4-FFF2-40B4-BE49-F238E27FC236}">
                <a16:creationId xmlns:a16="http://schemas.microsoft.com/office/drawing/2014/main" id="{77D4CD5E-B4E2-44A3-9CA6-8472B57287C3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870">
            <a:extLst xmlns:a="http://schemas.openxmlformats.org/drawingml/2006/main">
              <a:ext uri="{FF2B5EF4-FFF2-40B4-BE49-F238E27FC236}">
                <a16:creationId xmlns:a16="http://schemas.microsoft.com/office/drawing/2014/main" id="{20F5BB3D-E4D7-45C1-BD49-75D100CC105A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346E5D3-C7A1-4F4C-9474-E063768A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曲辕犁与唐三彩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D896DC7-BE83-42B5-84DC-493CA46D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F778DFB-0650-488A-8B3C-C6D23427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EF9A7AE-2D39-473A-A8BA-EF207C15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FC94F01-46A5-41CA-85BD-601BB52D2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曲辕犁和唐三彩分别说明什么？</a:t>
            </a:r>
          </a:p>
        </p:txBody>
      </p:sp>
      <p:sp>
        <p:nvSpPr>
          <p:cNvPr id="10" name="link-871">
            <a:extLst xmlns:a="http://schemas.openxmlformats.org/drawingml/2006/main">
              <a:ext uri="{FF2B5EF4-FFF2-40B4-BE49-F238E27FC236}">
                <a16:creationId xmlns:a16="http://schemas.microsoft.com/office/drawing/2014/main" id="{4F107AFF-C382-4932-B894-66E334176634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三彩盘及说明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872">
            <a:extLst xmlns:a="http://schemas.openxmlformats.org/drawingml/2006/main">
              <a:ext uri="{FF2B5EF4-FFF2-40B4-BE49-F238E27FC236}">
                <a16:creationId xmlns:a16="http://schemas.microsoft.com/office/drawing/2014/main" id="{31456F14-16D6-48B5-8907-23A2618B159F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曲辕犁和唐三彩分别说明什么？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293604002"/>
      </p:ext>
    </p:extLst>
  </p:cSld>
  <p:transition advClick="0"/>
</p:sld>
</file>

<file path=ppt/slides/slide104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B2A5DD-18FF-4DC5-ABC6-97D107280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873">
            <a:extLst xmlns:a="http://schemas.openxmlformats.org/drawingml/2006/main">
              <a:ext uri="{FF2B5EF4-FFF2-40B4-BE49-F238E27FC236}">
                <a16:creationId xmlns:a16="http://schemas.microsoft.com/office/drawing/2014/main" id="{5ADD51D2-06CA-4501-AB11-5260AE93A294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874">
            <a:extLst xmlns:a="http://schemas.openxmlformats.org/drawingml/2006/main">
              <a:ext uri="{FF2B5EF4-FFF2-40B4-BE49-F238E27FC236}">
                <a16:creationId xmlns:a16="http://schemas.microsoft.com/office/drawing/2014/main" id="{2D127C4B-5815-453A-B268-C1B4679738DA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875">
            <a:extLst xmlns:a="http://schemas.openxmlformats.org/drawingml/2006/main">
              <a:ext uri="{FF2B5EF4-FFF2-40B4-BE49-F238E27FC236}">
                <a16:creationId xmlns:a16="http://schemas.microsoft.com/office/drawing/2014/main" id="{36E0BC7D-33B7-4D69-8A7F-D488F69BDB64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DC1ED1C-ABB1-46E4-A323-00C4B5B7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曲辕犁和唐三彩分别说明什么？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56F553C-5B9E-4C52-ADE1-482215CE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03C8361-C35B-411E-8DF8-FA65C122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FBF0C9F-A478-4854-8419-84A16106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876">
            <a:extLst xmlns:a="http://schemas.openxmlformats.org/drawingml/2006/main">
              <a:ext uri="{FF2B5EF4-FFF2-40B4-BE49-F238E27FC236}">
                <a16:creationId xmlns:a16="http://schemas.microsoft.com/office/drawing/2014/main" id="{42C6B8AC-5AB9-4DAB-9D4C-5EC3F9DDF3EE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三彩盘及说明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877">
            <a:extLst xmlns:a="http://schemas.openxmlformats.org/drawingml/2006/main">
              <a:ext uri="{FF2B5EF4-FFF2-40B4-BE49-F238E27FC236}">
                <a16:creationId xmlns:a16="http://schemas.microsoft.com/office/drawing/2014/main" id="{9D3B925E-8CC0-4A4C-A416-9DEE82092F72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唐三彩盘及说明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A93D735-F214-4FE3-AF2E-C6FE1FEC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曲辕犁体现农业生产工具的改进：短曲辕、加装犁评以调节深浅、改进犁壁；在江南水田推广。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唐三彩盘可从手工业中的陶瓷工艺与装饰技术角度观察（课堂归纳）。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教材图注：三彩盘出土于陕西乾县唐永泰公主墓，釉色绿、褐、白相间，兼具图案规律与釉色自然流动的特点。短曲辕比长直辕轻便；工具改良提高耕作便利性、适应性是课堂分析。</a:t>
            </a:r>
          </a:p>
        </p:txBody>
      </p:sp>
    </p:spTree>
    <p:extLst>
      <p:ext uri="{BB962C8B-B14F-4D97-AF65-F5344CB8AC3E}">
        <p14:creationId xmlns:p14="http://schemas.microsoft.com/office/powerpoint/2010/main" val="1405206562"/>
      </p:ext>
    </p:extLst>
  </p:cSld>
  <p:transition advClick="0"/>
</p:sld>
</file>

<file path=ppt/slides/slide105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B7B740-76A9-44F1-8E50-625F3A0B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878">
            <a:extLst xmlns:a="http://schemas.openxmlformats.org/drawingml/2006/main">
              <a:ext uri="{FF2B5EF4-FFF2-40B4-BE49-F238E27FC236}">
                <a16:creationId xmlns:a16="http://schemas.microsoft.com/office/drawing/2014/main" id="{57007E08-73F0-43C4-9756-6471AC66739A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879">
            <a:extLst xmlns:a="http://schemas.openxmlformats.org/drawingml/2006/main">
              <a:ext uri="{FF2B5EF4-FFF2-40B4-BE49-F238E27FC236}">
                <a16:creationId xmlns:a16="http://schemas.microsoft.com/office/drawing/2014/main" id="{45DD76A2-6E63-497B-93E8-4B001B68DD56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880">
            <a:extLst xmlns:a="http://schemas.openxmlformats.org/drawingml/2006/main">
              <a:ext uri="{FF2B5EF4-FFF2-40B4-BE49-F238E27FC236}">
                <a16:creationId xmlns:a16="http://schemas.microsoft.com/office/drawing/2014/main" id="{37A84DB5-D595-4257-B5F8-3F5B2789E677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E804F93-B064-4061-804A-B068954C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隋唐盛世的形成原因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0D51558-1409-4D97-A02B-8FD52DBA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BF7B309-007B-4A75-98A7-6339C932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CFC173D-0666-488E-BBAF-7720CFE5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C5ECC79-B504-47A2-96DE-AAA46B76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隋唐盛世的形成原因</a:t>
            </a:r>
          </a:p>
        </p:txBody>
      </p:sp>
      <p:sp>
        <p:nvSpPr>
          <p:cNvPr id="10" name="link-881">
            <a:extLst xmlns:a="http://schemas.openxmlformats.org/drawingml/2006/main">
              <a:ext uri="{FF2B5EF4-FFF2-40B4-BE49-F238E27FC236}">
                <a16:creationId xmlns:a16="http://schemas.microsoft.com/office/drawing/2014/main" id="{AE30CD3F-EB4B-49A4-B5AA-BE43D2DEA797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三彩盘及说明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882">
            <a:extLst xmlns:a="http://schemas.openxmlformats.org/drawingml/2006/main">
              <a:ext uri="{FF2B5EF4-FFF2-40B4-BE49-F238E27FC236}">
                <a16:creationId xmlns:a16="http://schemas.microsoft.com/office/drawing/2014/main" id="{8E2B71E6-70F6-4AD7-871E-FE8F040F271E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隋唐盛世的形成原因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1798845522"/>
      </p:ext>
    </p:extLst>
  </p:cSld>
  <p:transition advClick="0"/>
</p:sld>
</file>

<file path=ppt/slides/slide106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638DF8-A004-48B1-99C7-2F9327525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883">
            <a:extLst xmlns:a="http://schemas.openxmlformats.org/drawingml/2006/main">
              <a:ext uri="{FF2B5EF4-FFF2-40B4-BE49-F238E27FC236}">
                <a16:creationId xmlns:a16="http://schemas.microsoft.com/office/drawing/2014/main" id="{5DFC327F-B45A-4352-8FC9-7C01A827AE4F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884">
            <a:extLst xmlns:a="http://schemas.openxmlformats.org/drawingml/2006/main">
              <a:ext uri="{FF2B5EF4-FFF2-40B4-BE49-F238E27FC236}">
                <a16:creationId xmlns:a16="http://schemas.microsoft.com/office/drawing/2014/main" id="{F1B9A341-6653-4A1E-B771-24206DD70B87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885">
            <a:extLst xmlns:a="http://schemas.openxmlformats.org/drawingml/2006/main">
              <a:ext uri="{FF2B5EF4-FFF2-40B4-BE49-F238E27FC236}">
                <a16:creationId xmlns:a16="http://schemas.microsoft.com/office/drawing/2014/main" id="{CE289002-7B38-4A03-B268-F8183E6EFDF9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DF220F8-9819-49AC-A85D-9CDD3845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隋唐盛世的形成原因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081D9CF-AEBA-4CB5-8295-DD775884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B82AD7C-3244-42F6-92E1-D6F94A0D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6B1C198-BB71-4E0D-AEF7-43089B32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886">
            <a:extLst xmlns:a="http://schemas.openxmlformats.org/drawingml/2006/main">
              <a:ext uri="{FF2B5EF4-FFF2-40B4-BE49-F238E27FC236}">
                <a16:creationId xmlns:a16="http://schemas.microsoft.com/office/drawing/2014/main" id="{EEA590EF-F4A9-429A-8730-FE52302CDE31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三彩盘及说明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887">
            <a:extLst xmlns:a="http://schemas.openxmlformats.org/drawingml/2006/main">
              <a:ext uri="{FF2B5EF4-FFF2-40B4-BE49-F238E27FC236}">
                <a16:creationId xmlns:a16="http://schemas.microsoft.com/office/drawing/2014/main" id="{AAE9D7C1-A91F-4A38-B61E-16D435331117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隋唐盛世的形成原因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继续答案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3E3062E-36A4-47AA-8C03-FF22D904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政治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国家统一，疆域辽阔。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三省六部制、科举制的确立，对于国家治理和人才选拔起到了积极作用。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统治者吸取历史教训，保证了政局的稳定和政策的连续性。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经济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生产力的进步。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统治者重视发展生产，施行有利于经济发展的措施。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文化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科举制重视人才的选拔。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开放的对外政策与频繁的中外文化交流。</a:t>
            </a:r>
          </a:p>
        </p:txBody>
      </p:sp>
    </p:spTree>
    <p:extLst>
      <p:ext uri="{BB962C8B-B14F-4D97-AF65-F5344CB8AC3E}">
        <p14:creationId xmlns:p14="http://schemas.microsoft.com/office/powerpoint/2010/main" val="1184179196"/>
      </p:ext>
    </p:extLst>
  </p:cSld>
  <p:transition advClick="0"/>
</p:sld>
</file>

<file path=ppt/slides/slide107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A630FA-C2BC-45F9-B44D-9370A85A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888">
            <a:extLst xmlns:a="http://schemas.openxmlformats.org/drawingml/2006/main">
              <a:ext uri="{FF2B5EF4-FFF2-40B4-BE49-F238E27FC236}">
                <a16:creationId xmlns:a16="http://schemas.microsoft.com/office/drawing/2014/main" id="{55BDE1CD-1DC0-4F90-BEB1-CBF499AAF41A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889">
            <a:extLst xmlns:a="http://schemas.openxmlformats.org/drawingml/2006/main">
              <a:ext uri="{FF2B5EF4-FFF2-40B4-BE49-F238E27FC236}">
                <a16:creationId xmlns:a16="http://schemas.microsoft.com/office/drawing/2014/main" id="{9244A459-5305-4B1E-BF09-4A6BBCC2A357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890">
            <a:extLst xmlns:a="http://schemas.openxmlformats.org/drawingml/2006/main">
              <a:ext uri="{FF2B5EF4-FFF2-40B4-BE49-F238E27FC236}">
                <a16:creationId xmlns:a16="http://schemas.microsoft.com/office/drawing/2014/main" id="{E95533A1-8499-45A1-AE71-CD65E907DABD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38D37F7-1D11-4E2C-ACFD-6A56B109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隋唐盛世的形成原因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A82D294-8E07-4D99-9E4B-BBEAD9367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045A7DD-58D7-4515-BEFF-FFC2F50F8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B807077-FFED-4100-819B-6E8F3B7D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891">
            <a:extLst xmlns:a="http://schemas.openxmlformats.org/drawingml/2006/main">
              <a:ext uri="{FF2B5EF4-FFF2-40B4-BE49-F238E27FC236}">
                <a16:creationId xmlns:a16="http://schemas.microsoft.com/office/drawing/2014/main" id="{2266E47A-FDF0-4311-A562-C8FF476E91D2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三彩盘及说明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892">
            <a:extLst xmlns:a="http://schemas.openxmlformats.org/drawingml/2006/main">
              <a:ext uri="{FF2B5EF4-FFF2-40B4-BE49-F238E27FC236}">
                <a16:creationId xmlns:a16="http://schemas.microsoft.com/office/drawing/2014/main" id="{326F55FA-504C-49E2-8116-CE776DC12354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唐三彩盘及说明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AE8C592-04CB-4784-8C2C-82296DB4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军事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兵制改革，提升军队战斗力。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民族关系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开明的民族政策，促进了民族交融与边疆地区的稳定。</a:t>
            </a:r>
          </a:p>
        </p:txBody>
      </p:sp>
    </p:spTree>
    <p:extLst>
      <p:ext uri="{BB962C8B-B14F-4D97-AF65-F5344CB8AC3E}">
        <p14:creationId xmlns:p14="http://schemas.microsoft.com/office/powerpoint/2010/main" val="17460057"/>
      </p:ext>
    </p:extLst>
  </p:cSld>
  <p:transition advClick="0"/>
</p:sld>
</file>

<file path=ppt/slides/slide108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BBF70F-3E49-4890-8D88-156336D0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893">
            <a:extLst xmlns:a="http://schemas.openxmlformats.org/drawingml/2006/main">
              <a:ext uri="{FF2B5EF4-FFF2-40B4-BE49-F238E27FC236}">
                <a16:creationId xmlns:a16="http://schemas.microsoft.com/office/drawing/2014/main" id="{7953E3E8-13C3-42D7-8170-0B24B2E730F4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894">
            <a:extLst xmlns:a="http://schemas.openxmlformats.org/drawingml/2006/main">
              <a:ext uri="{FF2B5EF4-FFF2-40B4-BE49-F238E27FC236}">
                <a16:creationId xmlns:a16="http://schemas.microsoft.com/office/drawing/2014/main" id="{41A7D9CB-B004-4746-ABF1-871C71CE91F9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895">
            <a:extLst xmlns:a="http://schemas.openxmlformats.org/drawingml/2006/main">
              <a:ext uri="{FF2B5EF4-FFF2-40B4-BE49-F238E27FC236}">
                <a16:creationId xmlns:a16="http://schemas.microsoft.com/office/drawing/2014/main" id="{C04916A3-CB28-4612-B04A-7EEDD8D8978A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FB13271-194F-4427-9B04-533F453C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民族关系的处理方式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EF4C439-20F8-4E5D-8654-CF86599A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949C859-51D3-41EF-AD05-402095A8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A3BC63E-3311-4268-A941-4C57085D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1BA52D1-B237-4A92-B862-B755A2E4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与突厥、回纥、吐蕃、靺鞨分别怎样交往？</a:t>
            </a:r>
          </a:p>
        </p:txBody>
      </p:sp>
      <p:sp>
        <p:nvSpPr>
          <p:cNvPr id="10" name="link-896">
            <a:extLst xmlns:a="http://schemas.openxmlformats.org/drawingml/2006/main">
              <a:ext uri="{FF2B5EF4-FFF2-40B4-BE49-F238E27FC236}">
                <a16:creationId xmlns:a16="http://schemas.microsoft.com/office/drawing/2014/main" id="{E7DEE0E9-56CE-4D35-AEEE-6984873AFD52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突厥兴起与分裂（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897">
            <a:extLst xmlns:a="http://schemas.openxmlformats.org/drawingml/2006/main">
              <a:ext uri="{FF2B5EF4-FFF2-40B4-BE49-F238E27FC236}">
                <a16:creationId xmlns:a16="http://schemas.microsoft.com/office/drawing/2014/main" id="{5E313B99-FA29-48A4-96D8-26DC23A2B244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与突厥、回纥、吐蕃、靺鞨分别怎样交往？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1725168961"/>
      </p:ext>
    </p:extLst>
  </p:cSld>
  <p:transition advClick="0"/>
</p:sld>
</file>

<file path=ppt/slides/slide109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9FC5E3-7043-4BD7-A909-44D888E8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898">
            <a:extLst xmlns:a="http://schemas.openxmlformats.org/drawingml/2006/main">
              <a:ext uri="{FF2B5EF4-FFF2-40B4-BE49-F238E27FC236}">
                <a16:creationId xmlns:a16="http://schemas.microsoft.com/office/drawing/2014/main" id="{261DE783-9F5C-401D-AEC9-E90269111098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899">
            <a:extLst xmlns:a="http://schemas.openxmlformats.org/drawingml/2006/main">
              <a:ext uri="{FF2B5EF4-FFF2-40B4-BE49-F238E27FC236}">
                <a16:creationId xmlns:a16="http://schemas.microsoft.com/office/drawing/2014/main" id="{B85314E3-2926-48CD-ADFB-57E552C7905E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900">
            <a:extLst xmlns:a="http://schemas.openxmlformats.org/drawingml/2006/main">
              <a:ext uri="{FF2B5EF4-FFF2-40B4-BE49-F238E27FC236}">
                <a16:creationId xmlns:a16="http://schemas.microsoft.com/office/drawing/2014/main" id="{5CF41731-26B8-44EB-B235-90567C715656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9D20791-E2F8-404D-8D55-F443FE78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与突厥、回纥、吐蕃、靺鞨分别怎样交往？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785BBE4-2DF0-4C87-820A-FC2C3FB3C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E7841E9-1998-476E-94F8-257CEF80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62F3A96-6EDF-4AC0-B7BE-F9AC9647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901">
            <a:extLst xmlns:a="http://schemas.openxmlformats.org/drawingml/2006/main">
              <a:ext uri="{FF2B5EF4-FFF2-40B4-BE49-F238E27FC236}">
                <a16:creationId xmlns:a16="http://schemas.microsoft.com/office/drawing/2014/main" id="{78AD7E72-72C9-4077-8669-4B9A57D1C1EA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突厥兴起与分裂（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902">
            <a:extLst xmlns:a="http://schemas.openxmlformats.org/drawingml/2006/main">
              <a:ext uri="{FF2B5EF4-FFF2-40B4-BE49-F238E27FC236}">
                <a16:creationId xmlns:a16="http://schemas.microsoft.com/office/drawing/2014/main" id="{69DD0DF7-5324-45BA-8AC1-344613EA2694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突厥兴起与分裂（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48620F2-4D19-47E2-9A5B-61A3F9BB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突厥：战争、联合行动；唐在西域设置安西、北庭都护府。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回纥：合作、册封首领。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吐蕃：和亲、会盟。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靺鞨粟末部：册封首领。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太宗反击东突厥，被草原各族尊为“天可汗”；唐高宗联合回纥灭西突厥。682年后突厥建立，744年唐与回纥等联手平定。玄宗册封骨力裴罗为怀仁可汗、大祚荣为渤海郡王。周边民族政权为边疆开发作出积极贡献。</a:t>
            </a:r>
          </a:p>
        </p:txBody>
      </p:sp>
    </p:spTree>
    <p:extLst>
      <p:ext uri="{BB962C8B-B14F-4D97-AF65-F5344CB8AC3E}">
        <p14:creationId xmlns:p14="http://schemas.microsoft.com/office/powerpoint/2010/main" val="516619761"/>
      </p:ext>
    </p:extLst>
  </p:cSld>
  <p:transition advClick="0"/>
</p:sld>
</file>

<file path=ppt/slides/slide110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38D250-EFDF-41CE-8687-C973848E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903">
            <a:extLst xmlns:a="http://schemas.openxmlformats.org/drawingml/2006/main">
              <a:ext uri="{FF2B5EF4-FFF2-40B4-BE49-F238E27FC236}">
                <a16:creationId xmlns:a16="http://schemas.microsoft.com/office/drawing/2014/main" id="{D3E9C2DC-5986-41ED-8B2C-50D519998626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904">
            <a:extLst xmlns:a="http://schemas.openxmlformats.org/drawingml/2006/main">
              <a:ext uri="{FF2B5EF4-FFF2-40B4-BE49-F238E27FC236}">
                <a16:creationId xmlns:a16="http://schemas.microsoft.com/office/drawing/2014/main" id="{BCAC772B-6F4D-494A-AAA5-07BE41A61C69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905">
            <a:extLst xmlns:a="http://schemas.openxmlformats.org/drawingml/2006/main">
              <a:ext uri="{FF2B5EF4-FFF2-40B4-BE49-F238E27FC236}">
                <a16:creationId xmlns:a16="http://schemas.microsoft.com/office/drawing/2014/main" id="{8CC8F572-851A-4570-9FE4-767AF5211720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565E7FB-FE41-4032-8387-AF0B1DCF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两者关系题的四个视角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0473956-698E-4134-A3A7-95FFFA05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E1BCC56-6BA1-4D07-A87D-10FC4611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91B7942-37BB-4D66-B434-ABA547D0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9DB3043-7403-4353-B897-11B705ED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两者关系类题如何找分析角度？</a:t>
            </a:r>
          </a:p>
        </p:txBody>
      </p:sp>
      <p:sp>
        <p:nvSpPr>
          <p:cNvPr id="10" name="link-906">
            <a:extLst xmlns:a="http://schemas.openxmlformats.org/drawingml/2006/main">
              <a:ext uri="{FF2B5EF4-FFF2-40B4-BE49-F238E27FC236}">
                <a16:creationId xmlns:a16="http://schemas.microsoft.com/office/drawing/2014/main" id="{7BDA392D-78DD-4477-9026-151FFA5B146D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突厥兴起与分裂（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907">
            <a:extLst xmlns:a="http://schemas.openxmlformats.org/drawingml/2006/main">
              <a:ext uri="{FF2B5EF4-FFF2-40B4-BE49-F238E27FC236}">
                <a16:creationId xmlns:a16="http://schemas.microsoft.com/office/drawing/2014/main" id="{35CC01DA-54BA-43C9-A418-9256C65AF70F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两者关系类题如何找分析角度？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313140181"/>
      </p:ext>
    </p:extLst>
  </p:cSld>
  <p:transition advClick="0"/>
</p:sld>
</file>

<file path=ppt/slides/slide111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76E70F-FCDE-44F6-88B1-EEFBD9AA1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908">
            <a:extLst xmlns:a="http://schemas.openxmlformats.org/drawingml/2006/main">
              <a:ext uri="{FF2B5EF4-FFF2-40B4-BE49-F238E27FC236}">
                <a16:creationId xmlns:a16="http://schemas.microsoft.com/office/drawing/2014/main" id="{01068F5D-9BA1-4E6B-9274-3B737C233824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909">
            <a:extLst xmlns:a="http://schemas.openxmlformats.org/drawingml/2006/main">
              <a:ext uri="{FF2B5EF4-FFF2-40B4-BE49-F238E27FC236}">
                <a16:creationId xmlns:a16="http://schemas.microsoft.com/office/drawing/2014/main" id="{DA2C27C9-B7CE-4F79-86CB-F7D67B17FD50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910">
            <a:extLst xmlns:a="http://schemas.openxmlformats.org/drawingml/2006/main">
              <a:ext uri="{FF2B5EF4-FFF2-40B4-BE49-F238E27FC236}">
                <a16:creationId xmlns:a16="http://schemas.microsoft.com/office/drawing/2014/main" id="{3EF6E24F-311B-423A-BD91-C3EDBBCE1B2F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1C6493E-A615-44F4-B57A-1D35102AB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两者关系类题如何找分析角度？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BE556E8-3FFD-4C63-B419-DC8BB0B1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F77E68E-6045-4FD1-BEFC-D6BDBD7F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BB4B013-C72C-4348-AABA-DBF42BE2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911">
            <a:extLst xmlns:a="http://schemas.openxmlformats.org/drawingml/2006/main">
              <a:ext uri="{FF2B5EF4-FFF2-40B4-BE49-F238E27FC236}">
                <a16:creationId xmlns:a16="http://schemas.microsoft.com/office/drawing/2014/main" id="{E0832294-D76B-4E10-A641-F649600B2CA5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突厥兴起与分裂（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912">
            <a:extLst xmlns:a="http://schemas.openxmlformats.org/drawingml/2006/main">
              <a:ext uri="{FF2B5EF4-FFF2-40B4-BE49-F238E27FC236}">
                <a16:creationId xmlns:a16="http://schemas.microsoft.com/office/drawing/2014/main" id="{089A0F9F-ED1C-4608-9ED8-4EF55DC80FB1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突厥兴起与分裂（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2E7B1FD-76C7-43F3-B320-CC9CB5E47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一方 → 另一方 → 双方关系 → 其他相关因素（有材料时）。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角度用于组织思路，每项结论仍须史实支持，不必凑齐四项。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例：唐与吐蕃。吐蕃方面可找工艺、技术、书籍交流；双方可谈友好和经济文化交流。唐朝治理稳定是有条件的分析角度，不能直接冒充本段结论。迁移到甲午题，只提出中国、日本、双方关系、其他国家的观察问题，不用本课教材编写近代史答案。</a:t>
            </a:r>
          </a:p>
        </p:txBody>
      </p:sp>
    </p:spTree>
    <p:extLst>
      <p:ext uri="{BB962C8B-B14F-4D97-AF65-F5344CB8AC3E}">
        <p14:creationId xmlns:p14="http://schemas.microsoft.com/office/powerpoint/2010/main" val="1896177657"/>
      </p:ext>
    </p:extLst>
  </p:cSld>
  <p:transition advClick="0"/>
</p:sld>
</file>

<file path=ppt/slides/slide112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4C66DB-9822-438A-9F12-2D365941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913">
            <a:extLst xmlns:a="http://schemas.openxmlformats.org/drawingml/2006/main">
              <a:ext uri="{FF2B5EF4-FFF2-40B4-BE49-F238E27FC236}">
                <a16:creationId xmlns:a16="http://schemas.microsoft.com/office/drawing/2014/main" id="{2BBD7B37-5D44-4A8E-9150-B396F5583B8C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914">
            <a:extLst xmlns:a="http://schemas.openxmlformats.org/drawingml/2006/main">
              <a:ext uri="{FF2B5EF4-FFF2-40B4-BE49-F238E27FC236}">
                <a16:creationId xmlns:a16="http://schemas.microsoft.com/office/drawing/2014/main" id="{EB573642-40E6-4C2B-A5BE-B2F78B0B2277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915">
            <a:extLst xmlns:a="http://schemas.openxmlformats.org/drawingml/2006/main">
              <a:ext uri="{FF2B5EF4-FFF2-40B4-BE49-F238E27FC236}">
                <a16:creationId xmlns:a16="http://schemas.microsoft.com/office/drawing/2014/main" id="{6405DE3C-510E-45E2-A641-038652316769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2EF85AF-D564-4778-ABF0-8CEA6218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民族边疆与对外外交关系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AF451C3-B503-42D3-BF65-BE474342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75BBF04-7CE2-4EB5-9D66-9D17D88E6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BD607DF-C0E5-4B2B-82F9-ED38DDC0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465A76D-350A-4684-A510-E5A1DF49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民族/边疆关系与外交/对外关系怎样区分？</a:t>
            </a:r>
          </a:p>
        </p:txBody>
      </p:sp>
      <p:sp>
        <p:nvSpPr>
          <p:cNvPr id="10" name="link-916">
            <a:extLst xmlns:a="http://schemas.openxmlformats.org/drawingml/2006/main">
              <a:ext uri="{FF2B5EF4-FFF2-40B4-BE49-F238E27FC236}">
                <a16:creationId xmlns:a16="http://schemas.microsoft.com/office/drawing/2014/main" id="{3DCF773A-A020-4221-8D51-93F7A3E39228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突厥兴起与分裂（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917">
            <a:extLst xmlns:a="http://schemas.openxmlformats.org/drawingml/2006/main">
              <a:ext uri="{FF2B5EF4-FFF2-40B4-BE49-F238E27FC236}">
                <a16:creationId xmlns:a16="http://schemas.microsoft.com/office/drawing/2014/main" id="{31A81295-FB4D-442E-A73A-0FBDEF14D7D0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民族/边疆关系与外交/对外关系怎样区分？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614991757"/>
      </p:ext>
    </p:extLst>
  </p:cSld>
  <p:transition advClick="0"/>
</p:sld>
</file>

<file path=ppt/slides/slide113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6D24B7-D974-41F3-959A-3AFD1FF0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918">
            <a:extLst xmlns:a="http://schemas.openxmlformats.org/drawingml/2006/main">
              <a:ext uri="{FF2B5EF4-FFF2-40B4-BE49-F238E27FC236}">
                <a16:creationId xmlns:a16="http://schemas.microsoft.com/office/drawing/2014/main" id="{C181DECB-04AE-4C65-9419-19D2FCDD4CED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919">
            <a:extLst xmlns:a="http://schemas.openxmlformats.org/drawingml/2006/main">
              <a:ext uri="{FF2B5EF4-FFF2-40B4-BE49-F238E27FC236}">
                <a16:creationId xmlns:a16="http://schemas.microsoft.com/office/drawing/2014/main" id="{56AB73C2-A9D1-457D-AF7E-1FAED1FB0634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920">
            <a:extLst xmlns:a="http://schemas.openxmlformats.org/drawingml/2006/main">
              <a:ext uri="{FF2B5EF4-FFF2-40B4-BE49-F238E27FC236}">
                <a16:creationId xmlns:a16="http://schemas.microsoft.com/office/drawing/2014/main" id="{1AF9A197-B510-48A5-9B00-00A27ADD3DB1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B4768F4-5236-4F74-91F1-5625AC93A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民族/边疆关系与外交/对外关系怎样区分？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2C7BCDF-C1D9-434E-9188-68481B11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E2C49C1-570E-4770-8868-DBD1BF81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8BF4B8E-523E-49A2-A86E-5BFC72B75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921">
            <a:extLst xmlns:a="http://schemas.openxmlformats.org/drawingml/2006/main">
              <a:ext uri="{FF2B5EF4-FFF2-40B4-BE49-F238E27FC236}">
                <a16:creationId xmlns:a16="http://schemas.microsoft.com/office/drawing/2014/main" id="{C017A537-9A7F-4AB9-A294-DB4B5ABA5BE1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突厥兴起与分裂（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922">
            <a:extLst xmlns:a="http://schemas.openxmlformats.org/drawingml/2006/main">
              <a:ext uri="{FF2B5EF4-FFF2-40B4-BE49-F238E27FC236}">
                <a16:creationId xmlns:a16="http://schemas.microsoft.com/office/drawing/2014/main" id="{31BC1ED8-6022-4280-810D-692BECC29087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突厥兴起与分裂（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B0C0FDC-C229-4A1B-A70F-110F10FE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核心判断标准：现在中国有没有当前领土。</a:t>
            </a:r>
          </a:p>
        </p:txBody>
      </p:sp>
    </p:spTree>
    <p:extLst>
      <p:ext uri="{BB962C8B-B14F-4D97-AF65-F5344CB8AC3E}">
        <p14:creationId xmlns:p14="http://schemas.microsoft.com/office/powerpoint/2010/main" val="1404802315"/>
      </p:ext>
    </p:extLst>
  </p:cSld>
  <p:transition advClick="0"/>
</p:sld>
</file>

<file path=ppt/slides/slide114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7BB6C2-F4E5-4722-B080-0DFD731D9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923">
            <a:extLst xmlns:a="http://schemas.openxmlformats.org/drawingml/2006/main">
              <a:ext uri="{FF2B5EF4-FFF2-40B4-BE49-F238E27FC236}">
                <a16:creationId xmlns:a16="http://schemas.microsoft.com/office/drawing/2014/main" id="{F5F2C5A1-DCA2-4B86-B864-ED0CFFC509FE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924">
            <a:extLst xmlns:a="http://schemas.openxmlformats.org/drawingml/2006/main">
              <a:ext uri="{FF2B5EF4-FFF2-40B4-BE49-F238E27FC236}">
                <a16:creationId xmlns:a16="http://schemas.microsoft.com/office/drawing/2014/main" id="{8F1E1315-6339-43E3-8C68-828ACDFBDCAD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925">
            <a:extLst xmlns:a="http://schemas.openxmlformats.org/drawingml/2006/main">
              <a:ext uri="{FF2B5EF4-FFF2-40B4-BE49-F238E27FC236}">
                <a16:creationId xmlns:a16="http://schemas.microsoft.com/office/drawing/2014/main" id="{1940D5C7-83BD-4333-8C1D-9AE528E1735B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4F5436F-B5F9-4127-96B2-6E1C22BE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民族关系的处理方式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E5AB16C-E9AA-43DB-8155-6208C3D4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6475C8B-068E-4E52-8900-7B115546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344DC67-3B06-4A00-B9B0-BD58FC6E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9853D18-958F-4BCB-9CA6-777BECB9D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与突厥、回纥、吐蕃、靺鞨分别怎样交往？</a:t>
            </a:r>
          </a:p>
        </p:txBody>
      </p:sp>
      <p:sp>
        <p:nvSpPr>
          <p:cNvPr id="10" name="link-926">
            <a:extLst xmlns:a="http://schemas.openxmlformats.org/drawingml/2006/main">
              <a:ext uri="{FF2B5EF4-FFF2-40B4-BE49-F238E27FC236}">
                <a16:creationId xmlns:a16="http://schemas.microsoft.com/office/drawing/2014/main" id="{ACC40302-334F-4589-9766-DB4E6FF1E348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突厥、安西与北庭都护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927">
            <a:extLst xmlns:a="http://schemas.openxmlformats.org/drawingml/2006/main">
              <a:ext uri="{FF2B5EF4-FFF2-40B4-BE49-F238E27FC236}">
                <a16:creationId xmlns:a16="http://schemas.microsoft.com/office/drawing/2014/main" id="{03DB516C-9912-4F0A-B5B8-29C87606A10C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与突厥、回纥、吐蕃、靺鞨分别怎样交往？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769937845"/>
      </p:ext>
    </p:extLst>
  </p:cSld>
  <p:transition advClick="0"/>
</p:sld>
</file>

<file path=ppt/slides/slide115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63CA38-E3BF-4927-AD91-D0F2B6E3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928">
            <a:extLst xmlns:a="http://schemas.openxmlformats.org/drawingml/2006/main">
              <a:ext uri="{FF2B5EF4-FFF2-40B4-BE49-F238E27FC236}">
                <a16:creationId xmlns:a16="http://schemas.microsoft.com/office/drawing/2014/main" id="{2EB5BEA9-760B-4710-BC27-95704F1DA191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929">
            <a:extLst xmlns:a="http://schemas.openxmlformats.org/drawingml/2006/main">
              <a:ext uri="{FF2B5EF4-FFF2-40B4-BE49-F238E27FC236}">
                <a16:creationId xmlns:a16="http://schemas.microsoft.com/office/drawing/2014/main" id="{12417691-97CB-45C5-BF6E-C1898CCF529E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930">
            <a:extLst xmlns:a="http://schemas.openxmlformats.org/drawingml/2006/main">
              <a:ext uri="{FF2B5EF4-FFF2-40B4-BE49-F238E27FC236}">
                <a16:creationId xmlns:a16="http://schemas.microsoft.com/office/drawing/2014/main" id="{67F34AFC-9AFB-4152-8ECD-581B4228E45A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489DABA-8CA5-4ED5-B772-79BFE548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与突厥、回纥、吐蕃、靺鞨分别怎样交往？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008E273-6030-4DB4-A4DA-25DE8D6A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1808F42-D05C-4A6D-A2F0-45A3ED35B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F650A98-A9D7-4CAE-BB1C-A850DC20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931">
            <a:extLst xmlns:a="http://schemas.openxmlformats.org/drawingml/2006/main">
              <a:ext uri="{FF2B5EF4-FFF2-40B4-BE49-F238E27FC236}">
                <a16:creationId xmlns:a16="http://schemas.microsoft.com/office/drawing/2014/main" id="{F2E13913-5D55-4E70-B006-BA44AB9E563F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突厥、安西与北庭都护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932">
            <a:extLst xmlns:a="http://schemas.openxmlformats.org/drawingml/2006/main">
              <a:ext uri="{FF2B5EF4-FFF2-40B4-BE49-F238E27FC236}">
                <a16:creationId xmlns:a16="http://schemas.microsoft.com/office/drawing/2014/main" id="{45FB530D-CCDE-4286-8F3E-D78A87E43925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突厥、安西与北庭都护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2480271-2888-4ED7-B6C5-02C1E282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突厥：战争、联合行动；唐在西域设置安西、北庭都护府。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回纥：合作、册封首领。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吐蕃：和亲、会盟。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靺鞨粟末部：册封首领。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太宗反击东突厥，被草原各族尊为“天可汗”；唐高宗联合回纥灭西突厥。682年后突厥建立，744年唐与回纥等联手平定。玄宗册封骨力裴罗为怀仁可汗、大祚荣为渤海郡王。周边民族政权为边疆开发作出积极贡献。</a:t>
            </a:r>
          </a:p>
        </p:txBody>
      </p:sp>
    </p:spTree>
    <p:extLst>
      <p:ext uri="{BB962C8B-B14F-4D97-AF65-F5344CB8AC3E}">
        <p14:creationId xmlns:p14="http://schemas.microsoft.com/office/powerpoint/2010/main" val="95947255"/>
      </p:ext>
    </p:extLst>
  </p:cSld>
  <p:transition advClick="0"/>
</p:sld>
</file>

<file path=ppt/slides/slide116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2794A7-BB54-4AE1-A482-2679A236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933">
            <a:extLst xmlns:a="http://schemas.openxmlformats.org/drawingml/2006/main">
              <a:ext uri="{FF2B5EF4-FFF2-40B4-BE49-F238E27FC236}">
                <a16:creationId xmlns:a16="http://schemas.microsoft.com/office/drawing/2014/main" id="{7111B1BC-07F7-4F34-BE64-8D6F5A45A54B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934">
            <a:extLst xmlns:a="http://schemas.openxmlformats.org/drawingml/2006/main">
              <a:ext uri="{FF2B5EF4-FFF2-40B4-BE49-F238E27FC236}">
                <a16:creationId xmlns:a16="http://schemas.microsoft.com/office/drawing/2014/main" id="{FB8EB857-622E-4A14-838A-83878F074F0A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935">
            <a:extLst xmlns:a="http://schemas.openxmlformats.org/drawingml/2006/main">
              <a:ext uri="{FF2B5EF4-FFF2-40B4-BE49-F238E27FC236}">
                <a16:creationId xmlns:a16="http://schemas.microsoft.com/office/drawing/2014/main" id="{425DB71A-4C31-4AB9-9F61-BFADAA766DF2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2AE472B-1FC0-484E-96D4-A36BB9A5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两者关系题的四个视角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AE5C741-C772-4C60-9563-837CF0A5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C5A1061-F03C-4360-9BCA-57F6F649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E0F0DE9-37E6-4BFE-A20E-5FC2CE20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F506216-054B-4D48-81C7-FA1F9A68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两者关系类题如何找分析角度？</a:t>
            </a:r>
          </a:p>
        </p:txBody>
      </p:sp>
      <p:sp>
        <p:nvSpPr>
          <p:cNvPr id="10" name="link-936">
            <a:extLst xmlns:a="http://schemas.openxmlformats.org/drawingml/2006/main">
              <a:ext uri="{FF2B5EF4-FFF2-40B4-BE49-F238E27FC236}">
                <a16:creationId xmlns:a16="http://schemas.microsoft.com/office/drawing/2014/main" id="{71CBA1A0-6EDF-4034-AF46-BF664878499E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突厥、安西与北庭都护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937">
            <a:extLst xmlns:a="http://schemas.openxmlformats.org/drawingml/2006/main">
              <a:ext uri="{FF2B5EF4-FFF2-40B4-BE49-F238E27FC236}">
                <a16:creationId xmlns:a16="http://schemas.microsoft.com/office/drawing/2014/main" id="{CAD71778-CD59-4D3F-B616-33D26B7427D8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两者关系类题如何找分析角度？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1286569161"/>
      </p:ext>
    </p:extLst>
  </p:cSld>
  <p:transition advClick="0"/>
</p:sld>
</file>

<file path=ppt/slides/slide117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0992D4-9ABD-4E90-A2E5-DF8CFB01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938">
            <a:extLst xmlns:a="http://schemas.openxmlformats.org/drawingml/2006/main">
              <a:ext uri="{FF2B5EF4-FFF2-40B4-BE49-F238E27FC236}">
                <a16:creationId xmlns:a16="http://schemas.microsoft.com/office/drawing/2014/main" id="{0406CB52-C8DE-4FBA-A140-157C145BF0CD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939">
            <a:extLst xmlns:a="http://schemas.openxmlformats.org/drawingml/2006/main">
              <a:ext uri="{FF2B5EF4-FFF2-40B4-BE49-F238E27FC236}">
                <a16:creationId xmlns:a16="http://schemas.microsoft.com/office/drawing/2014/main" id="{C813F66C-845A-4A5C-AF60-472BF1C37400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940">
            <a:extLst xmlns:a="http://schemas.openxmlformats.org/drawingml/2006/main">
              <a:ext uri="{FF2B5EF4-FFF2-40B4-BE49-F238E27FC236}">
                <a16:creationId xmlns:a16="http://schemas.microsoft.com/office/drawing/2014/main" id="{996C360E-BFE6-4027-9945-C43BE0CD196E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F3D7FE1-B884-4992-A7F2-B7BE4C276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两者关系类题如何找分析角度？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69EC8C5-71A2-499A-BDF1-876B6FD9C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9D6A9B2-2286-448A-8DB2-00D51E9ED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C7C175D-92C9-42F7-88F0-4133E796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941">
            <a:extLst xmlns:a="http://schemas.openxmlformats.org/drawingml/2006/main">
              <a:ext uri="{FF2B5EF4-FFF2-40B4-BE49-F238E27FC236}">
                <a16:creationId xmlns:a16="http://schemas.microsoft.com/office/drawing/2014/main" id="{5FB379F2-D9DC-4646-9CEE-AE85844C4A65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突厥、安西与北庭都护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942">
            <a:extLst xmlns:a="http://schemas.openxmlformats.org/drawingml/2006/main">
              <a:ext uri="{FF2B5EF4-FFF2-40B4-BE49-F238E27FC236}">
                <a16:creationId xmlns:a16="http://schemas.microsoft.com/office/drawing/2014/main" id="{67774065-015A-4818-9FCD-FF5B4132CF7C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突厥、安西与北庭都护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5700F9E-446A-4013-8BE2-C95F3FC0C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一方 → 另一方 → 双方关系 → 其他相关因素（有材料时）。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角度用于组织思路，每项结论仍须史实支持，不必凑齐四项。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例：唐与吐蕃。吐蕃方面可找工艺、技术、书籍交流；双方可谈友好和经济文化交流。唐朝治理稳定是有条件的分析角度，不能直接冒充本段结论。迁移到甲午题，只提出中国、日本、双方关系、其他国家的观察问题，不用本课教材编写近代史答案。</a:t>
            </a:r>
          </a:p>
        </p:txBody>
      </p:sp>
    </p:spTree>
    <p:extLst>
      <p:ext uri="{BB962C8B-B14F-4D97-AF65-F5344CB8AC3E}">
        <p14:creationId xmlns:p14="http://schemas.microsoft.com/office/powerpoint/2010/main" val="1687090522"/>
      </p:ext>
    </p:extLst>
  </p:cSld>
  <p:transition advClick="0"/>
</p:sld>
</file>

<file path=ppt/slides/slide118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781036-0957-430F-B5ED-348ECCBF9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943">
            <a:extLst xmlns:a="http://schemas.openxmlformats.org/drawingml/2006/main">
              <a:ext uri="{FF2B5EF4-FFF2-40B4-BE49-F238E27FC236}">
                <a16:creationId xmlns:a16="http://schemas.microsoft.com/office/drawing/2014/main" id="{B4BA5DBD-2C68-4BB5-8C50-C91869B305FB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944">
            <a:extLst xmlns:a="http://schemas.openxmlformats.org/drawingml/2006/main">
              <a:ext uri="{FF2B5EF4-FFF2-40B4-BE49-F238E27FC236}">
                <a16:creationId xmlns:a16="http://schemas.microsoft.com/office/drawing/2014/main" id="{3E2087C2-4526-468D-AF0D-079A315598B4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945">
            <a:extLst xmlns:a="http://schemas.openxmlformats.org/drawingml/2006/main">
              <a:ext uri="{FF2B5EF4-FFF2-40B4-BE49-F238E27FC236}">
                <a16:creationId xmlns:a16="http://schemas.microsoft.com/office/drawing/2014/main" id="{8AB5CE56-DCAB-414E-8276-AC4B9A1D8B7E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B3FFCF0-21E4-446F-AE3B-F1D2AE3BB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民族边疆与对外外交关系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1EFF050-CD83-47E7-9634-54C61A3A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8E77063-5AFD-423D-9C04-3561B361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9574A7A-74E1-4E39-8F6C-7778DB30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12C90D2-76EF-47D3-8C24-824701B89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民族/边疆关系与外交/对外关系怎样区分？</a:t>
            </a:r>
          </a:p>
        </p:txBody>
      </p:sp>
      <p:sp>
        <p:nvSpPr>
          <p:cNvPr id="10" name="link-946">
            <a:extLst xmlns:a="http://schemas.openxmlformats.org/drawingml/2006/main">
              <a:ext uri="{FF2B5EF4-FFF2-40B4-BE49-F238E27FC236}">
                <a16:creationId xmlns:a16="http://schemas.microsoft.com/office/drawing/2014/main" id="{07D55FE4-C485-4F32-B5F3-EA19CB08C894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突厥、安西与北庭都护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947">
            <a:extLst xmlns:a="http://schemas.openxmlformats.org/drawingml/2006/main">
              <a:ext uri="{FF2B5EF4-FFF2-40B4-BE49-F238E27FC236}">
                <a16:creationId xmlns:a16="http://schemas.microsoft.com/office/drawing/2014/main" id="{D988E139-87BF-4707-89B6-8D3362BEC156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民族/边疆关系与外交/对外关系怎样区分？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2072924582"/>
      </p:ext>
    </p:extLst>
  </p:cSld>
  <p:transition advClick="0"/>
</p:sld>
</file>

<file path=ppt/slides/slide119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F2B4FA-F354-4F8F-B320-35A32FE9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948">
            <a:extLst xmlns:a="http://schemas.openxmlformats.org/drawingml/2006/main">
              <a:ext uri="{FF2B5EF4-FFF2-40B4-BE49-F238E27FC236}">
                <a16:creationId xmlns:a16="http://schemas.microsoft.com/office/drawing/2014/main" id="{95C0A260-9733-45B1-941D-C0F10DD214F9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949">
            <a:extLst xmlns:a="http://schemas.openxmlformats.org/drawingml/2006/main">
              <a:ext uri="{FF2B5EF4-FFF2-40B4-BE49-F238E27FC236}">
                <a16:creationId xmlns:a16="http://schemas.microsoft.com/office/drawing/2014/main" id="{BD3B6A28-2FDF-4527-819D-CDC270586AF5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950">
            <a:extLst xmlns:a="http://schemas.openxmlformats.org/drawingml/2006/main">
              <a:ext uri="{FF2B5EF4-FFF2-40B4-BE49-F238E27FC236}">
                <a16:creationId xmlns:a16="http://schemas.microsoft.com/office/drawing/2014/main" id="{D2708E5C-D394-4794-A946-D2EB4869FCC6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14E9B45-68D0-4EF5-8E0D-EE6864E18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民族/边疆关系与外交/对外关系怎样区分？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350B5EF-8053-4394-A1C6-E4B5E5A4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BE69EE1-C572-4C06-80A8-C9091305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55FA74E-7B68-4AEF-AE69-A062710E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951">
            <a:extLst xmlns:a="http://schemas.openxmlformats.org/drawingml/2006/main">
              <a:ext uri="{FF2B5EF4-FFF2-40B4-BE49-F238E27FC236}">
                <a16:creationId xmlns:a16="http://schemas.microsoft.com/office/drawing/2014/main" id="{C2A45252-8696-424F-A1FD-3FEF511F4E63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突厥、安西与北庭都护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952">
            <a:extLst xmlns:a="http://schemas.openxmlformats.org/drawingml/2006/main">
              <a:ext uri="{FF2B5EF4-FFF2-40B4-BE49-F238E27FC236}">
                <a16:creationId xmlns:a16="http://schemas.microsoft.com/office/drawing/2014/main" id="{02B63B60-F6EF-4EF2-B75C-1BB92F804B6D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突厥、安西与北庭都护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8EED54D-3B3B-4160-AFD5-CBC325234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核心判断标准：现在中国有没有当前领土。</a:t>
            </a:r>
          </a:p>
        </p:txBody>
      </p:sp>
    </p:spTree>
    <p:extLst>
      <p:ext uri="{BB962C8B-B14F-4D97-AF65-F5344CB8AC3E}">
        <p14:creationId xmlns:p14="http://schemas.microsoft.com/office/powerpoint/2010/main" val="263827745"/>
      </p:ext>
    </p:extLst>
  </p:cSld>
  <p:transition advClick="0"/>
</p:sld>
</file>

<file path=ppt/slides/slide120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662653-F6BB-4986-A2E8-AD590337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953">
            <a:extLst xmlns:a="http://schemas.openxmlformats.org/drawingml/2006/main">
              <a:ext uri="{FF2B5EF4-FFF2-40B4-BE49-F238E27FC236}">
                <a16:creationId xmlns:a16="http://schemas.microsoft.com/office/drawing/2014/main" id="{B31AC580-030A-4064-960D-E35DA5232229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954">
            <a:extLst xmlns:a="http://schemas.openxmlformats.org/drawingml/2006/main">
              <a:ext uri="{FF2B5EF4-FFF2-40B4-BE49-F238E27FC236}">
                <a16:creationId xmlns:a16="http://schemas.microsoft.com/office/drawing/2014/main" id="{A5F0DE18-D691-4365-BAB6-F91EBB6363E5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955">
            <a:extLst xmlns:a="http://schemas.openxmlformats.org/drawingml/2006/main">
              <a:ext uri="{FF2B5EF4-FFF2-40B4-BE49-F238E27FC236}">
                <a16:creationId xmlns:a16="http://schemas.microsoft.com/office/drawing/2014/main" id="{82EB13C5-64EC-4B51-BEC4-1F92B0547DAF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48A1742-3907-491B-A1D0-A05DD4DE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民族关系的处理方式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E2525E0-6C83-4D02-879B-07961E67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7A4967C-5F46-4794-9B7E-AF4E8D49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B205409-65F0-4594-BFAB-DC02CD3A2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C4C51D7-4E8E-4829-933D-3C8E6C74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与突厥、回纥、吐蕃、靺鞨分别怎样交往？</a:t>
            </a:r>
          </a:p>
        </p:txBody>
      </p:sp>
      <p:sp>
        <p:nvSpPr>
          <p:cNvPr id="10" name="link-956">
            <a:extLst xmlns:a="http://schemas.openxmlformats.org/drawingml/2006/main">
              <a:ext uri="{FF2B5EF4-FFF2-40B4-BE49-F238E27FC236}">
                <a16:creationId xmlns:a16="http://schemas.microsoft.com/office/drawing/2014/main" id="{4FF9ACB0-43DC-4110-B149-9A4C9469C1DB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历史纵横：回纥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957">
            <a:extLst xmlns:a="http://schemas.openxmlformats.org/drawingml/2006/main">
              <a:ext uri="{FF2B5EF4-FFF2-40B4-BE49-F238E27FC236}">
                <a16:creationId xmlns:a16="http://schemas.microsoft.com/office/drawing/2014/main" id="{E31121BC-FBC5-4158-B741-2E8215675173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与突厥、回纥、吐蕃、靺鞨分别怎样交往？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1392631117"/>
      </p:ext>
    </p:extLst>
  </p:cSld>
  <p:transition advClick="0"/>
</p:sld>
</file>

<file path=ppt/slides/slide121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7B1A44-8FBE-47C6-A8E0-71DC0301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958">
            <a:extLst xmlns:a="http://schemas.openxmlformats.org/drawingml/2006/main">
              <a:ext uri="{FF2B5EF4-FFF2-40B4-BE49-F238E27FC236}">
                <a16:creationId xmlns:a16="http://schemas.microsoft.com/office/drawing/2014/main" id="{1273FEBB-0235-4AA0-BFA8-2CF1BF720015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959">
            <a:extLst xmlns:a="http://schemas.openxmlformats.org/drawingml/2006/main">
              <a:ext uri="{FF2B5EF4-FFF2-40B4-BE49-F238E27FC236}">
                <a16:creationId xmlns:a16="http://schemas.microsoft.com/office/drawing/2014/main" id="{C16920EA-AFBC-4859-8408-EB509F735852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960">
            <a:extLst xmlns:a="http://schemas.openxmlformats.org/drawingml/2006/main">
              <a:ext uri="{FF2B5EF4-FFF2-40B4-BE49-F238E27FC236}">
                <a16:creationId xmlns:a16="http://schemas.microsoft.com/office/drawing/2014/main" id="{F56EC362-6746-4B01-A605-9DB2990C8FC3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752D4C3-68A3-4E32-B4D1-C521958F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与突厥、回纥、吐蕃、靺鞨分别怎样交往？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4F4152F-ED1D-4366-9226-8EF35097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B7C094C-C177-4B8B-9337-07EA895D6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A9751B1-7FCB-40CA-8E99-536A9646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961">
            <a:extLst xmlns:a="http://schemas.openxmlformats.org/drawingml/2006/main">
              <a:ext uri="{FF2B5EF4-FFF2-40B4-BE49-F238E27FC236}">
                <a16:creationId xmlns:a16="http://schemas.microsoft.com/office/drawing/2014/main" id="{28FB9EDE-E525-419E-9D8D-FC66B348E55F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历史纵横：回纥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962">
            <a:extLst xmlns:a="http://schemas.openxmlformats.org/drawingml/2006/main">
              <a:ext uri="{FF2B5EF4-FFF2-40B4-BE49-F238E27FC236}">
                <a16:creationId xmlns:a16="http://schemas.microsoft.com/office/drawing/2014/main" id="{947C45C7-54BC-4B25-8655-96C4D299E15F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历史纵横：回纥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04ABB94-592F-406C-BBE8-8877470D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突厥：战争、联合行动；唐在西域设置安西、北庭都护府。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回纥：合作、册封首领。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吐蕃：和亲、会盟。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靺鞨粟末部：册封首领。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太宗反击东突厥，被草原各族尊为“天可汗”；唐高宗联合回纥灭西突厥。682年后突厥建立，744年唐与回纥等联手平定。玄宗册封骨力裴罗为怀仁可汗、大祚荣为渤海郡王。周边民族政权为边疆开发作出积极贡献。</a:t>
            </a:r>
          </a:p>
        </p:txBody>
      </p:sp>
    </p:spTree>
    <p:extLst>
      <p:ext uri="{BB962C8B-B14F-4D97-AF65-F5344CB8AC3E}">
        <p14:creationId xmlns:p14="http://schemas.microsoft.com/office/powerpoint/2010/main" val="767552993"/>
      </p:ext>
    </p:extLst>
  </p:cSld>
  <p:transition advClick="0"/>
</p:sld>
</file>

<file path=ppt/slides/slide122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9DE2A8-2416-4F5F-A8B1-E3928702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963">
            <a:extLst xmlns:a="http://schemas.openxmlformats.org/drawingml/2006/main">
              <a:ext uri="{FF2B5EF4-FFF2-40B4-BE49-F238E27FC236}">
                <a16:creationId xmlns:a16="http://schemas.microsoft.com/office/drawing/2014/main" id="{4F0889D8-25B2-45A7-B52B-0A878538C41A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964">
            <a:extLst xmlns:a="http://schemas.openxmlformats.org/drawingml/2006/main">
              <a:ext uri="{FF2B5EF4-FFF2-40B4-BE49-F238E27FC236}">
                <a16:creationId xmlns:a16="http://schemas.microsoft.com/office/drawing/2014/main" id="{236B7741-7A88-4873-9008-DCE6BB8630C9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965">
            <a:extLst xmlns:a="http://schemas.openxmlformats.org/drawingml/2006/main">
              <a:ext uri="{FF2B5EF4-FFF2-40B4-BE49-F238E27FC236}">
                <a16:creationId xmlns:a16="http://schemas.microsoft.com/office/drawing/2014/main" id="{34E9E5E1-E549-4707-8EEA-12E3BB4F1BF0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F45B7F6-DA7D-481B-B2DD-B814B392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两者关系题的四个视角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B47C37D-95A0-47D7-986A-771DEA0B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1778ADC-9C4B-47BB-8BFF-F158A81D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64F9225-3F78-4D83-8A76-435C6287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6A6EE00-1821-49F0-B204-76BCCE16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两者关系类题如何找分析角度？</a:t>
            </a:r>
          </a:p>
        </p:txBody>
      </p:sp>
      <p:sp>
        <p:nvSpPr>
          <p:cNvPr id="10" name="link-966">
            <a:extLst xmlns:a="http://schemas.openxmlformats.org/drawingml/2006/main">
              <a:ext uri="{FF2B5EF4-FFF2-40B4-BE49-F238E27FC236}">
                <a16:creationId xmlns:a16="http://schemas.microsoft.com/office/drawing/2014/main" id="{A3A62456-8109-4C71-9BE1-4FE20E3EAC72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历史纵横：回纥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967">
            <a:extLst xmlns:a="http://schemas.openxmlformats.org/drawingml/2006/main">
              <a:ext uri="{FF2B5EF4-FFF2-40B4-BE49-F238E27FC236}">
                <a16:creationId xmlns:a16="http://schemas.microsoft.com/office/drawing/2014/main" id="{75A8D254-C887-4AE2-9F5D-3C857ABD0183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两者关系类题如何找分析角度？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1462297682"/>
      </p:ext>
    </p:extLst>
  </p:cSld>
  <p:transition advClick="0"/>
</p:sld>
</file>

<file path=ppt/slides/slide123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4FE7BB-775D-4E6F-B2A5-CDBFA942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968">
            <a:extLst xmlns:a="http://schemas.openxmlformats.org/drawingml/2006/main">
              <a:ext uri="{FF2B5EF4-FFF2-40B4-BE49-F238E27FC236}">
                <a16:creationId xmlns:a16="http://schemas.microsoft.com/office/drawing/2014/main" id="{19E2080E-0B90-4824-93D6-6F7317B097E1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969">
            <a:extLst xmlns:a="http://schemas.openxmlformats.org/drawingml/2006/main">
              <a:ext uri="{FF2B5EF4-FFF2-40B4-BE49-F238E27FC236}">
                <a16:creationId xmlns:a16="http://schemas.microsoft.com/office/drawing/2014/main" id="{8EAE2B62-5FD4-45EE-B591-6B005A5BDD29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970">
            <a:extLst xmlns:a="http://schemas.openxmlformats.org/drawingml/2006/main">
              <a:ext uri="{FF2B5EF4-FFF2-40B4-BE49-F238E27FC236}">
                <a16:creationId xmlns:a16="http://schemas.microsoft.com/office/drawing/2014/main" id="{27A7D5FE-D715-4C52-8E20-D42EDE5D3FD1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31E7652-CFE2-46EA-A409-23C7C4F36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两者关系类题如何找分析角度？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CC3CDF4-D2A3-4040-8543-4B9398DB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ECF3B39-5A59-45EE-A1BB-443DF4ACD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18FA088-B523-4DED-B636-AC03A93E7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971">
            <a:extLst xmlns:a="http://schemas.openxmlformats.org/drawingml/2006/main">
              <a:ext uri="{FF2B5EF4-FFF2-40B4-BE49-F238E27FC236}">
                <a16:creationId xmlns:a16="http://schemas.microsoft.com/office/drawing/2014/main" id="{8E9811A6-B48B-48DC-B193-75EC4391227F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历史纵横：回纥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972">
            <a:extLst xmlns:a="http://schemas.openxmlformats.org/drawingml/2006/main">
              <a:ext uri="{FF2B5EF4-FFF2-40B4-BE49-F238E27FC236}">
                <a16:creationId xmlns:a16="http://schemas.microsoft.com/office/drawing/2014/main" id="{ADF1B1C8-B542-462E-A3B0-3A0103FC81AC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历史纵横：回纥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82F1370-29C2-4C26-8E93-B1FCE642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一方 → 另一方 → 双方关系 → 其他相关因素（有材料时）。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角度用于组织思路，每项结论仍须史实支持，不必凑齐四项。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例：唐与吐蕃。吐蕃方面可找工艺、技术、书籍交流；双方可谈友好和经济文化交流。唐朝治理稳定是有条件的分析角度，不能直接冒充本段结论。迁移到甲午题，只提出中国、日本、双方关系、其他国家的观察问题，不用本课教材编写近代史答案。</a:t>
            </a:r>
          </a:p>
        </p:txBody>
      </p:sp>
    </p:spTree>
    <p:extLst>
      <p:ext uri="{BB962C8B-B14F-4D97-AF65-F5344CB8AC3E}">
        <p14:creationId xmlns:p14="http://schemas.microsoft.com/office/powerpoint/2010/main" val="288298967"/>
      </p:ext>
    </p:extLst>
  </p:cSld>
  <p:transition advClick="0"/>
</p:sld>
</file>

<file path=ppt/slides/slide124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C2F828-9596-46D8-A2EA-CA65114C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973">
            <a:extLst xmlns:a="http://schemas.openxmlformats.org/drawingml/2006/main">
              <a:ext uri="{FF2B5EF4-FFF2-40B4-BE49-F238E27FC236}">
                <a16:creationId xmlns:a16="http://schemas.microsoft.com/office/drawing/2014/main" id="{24169002-BDDE-4228-8635-A16F7C7534D9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974">
            <a:extLst xmlns:a="http://schemas.openxmlformats.org/drawingml/2006/main">
              <a:ext uri="{FF2B5EF4-FFF2-40B4-BE49-F238E27FC236}">
                <a16:creationId xmlns:a16="http://schemas.microsoft.com/office/drawing/2014/main" id="{58C21FC9-755B-4802-A2B4-6AF37BFA0061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975">
            <a:extLst xmlns:a="http://schemas.openxmlformats.org/drawingml/2006/main">
              <a:ext uri="{FF2B5EF4-FFF2-40B4-BE49-F238E27FC236}">
                <a16:creationId xmlns:a16="http://schemas.microsoft.com/office/drawing/2014/main" id="{9A6DC4EB-851E-4AE8-A64C-8DBF643A3D4B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5D3FF44-57ED-4FE4-A919-3AD91F3D8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民族边疆与对外外交关系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3A74547-C3A8-4D30-95EF-47E96ACCF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6EB63B8-FEB0-404D-A1FB-09408C324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C893E6D-FE8F-4784-8557-2F746DF62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86AE2E8-4A07-4858-A348-A309C512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民族/边疆关系与外交/对外关系怎样区分？</a:t>
            </a:r>
          </a:p>
        </p:txBody>
      </p:sp>
      <p:sp>
        <p:nvSpPr>
          <p:cNvPr id="10" name="link-976">
            <a:extLst xmlns:a="http://schemas.openxmlformats.org/drawingml/2006/main">
              <a:ext uri="{FF2B5EF4-FFF2-40B4-BE49-F238E27FC236}">
                <a16:creationId xmlns:a16="http://schemas.microsoft.com/office/drawing/2014/main" id="{1BFD1412-8974-496A-9838-9705C4802EB6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历史纵横：回纥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977">
            <a:extLst xmlns:a="http://schemas.openxmlformats.org/drawingml/2006/main">
              <a:ext uri="{FF2B5EF4-FFF2-40B4-BE49-F238E27FC236}">
                <a16:creationId xmlns:a16="http://schemas.microsoft.com/office/drawing/2014/main" id="{B04CA23E-3A8E-48CC-A22D-2C0007B37E4B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民族/边疆关系与外交/对外关系怎样区分？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1289714197"/>
      </p:ext>
    </p:extLst>
  </p:cSld>
  <p:transition advClick="0"/>
</p:sld>
</file>

<file path=ppt/slides/slide125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B2BE42-90ED-4883-897B-59425E73F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978">
            <a:extLst xmlns:a="http://schemas.openxmlformats.org/drawingml/2006/main">
              <a:ext uri="{FF2B5EF4-FFF2-40B4-BE49-F238E27FC236}">
                <a16:creationId xmlns:a16="http://schemas.microsoft.com/office/drawing/2014/main" id="{844D5096-EFB7-42BC-A013-96F6BA09C4F6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979">
            <a:extLst xmlns:a="http://schemas.openxmlformats.org/drawingml/2006/main">
              <a:ext uri="{FF2B5EF4-FFF2-40B4-BE49-F238E27FC236}">
                <a16:creationId xmlns:a16="http://schemas.microsoft.com/office/drawing/2014/main" id="{EE0439FD-293D-49A7-9517-AEA266C9003D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980">
            <a:extLst xmlns:a="http://schemas.openxmlformats.org/drawingml/2006/main">
              <a:ext uri="{FF2B5EF4-FFF2-40B4-BE49-F238E27FC236}">
                <a16:creationId xmlns:a16="http://schemas.microsoft.com/office/drawing/2014/main" id="{D213B550-B21B-467C-8517-98F2D66EB003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D46C4DC-8569-4E0B-AB3D-C791F9D0C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民族/边疆关系与外交/对外关系怎样区分？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811D23B-D123-4BAA-9449-3EF794B0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39546C8-6386-42F1-8B8E-237E3AA0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E4E1B04-E536-414B-BB5D-81223BB35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981">
            <a:extLst xmlns:a="http://schemas.openxmlformats.org/drawingml/2006/main">
              <a:ext uri="{FF2B5EF4-FFF2-40B4-BE49-F238E27FC236}">
                <a16:creationId xmlns:a16="http://schemas.microsoft.com/office/drawing/2014/main" id="{4EA0B0AF-0944-45D3-A96B-3D94D03580FC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历史纵横：回纥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982">
            <a:extLst xmlns:a="http://schemas.openxmlformats.org/drawingml/2006/main">
              <a:ext uri="{FF2B5EF4-FFF2-40B4-BE49-F238E27FC236}">
                <a16:creationId xmlns:a16="http://schemas.microsoft.com/office/drawing/2014/main" id="{E4A78659-A808-471C-B84E-A0DC9281059C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历史纵横：回纥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23AFEF7-0380-4ED5-A442-2ED3F4DA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核心判断标准：现在中国有没有当前领土。</a:t>
            </a:r>
          </a:p>
        </p:txBody>
      </p:sp>
    </p:spTree>
    <p:extLst>
      <p:ext uri="{BB962C8B-B14F-4D97-AF65-F5344CB8AC3E}">
        <p14:creationId xmlns:p14="http://schemas.microsoft.com/office/powerpoint/2010/main" val="93138864"/>
      </p:ext>
    </p:extLst>
  </p:cSld>
  <p:transition advClick="0"/>
</p:sld>
</file>

<file path=ppt/slides/slide126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EF46A1-3135-4882-B0C3-1B6A5DF1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983">
            <a:extLst xmlns:a="http://schemas.openxmlformats.org/drawingml/2006/main">
              <a:ext uri="{FF2B5EF4-FFF2-40B4-BE49-F238E27FC236}">
                <a16:creationId xmlns:a16="http://schemas.microsoft.com/office/drawing/2014/main" id="{767425A9-08EC-4828-BA26-399742F060E3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984">
            <a:extLst xmlns:a="http://schemas.openxmlformats.org/drawingml/2006/main">
              <a:ext uri="{FF2B5EF4-FFF2-40B4-BE49-F238E27FC236}">
                <a16:creationId xmlns:a16="http://schemas.microsoft.com/office/drawing/2014/main" id="{5C78DC62-D45A-4B46-810D-3CB8E6BDA469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985">
            <a:extLst xmlns:a="http://schemas.openxmlformats.org/drawingml/2006/main">
              <a:ext uri="{FF2B5EF4-FFF2-40B4-BE49-F238E27FC236}">
                <a16:creationId xmlns:a16="http://schemas.microsoft.com/office/drawing/2014/main" id="{A0F9902D-FCDD-4A06-A06A-2F171CF428A2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E037296-126E-44C9-83A5-7A3A5B2F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民族关系的处理方式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3613963-0949-4719-9DF7-1C810A12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F1DA870-9307-4642-AFE3-074C017F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A385FBE-B306-4681-AD5B-5F90104A6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A5ADE8D-4CB7-4E98-825C-DB091610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与突厥、回纥、吐蕃、靺鞨分别怎样交往？</a:t>
            </a:r>
          </a:p>
        </p:txBody>
      </p:sp>
      <p:sp>
        <p:nvSpPr>
          <p:cNvPr id="10" name="link-986">
            <a:extLst xmlns:a="http://schemas.openxmlformats.org/drawingml/2006/main">
              <a:ext uri="{FF2B5EF4-FFF2-40B4-BE49-F238E27FC236}">
                <a16:creationId xmlns:a16="http://schemas.microsoft.com/office/drawing/2014/main" id="{848072EA-28B9-4672-A21C-24229712424A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吐蕃与文成公主（末句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987">
            <a:extLst xmlns:a="http://schemas.openxmlformats.org/drawingml/2006/main">
              <a:ext uri="{FF2B5EF4-FFF2-40B4-BE49-F238E27FC236}">
                <a16:creationId xmlns:a16="http://schemas.microsoft.com/office/drawing/2014/main" id="{51E091A9-1F39-4BA1-BACC-C9FE05B34B0C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与突厥、回纥、吐蕃、靺鞨分别怎样交往？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292336048"/>
      </p:ext>
    </p:extLst>
  </p:cSld>
  <p:transition advClick="0"/>
</p:sld>
</file>

<file path=ppt/slides/slide127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71E221-CA2A-4816-A4DD-0EA669A5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988">
            <a:extLst xmlns:a="http://schemas.openxmlformats.org/drawingml/2006/main">
              <a:ext uri="{FF2B5EF4-FFF2-40B4-BE49-F238E27FC236}">
                <a16:creationId xmlns:a16="http://schemas.microsoft.com/office/drawing/2014/main" id="{85D851DB-8ECB-489E-913E-E3A77D3B6570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989">
            <a:extLst xmlns:a="http://schemas.openxmlformats.org/drawingml/2006/main">
              <a:ext uri="{FF2B5EF4-FFF2-40B4-BE49-F238E27FC236}">
                <a16:creationId xmlns:a16="http://schemas.microsoft.com/office/drawing/2014/main" id="{0D51C4A6-CD6D-403E-9AE7-B83883E2ECAD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990">
            <a:extLst xmlns:a="http://schemas.openxmlformats.org/drawingml/2006/main">
              <a:ext uri="{FF2B5EF4-FFF2-40B4-BE49-F238E27FC236}">
                <a16:creationId xmlns:a16="http://schemas.microsoft.com/office/drawing/2014/main" id="{5D564EA4-CEB5-46E2-A690-3BACECC9EEFA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416D50F-F46D-4B7B-857F-CDB5030B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与突厥、回纥、吐蕃、靺鞨分别怎样交往？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AB709BA-8246-4DC4-8087-3091C9CC2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83FB0EB-CFD7-4906-A342-18C3F08C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890A044-4600-4237-A32B-C3517C7FF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991">
            <a:extLst xmlns:a="http://schemas.openxmlformats.org/drawingml/2006/main">
              <a:ext uri="{FF2B5EF4-FFF2-40B4-BE49-F238E27FC236}">
                <a16:creationId xmlns:a16="http://schemas.microsoft.com/office/drawing/2014/main" id="{925B9048-F5B0-4846-9DD1-EFC44ABFAC81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吐蕃与文成公主（末句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992">
            <a:extLst xmlns:a="http://schemas.openxmlformats.org/drawingml/2006/main">
              <a:ext uri="{FF2B5EF4-FFF2-40B4-BE49-F238E27FC236}">
                <a16:creationId xmlns:a16="http://schemas.microsoft.com/office/drawing/2014/main" id="{F7DB7F7A-B7BD-40F8-A426-7E51E1A485F5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吐蕃与文成公主（末句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9EDB5C8-E3B8-411D-8919-54F8C5B1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突厥：战争、联合行动；唐在西域设置安西、北庭都护府。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回纥：合作、册封首领。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吐蕃：和亲、会盟。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靺鞨粟末部：册封首领。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太宗反击东突厥，被草原各族尊为“天可汗”；唐高宗联合回纥灭西突厥。682年后突厥建立，744年唐与回纥等联手平定。玄宗册封骨力裴罗为怀仁可汗、大祚荣为渤海郡王。周边民族政权为边疆开发作出积极贡献。</a:t>
            </a:r>
          </a:p>
        </p:txBody>
      </p:sp>
    </p:spTree>
    <p:extLst>
      <p:ext uri="{BB962C8B-B14F-4D97-AF65-F5344CB8AC3E}">
        <p14:creationId xmlns:p14="http://schemas.microsoft.com/office/powerpoint/2010/main" val="621056867"/>
      </p:ext>
    </p:extLst>
  </p:cSld>
  <p:transition advClick="0"/>
</p:sld>
</file>

<file path=ppt/slides/slide128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4F1392-CEE8-49B2-A9EB-E5E29766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993">
            <a:extLst xmlns:a="http://schemas.openxmlformats.org/drawingml/2006/main">
              <a:ext uri="{FF2B5EF4-FFF2-40B4-BE49-F238E27FC236}">
                <a16:creationId xmlns:a16="http://schemas.microsoft.com/office/drawing/2014/main" id="{D9F979A1-5DF3-4875-B327-DE9B55F76C59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994">
            <a:extLst xmlns:a="http://schemas.openxmlformats.org/drawingml/2006/main">
              <a:ext uri="{FF2B5EF4-FFF2-40B4-BE49-F238E27FC236}">
                <a16:creationId xmlns:a16="http://schemas.microsoft.com/office/drawing/2014/main" id="{AEB28B9F-697F-47C4-BC06-DCC13C8537A1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995">
            <a:extLst xmlns:a="http://schemas.openxmlformats.org/drawingml/2006/main">
              <a:ext uri="{FF2B5EF4-FFF2-40B4-BE49-F238E27FC236}">
                <a16:creationId xmlns:a16="http://schemas.microsoft.com/office/drawing/2014/main" id="{8C918FA4-0082-4E05-AB44-D4081F8CF619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F6B3F52-14C1-4313-9603-0800EE45A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两者关系题的四个视角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DE02476-D944-4EA3-BF30-1A4240AA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A811130-DD69-431D-91A5-E09F9C2F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1FC9C69-841D-4D63-8EFA-A57A685CB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BFE25DD-E9DB-4F2E-A22A-E7E3083A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两者关系类题如何找分析角度？</a:t>
            </a:r>
          </a:p>
        </p:txBody>
      </p:sp>
      <p:sp>
        <p:nvSpPr>
          <p:cNvPr id="10" name="link-996">
            <a:extLst xmlns:a="http://schemas.openxmlformats.org/drawingml/2006/main">
              <a:ext uri="{FF2B5EF4-FFF2-40B4-BE49-F238E27FC236}">
                <a16:creationId xmlns:a16="http://schemas.microsoft.com/office/drawing/2014/main" id="{64B8E1BB-1752-4E26-827A-13B6642CB21F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吐蕃与文成公主（末句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997">
            <a:extLst xmlns:a="http://schemas.openxmlformats.org/drawingml/2006/main">
              <a:ext uri="{FF2B5EF4-FFF2-40B4-BE49-F238E27FC236}">
                <a16:creationId xmlns:a16="http://schemas.microsoft.com/office/drawing/2014/main" id="{08FC1F24-40A4-4917-B2E7-73E5A568B9D8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两者关系类题如何找分析角度？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1503499545"/>
      </p:ext>
    </p:extLst>
  </p:cSld>
  <p:transition advClick="0"/>
</p:sld>
</file>

<file path=ppt/slides/slide129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AA37A0-DDAC-4843-8E20-E0B1F6FC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998">
            <a:extLst xmlns:a="http://schemas.openxmlformats.org/drawingml/2006/main">
              <a:ext uri="{FF2B5EF4-FFF2-40B4-BE49-F238E27FC236}">
                <a16:creationId xmlns:a16="http://schemas.microsoft.com/office/drawing/2014/main" id="{688990EF-A5C3-4E78-BB07-0D19D473A972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999">
            <a:extLst xmlns:a="http://schemas.openxmlformats.org/drawingml/2006/main">
              <a:ext uri="{FF2B5EF4-FFF2-40B4-BE49-F238E27FC236}">
                <a16:creationId xmlns:a16="http://schemas.microsoft.com/office/drawing/2014/main" id="{FDB3743E-9128-4A8A-B82C-469F41E8A5C8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000">
            <a:extLst xmlns:a="http://schemas.openxmlformats.org/drawingml/2006/main">
              <a:ext uri="{FF2B5EF4-FFF2-40B4-BE49-F238E27FC236}">
                <a16:creationId xmlns:a16="http://schemas.microsoft.com/office/drawing/2014/main" id="{5E398916-8508-411B-BB44-BD0D06C86956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95D15C7-4FC4-4DA4-9F31-0EB7E114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两者关系类题如何找分析角度？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562B751-7D68-4544-A5F4-B54302F3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7F83787-29CD-435B-AF94-01554549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9678211-224B-469D-99A3-21B6970B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1001">
            <a:extLst xmlns:a="http://schemas.openxmlformats.org/drawingml/2006/main">
              <a:ext uri="{FF2B5EF4-FFF2-40B4-BE49-F238E27FC236}">
                <a16:creationId xmlns:a16="http://schemas.microsoft.com/office/drawing/2014/main" id="{FBD37C50-4D5B-493B-A2A4-D6C376629F61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吐蕃与文成公主（末句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1002">
            <a:extLst xmlns:a="http://schemas.openxmlformats.org/drawingml/2006/main">
              <a:ext uri="{FF2B5EF4-FFF2-40B4-BE49-F238E27FC236}">
                <a16:creationId xmlns:a16="http://schemas.microsoft.com/office/drawing/2014/main" id="{E2201CB1-C6E3-438D-8BBF-9335E529F8B5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吐蕃与文成公主（末句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5173AD5-C9B3-4F0E-B6AB-1C09D223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一方 → 另一方 → 双方关系 → 其他相关因素（有材料时）。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角度用于组织思路，每项结论仍须史实支持，不必凑齐四项。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例：唐与吐蕃。吐蕃方面可找工艺、技术、书籍交流；双方可谈友好和经济文化交流。唐朝治理稳定是有条件的分析角度，不能直接冒充本段结论。迁移到甲午题，只提出中国、日本、双方关系、其他国家的观察问题，不用本课教材编写近代史答案。</a:t>
            </a:r>
          </a:p>
        </p:txBody>
      </p:sp>
    </p:spTree>
    <p:extLst>
      <p:ext uri="{BB962C8B-B14F-4D97-AF65-F5344CB8AC3E}">
        <p14:creationId xmlns:p14="http://schemas.microsoft.com/office/powerpoint/2010/main" val="202281816"/>
      </p:ext>
    </p:extLst>
  </p:cSld>
  <p:transition advClick="0"/>
</p:sld>
</file>

<file path=ppt/slides/slide130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6FBFFE-E8CA-4635-8639-69DED84F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003">
            <a:extLst xmlns:a="http://schemas.openxmlformats.org/drawingml/2006/main">
              <a:ext uri="{FF2B5EF4-FFF2-40B4-BE49-F238E27FC236}">
                <a16:creationId xmlns:a16="http://schemas.microsoft.com/office/drawing/2014/main" id="{0634F05D-361A-4B29-AF05-3D656E926079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004">
            <a:extLst xmlns:a="http://schemas.openxmlformats.org/drawingml/2006/main">
              <a:ext uri="{FF2B5EF4-FFF2-40B4-BE49-F238E27FC236}">
                <a16:creationId xmlns:a16="http://schemas.microsoft.com/office/drawing/2014/main" id="{396B41EF-F21C-41C6-B76A-C9A4827BE682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005">
            <a:extLst xmlns:a="http://schemas.openxmlformats.org/drawingml/2006/main">
              <a:ext uri="{FF2B5EF4-FFF2-40B4-BE49-F238E27FC236}">
                <a16:creationId xmlns:a16="http://schemas.microsoft.com/office/drawing/2014/main" id="{B55D0329-E5C4-410D-8F70-7C40CC40F842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F8F1712-CFE1-49BF-98CA-04820ED8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民族边疆与对外外交关系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B805E7B-50F7-4E6D-A7B1-F905A3E3C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322A178-500B-455F-8244-7E574050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1462119-0165-407B-BD99-32BB2A54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27E1A0D-75D9-48F2-BE42-8A354106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民族/边疆关系与外交/对外关系怎样区分？</a:t>
            </a:r>
          </a:p>
        </p:txBody>
      </p:sp>
      <p:sp>
        <p:nvSpPr>
          <p:cNvPr id="10" name="link-1006">
            <a:extLst xmlns:a="http://schemas.openxmlformats.org/drawingml/2006/main">
              <a:ext uri="{FF2B5EF4-FFF2-40B4-BE49-F238E27FC236}">
                <a16:creationId xmlns:a16="http://schemas.microsoft.com/office/drawing/2014/main" id="{8825FB2C-C5CF-479E-A744-5A89F57D707A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吐蕃与文成公主（末句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1007">
            <a:extLst xmlns:a="http://schemas.openxmlformats.org/drawingml/2006/main">
              <a:ext uri="{FF2B5EF4-FFF2-40B4-BE49-F238E27FC236}">
                <a16:creationId xmlns:a16="http://schemas.microsoft.com/office/drawing/2014/main" id="{B3E7315E-8AF1-49C6-A70F-11F8823C2476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民族/边疆关系与外交/对外关系怎样区分？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301085576"/>
      </p:ext>
    </p:extLst>
  </p:cSld>
  <p:transition advClick="0"/>
</p:sld>
</file>

<file path=ppt/slides/slide131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0B0F90-C6F1-4D22-A55E-1D4956CA4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008">
            <a:extLst xmlns:a="http://schemas.openxmlformats.org/drawingml/2006/main">
              <a:ext uri="{FF2B5EF4-FFF2-40B4-BE49-F238E27FC236}">
                <a16:creationId xmlns:a16="http://schemas.microsoft.com/office/drawing/2014/main" id="{BF927DD1-EC60-4252-8F71-0353E523F541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009">
            <a:extLst xmlns:a="http://schemas.openxmlformats.org/drawingml/2006/main">
              <a:ext uri="{FF2B5EF4-FFF2-40B4-BE49-F238E27FC236}">
                <a16:creationId xmlns:a16="http://schemas.microsoft.com/office/drawing/2014/main" id="{B5C48D85-04CE-434F-90EC-E37834E88013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010">
            <a:extLst xmlns:a="http://schemas.openxmlformats.org/drawingml/2006/main">
              <a:ext uri="{FF2B5EF4-FFF2-40B4-BE49-F238E27FC236}">
                <a16:creationId xmlns:a16="http://schemas.microsoft.com/office/drawing/2014/main" id="{53A33F80-4ABD-4D71-99CB-136B0B04A160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75D6827-792B-4E1E-A2D8-EF39792D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民族/边疆关系与外交/对外关系怎样区分？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3834301-B7DF-4598-A263-FBC84271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B0E4BD0-D9A0-42FF-B409-CEFAF8F0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CDE1A0E-AD65-4046-9D12-5CBD5FD5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1011">
            <a:extLst xmlns:a="http://schemas.openxmlformats.org/drawingml/2006/main">
              <a:ext uri="{FF2B5EF4-FFF2-40B4-BE49-F238E27FC236}">
                <a16:creationId xmlns:a16="http://schemas.microsoft.com/office/drawing/2014/main" id="{695ADDF6-1EEC-42CD-A4BC-26862A31DE12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吐蕃与文成公主（末句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1012">
            <a:extLst xmlns:a="http://schemas.openxmlformats.org/drawingml/2006/main">
              <a:ext uri="{FF2B5EF4-FFF2-40B4-BE49-F238E27FC236}">
                <a16:creationId xmlns:a16="http://schemas.microsoft.com/office/drawing/2014/main" id="{B77C06EA-FC18-461E-8B11-66A82CE307DB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吐蕃与文成公主（末句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13A58CE-AD9D-421D-AA78-947FB752C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核心判断标准：现在中国有没有当前领土。</a:t>
            </a:r>
          </a:p>
        </p:txBody>
      </p:sp>
    </p:spTree>
    <p:extLst>
      <p:ext uri="{BB962C8B-B14F-4D97-AF65-F5344CB8AC3E}">
        <p14:creationId xmlns:p14="http://schemas.microsoft.com/office/powerpoint/2010/main" val="1423317137"/>
      </p:ext>
    </p:extLst>
  </p:cSld>
  <p:transition advClick="0"/>
</p:sld>
</file>

<file path=ppt/slides/slide132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40EC7B-9452-416A-A4D0-52A45088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013">
            <a:extLst xmlns:a="http://schemas.openxmlformats.org/drawingml/2006/main">
              <a:ext uri="{FF2B5EF4-FFF2-40B4-BE49-F238E27FC236}">
                <a16:creationId xmlns:a16="http://schemas.microsoft.com/office/drawing/2014/main" id="{C540900C-5C0C-4527-9CED-C0215564F225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014">
            <a:extLst xmlns:a="http://schemas.openxmlformats.org/drawingml/2006/main">
              <a:ext uri="{FF2B5EF4-FFF2-40B4-BE49-F238E27FC236}">
                <a16:creationId xmlns:a16="http://schemas.microsoft.com/office/drawing/2014/main" id="{A1F01DB4-9F4F-4782-84D7-61571CAC7CDA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015">
            <a:extLst xmlns:a="http://schemas.openxmlformats.org/drawingml/2006/main">
              <a:ext uri="{FF2B5EF4-FFF2-40B4-BE49-F238E27FC236}">
                <a16:creationId xmlns:a16="http://schemas.microsoft.com/office/drawing/2014/main" id="{BF5EE520-A5B4-4424-82A5-AC2A257D3D65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3B25F83-4038-4D41-8330-AE156FD3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民族关系的处理方式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88783C4-B73E-429F-8872-9CA6D75F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79EE96F-47BD-48B7-AF26-64EFB6D1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871F3F6-D9D3-4A4A-A58C-059B7C15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26905C3-8FAA-47C0-936C-82EEAD21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与突厥、回纥、吐蕃、靺鞨分别怎样交往？</a:t>
            </a:r>
          </a:p>
        </p:txBody>
      </p:sp>
      <p:sp>
        <p:nvSpPr>
          <p:cNvPr id="10" name="link-1016">
            <a:extLst xmlns:a="http://schemas.openxmlformats.org/drawingml/2006/main">
              <a:ext uri="{FF2B5EF4-FFF2-40B4-BE49-F238E27FC236}">
                <a16:creationId xmlns:a16="http://schemas.microsoft.com/office/drawing/2014/main" id="{9724FF78-1A47-4918-AC68-3419EA757CAD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蕃会盟、靺鞨与边疆开发（续前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1017">
            <a:extLst xmlns:a="http://schemas.openxmlformats.org/drawingml/2006/main">
              <a:ext uri="{FF2B5EF4-FFF2-40B4-BE49-F238E27FC236}">
                <a16:creationId xmlns:a16="http://schemas.microsoft.com/office/drawing/2014/main" id="{828F24EF-C37E-4C77-BC02-D9EA07B4DBBC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与突厥、回纥、吐蕃、靺鞨分别怎样交往？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1785832541"/>
      </p:ext>
    </p:extLst>
  </p:cSld>
  <p:transition advClick="0"/>
</p:sld>
</file>

<file path=ppt/slides/slide133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0E0FCD-8BA7-4EAE-92D5-71CD1E52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018">
            <a:extLst xmlns:a="http://schemas.openxmlformats.org/drawingml/2006/main">
              <a:ext uri="{FF2B5EF4-FFF2-40B4-BE49-F238E27FC236}">
                <a16:creationId xmlns:a16="http://schemas.microsoft.com/office/drawing/2014/main" id="{DA1CBD94-A3C4-4DB1-83B9-56B9157F6FE6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019">
            <a:extLst xmlns:a="http://schemas.openxmlformats.org/drawingml/2006/main">
              <a:ext uri="{FF2B5EF4-FFF2-40B4-BE49-F238E27FC236}">
                <a16:creationId xmlns:a16="http://schemas.microsoft.com/office/drawing/2014/main" id="{C4C8E2F9-B2D1-427B-935E-37BA0BF5A485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020">
            <a:extLst xmlns:a="http://schemas.openxmlformats.org/drawingml/2006/main">
              <a:ext uri="{FF2B5EF4-FFF2-40B4-BE49-F238E27FC236}">
                <a16:creationId xmlns:a16="http://schemas.microsoft.com/office/drawing/2014/main" id="{C7F962B1-E602-4892-BC3D-A9C0C840FF94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A04A3B1-F236-47C1-8D9F-6767AADB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与突厥、回纥、吐蕃、靺鞨分别怎样交往？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BF53ED5-EFBA-44A1-B286-670D0286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D452DD0-B61C-482D-9E75-28322361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2F8EE23-08AB-46BC-B32E-24C9D0AF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1021">
            <a:extLst xmlns:a="http://schemas.openxmlformats.org/drawingml/2006/main">
              <a:ext uri="{FF2B5EF4-FFF2-40B4-BE49-F238E27FC236}">
                <a16:creationId xmlns:a16="http://schemas.microsoft.com/office/drawing/2014/main" id="{C693DC84-7E0E-4B6E-91DD-C888B26377F9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蕃会盟、靺鞨与边疆开发（续前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1022">
            <a:extLst xmlns:a="http://schemas.openxmlformats.org/drawingml/2006/main">
              <a:ext uri="{FF2B5EF4-FFF2-40B4-BE49-F238E27FC236}">
                <a16:creationId xmlns:a16="http://schemas.microsoft.com/office/drawing/2014/main" id="{6ABED045-5ABC-4CC1-B914-E1BFA6CB004F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唐蕃会盟、靺鞨与边疆开发（续前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D854E61-D9AF-4170-AEA8-44480D66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突厥：战争、联合行动；唐在西域设置安西、北庭都护府。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回纥：合作、册封首领。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吐蕃：和亲、会盟。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靺鞨粟末部：册封首领。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太宗反击东突厥，被草原各族尊为“天可汗”；唐高宗联合回纥灭西突厥。682年后突厥建立，744年唐与回纥等联手平定。玄宗册封骨力裴罗为怀仁可汗、大祚荣为渤海郡王。周边民族政权为边疆开发作出积极贡献。</a:t>
            </a:r>
          </a:p>
        </p:txBody>
      </p:sp>
    </p:spTree>
    <p:extLst>
      <p:ext uri="{BB962C8B-B14F-4D97-AF65-F5344CB8AC3E}">
        <p14:creationId xmlns:p14="http://schemas.microsoft.com/office/powerpoint/2010/main" val="844311833"/>
      </p:ext>
    </p:extLst>
  </p:cSld>
  <p:transition advClick="0"/>
</p:sld>
</file>

<file path=ppt/slides/slide134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5F4635-0F9C-4B3E-93E5-EDA0E64E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023">
            <a:extLst xmlns:a="http://schemas.openxmlformats.org/drawingml/2006/main">
              <a:ext uri="{FF2B5EF4-FFF2-40B4-BE49-F238E27FC236}">
                <a16:creationId xmlns:a16="http://schemas.microsoft.com/office/drawing/2014/main" id="{D0CD11F8-3015-47AC-B66E-F5D7E9583BC8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024">
            <a:extLst xmlns:a="http://schemas.openxmlformats.org/drawingml/2006/main">
              <a:ext uri="{FF2B5EF4-FFF2-40B4-BE49-F238E27FC236}">
                <a16:creationId xmlns:a16="http://schemas.microsoft.com/office/drawing/2014/main" id="{0622757E-3809-4C41-9C5F-BCCD627DE42C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025">
            <a:extLst xmlns:a="http://schemas.openxmlformats.org/drawingml/2006/main">
              <a:ext uri="{FF2B5EF4-FFF2-40B4-BE49-F238E27FC236}">
                <a16:creationId xmlns:a16="http://schemas.microsoft.com/office/drawing/2014/main" id="{567C5CCF-1A03-4A2E-BF16-B19D4802C4E9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4725BF5-AAFF-480E-B50F-C4CA0624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两者关系题的四个视角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947BBF0-01DD-4869-A4D1-36BF7077B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7FBC6C3-14CF-4969-977E-C21277A1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1C9CD7A-1F2D-4726-8DC1-31248F51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BAFF5BB-647F-44D7-875A-271EAA75E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两者关系类题如何找分析角度？</a:t>
            </a:r>
          </a:p>
        </p:txBody>
      </p:sp>
      <p:sp>
        <p:nvSpPr>
          <p:cNvPr id="10" name="link-1026">
            <a:extLst xmlns:a="http://schemas.openxmlformats.org/drawingml/2006/main">
              <a:ext uri="{FF2B5EF4-FFF2-40B4-BE49-F238E27FC236}">
                <a16:creationId xmlns:a16="http://schemas.microsoft.com/office/drawing/2014/main" id="{21BAEABB-63E0-4810-A91D-B112A3DE570D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蕃会盟、靺鞨与边疆开发（续前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1027">
            <a:extLst xmlns:a="http://schemas.openxmlformats.org/drawingml/2006/main">
              <a:ext uri="{FF2B5EF4-FFF2-40B4-BE49-F238E27FC236}">
                <a16:creationId xmlns:a16="http://schemas.microsoft.com/office/drawing/2014/main" id="{70535132-5425-47DD-B8EF-32A5C70E1F69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两者关系类题如何找分析角度？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1540478215"/>
      </p:ext>
    </p:extLst>
  </p:cSld>
  <p:transition advClick="0"/>
</p:sld>
</file>

<file path=ppt/slides/slide135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48BF6F-9BBD-4EB6-A9A3-13EB5F333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028">
            <a:extLst xmlns:a="http://schemas.openxmlformats.org/drawingml/2006/main">
              <a:ext uri="{FF2B5EF4-FFF2-40B4-BE49-F238E27FC236}">
                <a16:creationId xmlns:a16="http://schemas.microsoft.com/office/drawing/2014/main" id="{50D19A78-5714-4631-931C-627009A10328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029">
            <a:extLst xmlns:a="http://schemas.openxmlformats.org/drawingml/2006/main">
              <a:ext uri="{FF2B5EF4-FFF2-40B4-BE49-F238E27FC236}">
                <a16:creationId xmlns:a16="http://schemas.microsoft.com/office/drawing/2014/main" id="{B8814717-9B5E-4C20-8D91-18F854DDE047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030">
            <a:extLst xmlns:a="http://schemas.openxmlformats.org/drawingml/2006/main">
              <a:ext uri="{FF2B5EF4-FFF2-40B4-BE49-F238E27FC236}">
                <a16:creationId xmlns:a16="http://schemas.microsoft.com/office/drawing/2014/main" id="{329D1DC2-E090-4EBA-BF55-AE0BFAB0731D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51B2FCB-B052-40A4-B345-007F1322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两者关系类题如何找分析角度？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3B5CC23-A1B1-4ABE-919A-94952F50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6CD590C-31A6-4315-A984-B87B083A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BDB9B62-7ED4-4DA8-8DD2-9E2A4195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1031">
            <a:extLst xmlns:a="http://schemas.openxmlformats.org/drawingml/2006/main">
              <a:ext uri="{FF2B5EF4-FFF2-40B4-BE49-F238E27FC236}">
                <a16:creationId xmlns:a16="http://schemas.microsoft.com/office/drawing/2014/main" id="{87040C3D-495A-4F02-A515-D694D74F6036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蕃会盟、靺鞨与边疆开发（续前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1032">
            <a:extLst xmlns:a="http://schemas.openxmlformats.org/drawingml/2006/main">
              <a:ext uri="{FF2B5EF4-FFF2-40B4-BE49-F238E27FC236}">
                <a16:creationId xmlns:a16="http://schemas.microsoft.com/office/drawing/2014/main" id="{8A985FFA-1FFE-42BA-9D98-AC8C90625C72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唐蕃会盟、靺鞨与边疆开发（续前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C986AB1-5750-4A9F-B486-D24AE0D20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一方 → 另一方 → 双方关系 → 其他相关因素（有材料时）。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角度用于组织思路，每项结论仍须史实支持，不必凑齐四项。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例：唐与吐蕃。吐蕃方面可找工艺、技术、书籍交流；双方可谈友好和经济文化交流。唐朝治理稳定是有条件的分析角度，不能直接冒充本段结论。迁移到甲午题，只提出中国、日本、双方关系、其他国家的观察问题，不用本课教材编写近代史答案。</a:t>
            </a:r>
          </a:p>
        </p:txBody>
      </p:sp>
    </p:spTree>
    <p:extLst>
      <p:ext uri="{BB962C8B-B14F-4D97-AF65-F5344CB8AC3E}">
        <p14:creationId xmlns:p14="http://schemas.microsoft.com/office/powerpoint/2010/main" val="236190415"/>
      </p:ext>
    </p:extLst>
  </p:cSld>
  <p:transition advClick="0"/>
</p:sld>
</file>

<file path=ppt/slides/slide136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0A6632-8147-401A-881F-7F56E08E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033">
            <a:extLst xmlns:a="http://schemas.openxmlformats.org/drawingml/2006/main">
              <a:ext uri="{FF2B5EF4-FFF2-40B4-BE49-F238E27FC236}">
                <a16:creationId xmlns:a16="http://schemas.microsoft.com/office/drawing/2014/main" id="{FD117C9B-49EB-4DED-BAD9-08F1A92409B2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034">
            <a:extLst xmlns:a="http://schemas.openxmlformats.org/drawingml/2006/main">
              <a:ext uri="{FF2B5EF4-FFF2-40B4-BE49-F238E27FC236}">
                <a16:creationId xmlns:a16="http://schemas.microsoft.com/office/drawing/2014/main" id="{1EAB08F6-8A28-4EE2-A273-50AE3175922A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035">
            <a:extLst xmlns:a="http://schemas.openxmlformats.org/drawingml/2006/main">
              <a:ext uri="{FF2B5EF4-FFF2-40B4-BE49-F238E27FC236}">
                <a16:creationId xmlns:a16="http://schemas.microsoft.com/office/drawing/2014/main" id="{DAFF3379-314A-4A14-9AC5-122E14FE1311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6FE2AF9-F2A9-424A-94B7-BBAF33E9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民族边疆与对外外交关系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299E8BF-6CD6-4A6B-9646-3E3ACE9D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2DEAD6E-BB67-4A27-9D9F-5945C240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4E7A291-87CC-43EA-A11F-A8BF43E5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C215B4E-2DB1-4F08-AEC9-6E8058BB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民族/边疆关系与外交/对外关系怎样区分？</a:t>
            </a:r>
          </a:p>
        </p:txBody>
      </p:sp>
      <p:sp>
        <p:nvSpPr>
          <p:cNvPr id="10" name="link-1036">
            <a:extLst xmlns:a="http://schemas.openxmlformats.org/drawingml/2006/main">
              <a:ext uri="{FF2B5EF4-FFF2-40B4-BE49-F238E27FC236}">
                <a16:creationId xmlns:a16="http://schemas.microsoft.com/office/drawing/2014/main" id="{3C2E9F24-BF45-4BAE-950B-2BB0E2653A2C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蕃会盟、靺鞨与边疆开发（续前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1037">
            <a:extLst xmlns:a="http://schemas.openxmlformats.org/drawingml/2006/main">
              <a:ext uri="{FF2B5EF4-FFF2-40B4-BE49-F238E27FC236}">
                <a16:creationId xmlns:a16="http://schemas.microsoft.com/office/drawing/2014/main" id="{461EE5BB-93F3-4154-BE15-71CA81C85757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民族/边疆关系与外交/对外关系怎样区分？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161683128"/>
      </p:ext>
    </p:extLst>
  </p:cSld>
  <p:transition advClick="0"/>
</p:sld>
</file>

<file path=ppt/slides/slide137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088388-29DF-43F3-9A77-4607747B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038">
            <a:extLst xmlns:a="http://schemas.openxmlformats.org/drawingml/2006/main">
              <a:ext uri="{FF2B5EF4-FFF2-40B4-BE49-F238E27FC236}">
                <a16:creationId xmlns:a16="http://schemas.microsoft.com/office/drawing/2014/main" id="{998F16B2-09A5-444B-8E01-25FF1D5DC2A0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039">
            <a:extLst xmlns:a="http://schemas.openxmlformats.org/drawingml/2006/main">
              <a:ext uri="{FF2B5EF4-FFF2-40B4-BE49-F238E27FC236}">
                <a16:creationId xmlns:a16="http://schemas.microsoft.com/office/drawing/2014/main" id="{561955F2-47C5-430C-B2BD-EDFC11170121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040">
            <a:extLst xmlns:a="http://schemas.openxmlformats.org/drawingml/2006/main">
              <a:ext uri="{FF2B5EF4-FFF2-40B4-BE49-F238E27FC236}">
                <a16:creationId xmlns:a16="http://schemas.microsoft.com/office/drawing/2014/main" id="{A43B0ADB-7886-41DB-B8BE-28BF009549D9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8700EA3-D057-4DE9-85CD-8DDE2E3A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民族/边疆关系与外交/对外关系怎样区分？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DB41507-8845-4B16-96C5-C1EA5546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AD976CD-CE34-462F-8CA0-73925675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E37AAEE-FCD3-410D-9CC7-4B811294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1041">
            <a:extLst xmlns:a="http://schemas.openxmlformats.org/drawingml/2006/main">
              <a:ext uri="{FF2B5EF4-FFF2-40B4-BE49-F238E27FC236}">
                <a16:creationId xmlns:a16="http://schemas.microsoft.com/office/drawing/2014/main" id="{1D99557F-C4A8-40BE-8FCA-62791CE91B3D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蕃会盟、靺鞨与边疆开发（续前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1042">
            <a:extLst xmlns:a="http://schemas.openxmlformats.org/drawingml/2006/main">
              <a:ext uri="{FF2B5EF4-FFF2-40B4-BE49-F238E27FC236}">
                <a16:creationId xmlns:a16="http://schemas.microsoft.com/office/drawing/2014/main" id="{F42E8984-2D1F-441E-8F2E-2C170D6A9738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唐蕃会盟、靺鞨与边疆开发（续前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FEBFEBC-07FE-42B6-A77B-5C1D0D49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核心判断标准：现在中国有没有当前领土。</a:t>
            </a:r>
          </a:p>
        </p:txBody>
      </p:sp>
    </p:spTree>
    <p:extLst>
      <p:ext uri="{BB962C8B-B14F-4D97-AF65-F5344CB8AC3E}">
        <p14:creationId xmlns:p14="http://schemas.microsoft.com/office/powerpoint/2010/main" val="1329054608"/>
      </p:ext>
    </p:extLst>
  </p:cSld>
  <p:transition advClick="0"/>
</p:sld>
</file>

<file path=ppt/slides/slide138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5528F9-3BC0-4968-95F7-9CE71F101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043">
            <a:extLst xmlns:a="http://schemas.openxmlformats.org/drawingml/2006/main">
              <a:ext uri="{FF2B5EF4-FFF2-40B4-BE49-F238E27FC236}">
                <a16:creationId xmlns:a16="http://schemas.microsoft.com/office/drawing/2014/main" id="{EF0326A5-1C03-4083-B514-A56D9994C7D4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044">
            <a:extLst xmlns:a="http://schemas.openxmlformats.org/drawingml/2006/main">
              <a:ext uri="{FF2B5EF4-FFF2-40B4-BE49-F238E27FC236}">
                <a16:creationId xmlns:a16="http://schemas.microsoft.com/office/drawing/2014/main" id="{10533700-FDB1-4873-84E3-3D0CCB435597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045">
            <a:extLst xmlns:a="http://schemas.openxmlformats.org/drawingml/2006/main">
              <a:ext uri="{FF2B5EF4-FFF2-40B4-BE49-F238E27FC236}">
                <a16:creationId xmlns:a16="http://schemas.microsoft.com/office/drawing/2014/main" id="{E7F9B217-76A5-4F2F-8D97-9B13EF2A39C8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2863EE0-7A7A-42BF-B5A2-3015B97A0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民族关系的处理方式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13BC872-AAE9-4719-92C7-DC73778F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EC27DCD-4D96-4712-8C9A-D3387AED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DE16401-F3D6-4D68-B862-3798CA611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205BC2B-61D8-48B7-97F6-4F90491A8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与突厥、回纥、吐蕃、靺鞨分别怎样交往？</a:t>
            </a:r>
          </a:p>
        </p:txBody>
      </p:sp>
      <p:sp>
        <p:nvSpPr>
          <p:cNvPr id="10" name="link-1046">
            <a:extLst xmlns:a="http://schemas.openxmlformats.org/drawingml/2006/main">
              <a:ext uri="{FF2B5EF4-FFF2-40B4-BE49-F238E27FC236}">
                <a16:creationId xmlns:a16="http://schemas.microsoft.com/office/drawing/2014/main" id="{FDE93B01-E252-44D0-B0D5-1475EC8948CC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1047">
            <a:extLst xmlns:a="http://schemas.openxmlformats.org/drawingml/2006/main">
              <a:ext uri="{FF2B5EF4-FFF2-40B4-BE49-F238E27FC236}">
                <a16:creationId xmlns:a16="http://schemas.microsoft.com/office/drawing/2014/main" id="{B873CB20-917C-4F1B-AEE9-C35B5A9F4028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与突厥、回纥、吐蕃、靺鞨分别怎样交往？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534203826"/>
      </p:ext>
    </p:extLst>
  </p:cSld>
  <p:transition advClick="0"/>
</p:sld>
</file>

<file path=ppt/slides/slide139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32BEBC-BDD0-4F21-97F1-9B385D09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048">
            <a:extLst xmlns:a="http://schemas.openxmlformats.org/drawingml/2006/main">
              <a:ext uri="{FF2B5EF4-FFF2-40B4-BE49-F238E27FC236}">
                <a16:creationId xmlns:a16="http://schemas.microsoft.com/office/drawing/2014/main" id="{414C5C0B-CFE2-4631-9B09-B736AFD8217E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049">
            <a:extLst xmlns:a="http://schemas.openxmlformats.org/drawingml/2006/main">
              <a:ext uri="{FF2B5EF4-FFF2-40B4-BE49-F238E27FC236}">
                <a16:creationId xmlns:a16="http://schemas.microsoft.com/office/drawing/2014/main" id="{7DE2698E-4A60-40E2-8E0F-60578A013610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050">
            <a:extLst xmlns:a="http://schemas.openxmlformats.org/drawingml/2006/main">
              <a:ext uri="{FF2B5EF4-FFF2-40B4-BE49-F238E27FC236}">
                <a16:creationId xmlns:a16="http://schemas.microsoft.com/office/drawing/2014/main" id="{B2BCBED2-A8F9-4834-ACF6-E0A6893A3644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57F4713-FFF4-4E8F-831E-416D953AF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与突厥、回纥、吐蕃、靺鞨分别怎样交往？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99E345A-2AD6-430F-89BF-D46BE35E9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1075962-244A-4D11-8418-CA4AB99D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202D375-DC8C-48C0-B299-B940385AA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1051">
            <a:extLst xmlns:a="http://schemas.openxmlformats.org/drawingml/2006/main">
              <a:ext uri="{FF2B5EF4-FFF2-40B4-BE49-F238E27FC236}">
                <a16:creationId xmlns:a16="http://schemas.microsoft.com/office/drawing/2014/main" id="{722A72C8-ED1E-437B-B5E0-A31C8F9A9D4B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1052">
            <a:extLst xmlns:a="http://schemas.openxmlformats.org/drawingml/2006/main">
              <a:ext uri="{FF2B5EF4-FFF2-40B4-BE49-F238E27FC236}">
                <a16:creationId xmlns:a16="http://schemas.microsoft.com/office/drawing/2014/main" id="{FA697DD9-B5DD-43A2-A8FF-8F06EA90AE4C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7004098-6944-4606-99ED-A2EC7223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突厥：战争、联合行动；唐在西域设置安西、北庭都护府。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回纥：合作、册封首领。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吐蕃：和亲、会盟。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靺鞨粟末部：册封首领。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太宗反击东突厥，被草原各族尊为“天可汗”；唐高宗联合回纥灭西突厥。682年后突厥建立，744年唐与回纥等联手平定。玄宗册封骨力裴罗为怀仁可汗、大祚荣为渤海郡王。周边民族政权为边疆开发作出积极贡献。</a:t>
            </a:r>
          </a:p>
        </p:txBody>
      </p:sp>
    </p:spTree>
    <p:extLst>
      <p:ext uri="{BB962C8B-B14F-4D97-AF65-F5344CB8AC3E}">
        <p14:creationId xmlns:p14="http://schemas.microsoft.com/office/powerpoint/2010/main" val="1529056534"/>
      </p:ext>
    </p:extLst>
  </p:cSld>
  <p:transition advClick="0"/>
</p:sld>
</file>

<file path=ppt/slides/slide140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332158-D132-4BAC-98FF-1551AF103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053">
            <a:extLst xmlns:a="http://schemas.openxmlformats.org/drawingml/2006/main">
              <a:ext uri="{FF2B5EF4-FFF2-40B4-BE49-F238E27FC236}">
                <a16:creationId xmlns:a16="http://schemas.microsoft.com/office/drawing/2014/main" id="{ECD57188-452D-4E94-9A83-CA39B5749174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054">
            <a:extLst xmlns:a="http://schemas.openxmlformats.org/drawingml/2006/main">
              <a:ext uri="{FF2B5EF4-FFF2-40B4-BE49-F238E27FC236}">
                <a16:creationId xmlns:a16="http://schemas.microsoft.com/office/drawing/2014/main" id="{3B5709AB-5554-4309-B0EA-7E234046C9C2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055">
            <a:extLst xmlns:a="http://schemas.openxmlformats.org/drawingml/2006/main">
              <a:ext uri="{FF2B5EF4-FFF2-40B4-BE49-F238E27FC236}">
                <a16:creationId xmlns:a16="http://schemas.microsoft.com/office/drawing/2014/main" id="{CD5BFB32-1F94-40D6-9664-D9BCD86A0879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CABF9F7-56BC-4A27-9F7F-AF464F92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两者关系题的四个视角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34A8DCF-25E3-45C8-B560-AAE24504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F4BBAFA-D90F-41DE-B055-FDBC1FD0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3F6D43C-C5F5-4351-8233-A2A64DEA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40A314F-8683-4491-87DB-5FC1FA08B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两者关系类题如何找分析角度？</a:t>
            </a:r>
          </a:p>
        </p:txBody>
      </p:sp>
      <p:sp>
        <p:nvSpPr>
          <p:cNvPr id="10" name="link-1056">
            <a:extLst xmlns:a="http://schemas.openxmlformats.org/drawingml/2006/main">
              <a:ext uri="{FF2B5EF4-FFF2-40B4-BE49-F238E27FC236}">
                <a16:creationId xmlns:a16="http://schemas.microsoft.com/office/drawing/2014/main" id="{55CB8907-33C2-4669-AF83-09C770CB7EB9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1057">
            <a:extLst xmlns:a="http://schemas.openxmlformats.org/drawingml/2006/main">
              <a:ext uri="{FF2B5EF4-FFF2-40B4-BE49-F238E27FC236}">
                <a16:creationId xmlns:a16="http://schemas.microsoft.com/office/drawing/2014/main" id="{E0C950C7-1D93-4878-ABD5-88D51E4EAA8B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两者关系类题如何找分析角度？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116273540"/>
      </p:ext>
    </p:extLst>
  </p:cSld>
  <p:transition advClick="0"/>
</p:sld>
</file>

<file path=ppt/slides/slide141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E99966-D9D4-4695-AFA3-D8B7AC14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058">
            <a:extLst xmlns:a="http://schemas.openxmlformats.org/drawingml/2006/main">
              <a:ext uri="{FF2B5EF4-FFF2-40B4-BE49-F238E27FC236}">
                <a16:creationId xmlns:a16="http://schemas.microsoft.com/office/drawing/2014/main" id="{6FFF9A39-7BF0-411A-8DE6-5EAB42C28D5B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059">
            <a:extLst xmlns:a="http://schemas.openxmlformats.org/drawingml/2006/main">
              <a:ext uri="{FF2B5EF4-FFF2-40B4-BE49-F238E27FC236}">
                <a16:creationId xmlns:a16="http://schemas.microsoft.com/office/drawing/2014/main" id="{D71B5A2F-20AE-4FBA-99AC-A284BDDFD474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060">
            <a:extLst xmlns:a="http://schemas.openxmlformats.org/drawingml/2006/main">
              <a:ext uri="{FF2B5EF4-FFF2-40B4-BE49-F238E27FC236}">
                <a16:creationId xmlns:a16="http://schemas.microsoft.com/office/drawing/2014/main" id="{F877BA43-072D-4174-861B-25A12F4165F8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F38FA78-E9D4-44EF-97E4-F9321F12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两者关系类题如何找分析角度？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F879089-2E84-4EDD-8B00-E01A0C41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ED7B0D9-CBD1-4AAC-A9FA-06ECC8F7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6F26BB2-70DF-4C76-BE68-71603245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1061">
            <a:extLst xmlns:a="http://schemas.openxmlformats.org/drawingml/2006/main">
              <a:ext uri="{FF2B5EF4-FFF2-40B4-BE49-F238E27FC236}">
                <a16:creationId xmlns:a16="http://schemas.microsoft.com/office/drawing/2014/main" id="{DB0C2342-3025-4977-A472-D66C4EA6EBE9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1062">
            <a:extLst xmlns:a="http://schemas.openxmlformats.org/drawingml/2006/main">
              <a:ext uri="{FF2B5EF4-FFF2-40B4-BE49-F238E27FC236}">
                <a16:creationId xmlns:a16="http://schemas.microsoft.com/office/drawing/2014/main" id="{6B4B762D-32BD-425F-9E23-8E5514991727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162549B-AC5F-4429-9B75-C4772809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一方 → 另一方 → 双方关系 → 其他相关因素（有材料时）。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角度用于组织思路，每项结论仍须史实支持，不必凑齐四项。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例：唐与吐蕃。吐蕃方面可找工艺、技术、书籍交流；双方可谈友好和经济文化交流。唐朝治理稳定是有条件的分析角度，不能直接冒充本段结论。迁移到甲午题，只提出中国、日本、双方关系、其他国家的观察问题，不用本课教材编写近代史答案。</a:t>
            </a:r>
          </a:p>
        </p:txBody>
      </p:sp>
    </p:spTree>
    <p:extLst>
      <p:ext uri="{BB962C8B-B14F-4D97-AF65-F5344CB8AC3E}">
        <p14:creationId xmlns:p14="http://schemas.microsoft.com/office/powerpoint/2010/main" val="1624568185"/>
      </p:ext>
    </p:extLst>
  </p:cSld>
  <p:transition advClick="0"/>
</p:sld>
</file>

<file path=ppt/slides/slide142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736A41-37C3-49AC-A6C0-A6043664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063">
            <a:extLst xmlns:a="http://schemas.openxmlformats.org/drawingml/2006/main">
              <a:ext uri="{FF2B5EF4-FFF2-40B4-BE49-F238E27FC236}">
                <a16:creationId xmlns:a16="http://schemas.microsoft.com/office/drawing/2014/main" id="{9A706866-5C3B-4D2E-A43E-70F8BFF1225F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064">
            <a:extLst xmlns:a="http://schemas.openxmlformats.org/drawingml/2006/main">
              <a:ext uri="{FF2B5EF4-FFF2-40B4-BE49-F238E27FC236}">
                <a16:creationId xmlns:a16="http://schemas.microsoft.com/office/drawing/2014/main" id="{50030DCF-CBC6-48CC-B068-78237730BA34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065">
            <a:extLst xmlns:a="http://schemas.openxmlformats.org/drawingml/2006/main">
              <a:ext uri="{FF2B5EF4-FFF2-40B4-BE49-F238E27FC236}">
                <a16:creationId xmlns:a16="http://schemas.microsoft.com/office/drawing/2014/main" id="{372FE17D-7129-44AD-B2D0-704C0DCBB62E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5CAF73C-BDDD-4053-8EAB-B33BDE127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民族边疆与对外外交关系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DB302DB-A40E-495A-B5CC-7A60DF87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BC68CD2-797B-495A-8C53-89562957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6359006-A8DD-4499-A4D2-10378752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7760A9C-E968-4F04-88B8-0920740A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民族/边疆关系与外交/对外关系怎样区分？</a:t>
            </a:r>
          </a:p>
        </p:txBody>
      </p:sp>
      <p:sp>
        <p:nvSpPr>
          <p:cNvPr id="10" name="link-1066">
            <a:extLst xmlns:a="http://schemas.openxmlformats.org/drawingml/2006/main">
              <a:ext uri="{FF2B5EF4-FFF2-40B4-BE49-F238E27FC236}">
                <a16:creationId xmlns:a16="http://schemas.microsoft.com/office/drawing/2014/main" id="{79A341B2-92B5-42C7-894F-9A544ACEB7B5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1067">
            <a:extLst xmlns:a="http://schemas.openxmlformats.org/drawingml/2006/main">
              <a:ext uri="{FF2B5EF4-FFF2-40B4-BE49-F238E27FC236}">
                <a16:creationId xmlns:a16="http://schemas.microsoft.com/office/drawing/2014/main" id="{E29444B9-C381-4BDC-99AC-1E4D27992E2B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民族/边疆关系与外交/对外关系怎样区分？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1157063493"/>
      </p:ext>
    </p:extLst>
  </p:cSld>
  <p:transition advClick="0"/>
</p:sld>
</file>

<file path=ppt/slides/slide143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131567-E06D-4002-B6CA-B424F9F2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068">
            <a:extLst xmlns:a="http://schemas.openxmlformats.org/drawingml/2006/main">
              <a:ext uri="{FF2B5EF4-FFF2-40B4-BE49-F238E27FC236}">
                <a16:creationId xmlns:a16="http://schemas.microsoft.com/office/drawing/2014/main" id="{9CCF79C5-CC25-48A1-B01B-3C1364CD27A7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069">
            <a:extLst xmlns:a="http://schemas.openxmlformats.org/drawingml/2006/main">
              <a:ext uri="{FF2B5EF4-FFF2-40B4-BE49-F238E27FC236}">
                <a16:creationId xmlns:a16="http://schemas.microsoft.com/office/drawing/2014/main" id="{2D1BBC9A-58CB-47E2-89FD-BE3B2D3F7334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070">
            <a:extLst xmlns:a="http://schemas.openxmlformats.org/drawingml/2006/main">
              <a:ext uri="{FF2B5EF4-FFF2-40B4-BE49-F238E27FC236}">
                <a16:creationId xmlns:a16="http://schemas.microsoft.com/office/drawing/2014/main" id="{14232E44-7F7C-482F-BC40-B9CBC4624BD2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CCCF6C4-A0E4-4354-9BD1-96359591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民族/边疆关系与外交/对外关系怎样区分？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EB43F97-FDF2-49BA-A150-CF6632A4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EB134FB-3A7C-4739-8213-74EB20B3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956A6AB-3381-44B3-9DFF-4EA2481EB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1071">
            <a:extLst xmlns:a="http://schemas.openxmlformats.org/drawingml/2006/main">
              <a:ext uri="{FF2B5EF4-FFF2-40B4-BE49-F238E27FC236}">
                <a16:creationId xmlns:a16="http://schemas.microsoft.com/office/drawing/2014/main" id="{16110C02-497D-4E70-B2F3-4762AD84144F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1072">
            <a:extLst xmlns:a="http://schemas.openxmlformats.org/drawingml/2006/main">
              <a:ext uri="{FF2B5EF4-FFF2-40B4-BE49-F238E27FC236}">
                <a16:creationId xmlns:a16="http://schemas.microsoft.com/office/drawing/2014/main" id="{8F109FD2-3A37-4B72-97CE-A82C2698CE06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22A74BF-03B1-4B85-B693-766095196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核心判断标准：现在中国有没有当前领土。</a:t>
            </a:r>
          </a:p>
        </p:txBody>
      </p:sp>
    </p:spTree>
    <p:extLst>
      <p:ext uri="{BB962C8B-B14F-4D97-AF65-F5344CB8AC3E}">
        <p14:creationId xmlns:p14="http://schemas.microsoft.com/office/powerpoint/2010/main" val="1027977266"/>
      </p:ext>
    </p:extLst>
  </p:cSld>
  <p:transition advClick="0"/>
</p:sld>
</file>

<file path=ppt/slides/slide144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F6668E-7D0A-4158-A3FD-B92D84B1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073">
            <a:extLst xmlns:a="http://schemas.openxmlformats.org/drawingml/2006/main">
              <a:ext uri="{FF2B5EF4-FFF2-40B4-BE49-F238E27FC236}">
                <a16:creationId xmlns:a16="http://schemas.microsoft.com/office/drawing/2014/main" id="{949504E8-D519-4AE0-8827-5BF27A3703EA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074">
            <a:extLst xmlns:a="http://schemas.openxmlformats.org/drawingml/2006/main">
              <a:ext uri="{FF2B5EF4-FFF2-40B4-BE49-F238E27FC236}">
                <a16:creationId xmlns:a16="http://schemas.microsoft.com/office/drawing/2014/main" id="{0094D905-F70D-4D41-99BE-94E5E78BFFC4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075">
            <a:extLst xmlns:a="http://schemas.openxmlformats.org/drawingml/2006/main">
              <a:ext uri="{FF2B5EF4-FFF2-40B4-BE49-F238E27FC236}">
                <a16:creationId xmlns:a16="http://schemas.microsoft.com/office/drawing/2014/main" id="{36203596-72EF-4C9A-9772-2AC757050A5C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安史之乱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6FBB508-FF7E-4D38-9EE4-2A8B869E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安史之乱的影响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A4622F7-9B97-4E35-886B-0C54B5AA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B0CCA52-B2BC-42D6-B509-000F29C8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CD590C2-BCBD-4973-9BE4-905D2AAE5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安史之乱 · 参考 7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2B699BC-CC5C-42D7-AB3B-A18768F1C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安史之乱的影响</a:t>
            </a:r>
          </a:p>
        </p:txBody>
      </p:sp>
      <p:sp>
        <p:nvSpPr>
          <p:cNvPr id="10" name="link-1076">
            <a:extLst xmlns:a="http://schemas.openxmlformats.org/drawingml/2006/main">
              <a:ext uri="{FF2B5EF4-FFF2-40B4-BE49-F238E27FC236}">
                <a16:creationId xmlns:a16="http://schemas.microsoft.com/office/drawing/2014/main" id="{CD2514C0-5064-4CCE-8658-8EB0EA2FD486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安史之乱的影响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1077">
            <a:extLst xmlns:a="http://schemas.openxmlformats.org/drawingml/2006/main">
              <a:ext uri="{FF2B5EF4-FFF2-40B4-BE49-F238E27FC236}">
                <a16:creationId xmlns:a16="http://schemas.microsoft.com/office/drawing/2014/main" id="{313A9E31-5DD8-4C0E-A9C6-1D6D5484900E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安史之乱的影响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1572671815"/>
      </p:ext>
    </p:extLst>
  </p:cSld>
  <p:transition advClick="0"/>
</p:sld>
</file>

<file path=ppt/slides/slide145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18BB81-BFFB-4DED-9574-594059A2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078">
            <a:extLst xmlns:a="http://schemas.openxmlformats.org/drawingml/2006/main">
              <a:ext uri="{FF2B5EF4-FFF2-40B4-BE49-F238E27FC236}">
                <a16:creationId xmlns:a16="http://schemas.microsoft.com/office/drawing/2014/main" id="{36617BEB-4B7E-457C-A8E2-0E1CF60A215A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079">
            <a:extLst xmlns:a="http://schemas.openxmlformats.org/drawingml/2006/main">
              <a:ext uri="{FF2B5EF4-FFF2-40B4-BE49-F238E27FC236}">
                <a16:creationId xmlns:a16="http://schemas.microsoft.com/office/drawing/2014/main" id="{968251AF-00D2-4381-B85B-4F0DCC05B3BC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080">
            <a:extLst xmlns:a="http://schemas.openxmlformats.org/drawingml/2006/main">
              <a:ext uri="{FF2B5EF4-FFF2-40B4-BE49-F238E27FC236}">
                <a16:creationId xmlns:a16="http://schemas.microsoft.com/office/drawing/2014/main" id="{51D018A1-4320-447F-8027-BDDF37E39D89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安史之乱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013926B-CB8A-49E6-BCCF-87104C4E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安史之乱的影响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00F1656-D038-4F88-BAAF-10AE3EAB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3709B5B-D40E-4CF7-8F4C-0456A50F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27D1BC6-1936-4928-AB40-5D182137C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安史之乱 · 参考 7 分钟</a:t>
            </a:r>
          </a:p>
        </p:txBody>
      </p:sp>
      <p:sp>
        <p:nvSpPr>
          <p:cNvPr id="9" name="link-1081">
            <a:extLst xmlns:a="http://schemas.openxmlformats.org/drawingml/2006/main">
              <a:ext uri="{FF2B5EF4-FFF2-40B4-BE49-F238E27FC236}">
                <a16:creationId xmlns:a16="http://schemas.microsoft.com/office/drawing/2014/main" id="{55CEED5A-6E98-4BBC-ADAC-06EBD7CB7FE3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安史之乱的影响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1082">
            <a:extLst xmlns:a="http://schemas.openxmlformats.org/drawingml/2006/main">
              <a:ext uri="{FF2B5EF4-FFF2-40B4-BE49-F238E27FC236}">
                <a16:creationId xmlns:a16="http://schemas.microsoft.com/office/drawing/2014/main" id="{E2EEA9C0-8617-4AA4-A46F-D4A8424A24A7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安史之乱的影响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A17C47C-BACE-4806-9B0E-CF850DBF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中央集权削弱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边防空虚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唐朝由盛转衰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藩镇割据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严重破坏北方经济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经济重心开始南移</a:t>
            </a:r>
          </a:p>
        </p:txBody>
      </p:sp>
    </p:spTree>
    <p:extLst>
      <p:ext uri="{BB962C8B-B14F-4D97-AF65-F5344CB8AC3E}">
        <p14:creationId xmlns:p14="http://schemas.microsoft.com/office/powerpoint/2010/main" val="812800416"/>
      </p:ext>
    </p:extLst>
  </p:cSld>
  <p:transition advClick="0"/>
</p:sld>
</file>

<file path=ppt/slides/slide146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AB28A4-7510-4E1D-B288-0AE499EAA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083">
            <a:extLst xmlns:a="http://schemas.openxmlformats.org/drawingml/2006/main">
              <a:ext uri="{FF2B5EF4-FFF2-40B4-BE49-F238E27FC236}">
                <a16:creationId xmlns:a16="http://schemas.microsoft.com/office/drawing/2014/main" id="{FAC00908-717D-48EF-9710-ED464DCE039A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084">
            <a:extLst xmlns:a="http://schemas.openxmlformats.org/drawingml/2006/main">
              <a:ext uri="{FF2B5EF4-FFF2-40B4-BE49-F238E27FC236}">
                <a16:creationId xmlns:a16="http://schemas.microsoft.com/office/drawing/2014/main" id="{6C0DFC2E-6D8D-4139-9A6E-0B8788C56650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085">
            <a:extLst xmlns:a="http://schemas.openxmlformats.org/drawingml/2006/main">
              <a:ext uri="{FF2B5EF4-FFF2-40B4-BE49-F238E27FC236}">
                <a16:creationId xmlns:a16="http://schemas.microsoft.com/office/drawing/2014/main" id="{BA040461-5C67-4054-9470-7776FB5C2CB0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安史之乱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5B52386-96A4-43E2-A137-D16343552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藩镇割据与唐朝统治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F7CCA87-1452-4E6A-ADE9-FDA4B892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4919266-146D-494A-BA03-BDB68341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2E6E0B9-4915-48CF-B96D-17527BB9F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安史之乱 · 参考 7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C66D2B8-A203-4C20-AE4C-9F0184F6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藩镇割据的影响</a:t>
            </a:r>
          </a:p>
        </p:txBody>
      </p:sp>
      <p:sp>
        <p:nvSpPr>
          <p:cNvPr id="10" name="link-1086">
            <a:extLst xmlns:a="http://schemas.openxmlformats.org/drawingml/2006/main">
              <a:ext uri="{FF2B5EF4-FFF2-40B4-BE49-F238E27FC236}">
                <a16:creationId xmlns:a16="http://schemas.microsoft.com/office/drawing/2014/main" id="{06DD95FC-B5E7-4CDB-AAB0-DA2C5152A841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安史之乱的影响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1087">
            <a:extLst xmlns:a="http://schemas.openxmlformats.org/drawingml/2006/main">
              <a:ext uri="{FF2B5EF4-FFF2-40B4-BE49-F238E27FC236}">
                <a16:creationId xmlns:a16="http://schemas.microsoft.com/office/drawing/2014/main" id="{F16B0196-7385-4395-86B2-CDF341A66517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藩镇割据的影响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259146693"/>
      </p:ext>
    </p:extLst>
  </p:cSld>
  <p:transition advClick="0"/>
</p:sld>
</file>

<file path=ppt/slides/slide147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8DE0E9-54D8-453F-A72C-C0944D48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088">
            <a:extLst xmlns:a="http://schemas.openxmlformats.org/drawingml/2006/main">
              <a:ext uri="{FF2B5EF4-FFF2-40B4-BE49-F238E27FC236}">
                <a16:creationId xmlns:a16="http://schemas.microsoft.com/office/drawing/2014/main" id="{DEBE7465-DC10-4114-B284-63EC967D9F45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089">
            <a:extLst xmlns:a="http://schemas.openxmlformats.org/drawingml/2006/main">
              <a:ext uri="{FF2B5EF4-FFF2-40B4-BE49-F238E27FC236}">
                <a16:creationId xmlns:a16="http://schemas.microsoft.com/office/drawing/2014/main" id="{76C15D18-127E-4EC1-8E39-1A00294F7551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090">
            <a:extLst xmlns:a="http://schemas.openxmlformats.org/drawingml/2006/main">
              <a:ext uri="{FF2B5EF4-FFF2-40B4-BE49-F238E27FC236}">
                <a16:creationId xmlns:a16="http://schemas.microsoft.com/office/drawing/2014/main" id="{2E93A33F-E8E5-4A58-BEE1-A24ADD3078D9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安史之乱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38B1038-6EA1-4428-B5AF-39F143F4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藩镇割据的影响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4C96FF2-B1A1-4C21-AA57-2B219D3D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F2DD1F4-4201-43F9-BC84-0D29B8C2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8D7F6B2-7D19-43D3-B5F2-44994B7A8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安史之乱 · 参考 7 分钟</a:t>
            </a:r>
          </a:p>
        </p:txBody>
      </p:sp>
      <p:sp>
        <p:nvSpPr>
          <p:cNvPr id="9" name="link-1091">
            <a:extLst xmlns:a="http://schemas.openxmlformats.org/drawingml/2006/main">
              <a:ext uri="{FF2B5EF4-FFF2-40B4-BE49-F238E27FC236}">
                <a16:creationId xmlns:a16="http://schemas.microsoft.com/office/drawing/2014/main" id="{69696EED-4913-4BF4-A42D-07A8F07A5868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安史之乱的影响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1092">
            <a:extLst xmlns:a="http://schemas.openxmlformats.org/drawingml/2006/main">
              <a:ext uri="{FF2B5EF4-FFF2-40B4-BE49-F238E27FC236}">
                <a16:creationId xmlns:a16="http://schemas.microsoft.com/office/drawing/2014/main" id="{DAEB3F48-F594-4F74-A4F3-04B586FADE29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安史之乱的影响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4723190-D78C-47C2-B6C8-4B6D4401D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不利于中央集权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客观上延续了唐朝的统治</a:t>
            </a:r>
          </a:p>
        </p:txBody>
      </p:sp>
    </p:spTree>
    <p:extLst>
      <p:ext uri="{BB962C8B-B14F-4D97-AF65-F5344CB8AC3E}">
        <p14:creationId xmlns:p14="http://schemas.microsoft.com/office/powerpoint/2010/main" val="1025990915"/>
      </p:ext>
    </p:extLst>
  </p:cSld>
  <p:transition advClick="0"/>
</p:sld>
</file>

<file path=ppt/slides/slide148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41F2C7-3F27-46E3-9041-8EC3B74E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093">
            <a:extLst xmlns:a="http://schemas.openxmlformats.org/drawingml/2006/main">
              <a:ext uri="{FF2B5EF4-FFF2-40B4-BE49-F238E27FC236}">
                <a16:creationId xmlns:a16="http://schemas.microsoft.com/office/drawing/2014/main" id="{5FAFF201-8DB7-47F1-85FD-A3FB0F616562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094">
            <a:extLst xmlns:a="http://schemas.openxmlformats.org/drawingml/2006/main">
              <a:ext uri="{FF2B5EF4-FFF2-40B4-BE49-F238E27FC236}">
                <a16:creationId xmlns:a16="http://schemas.microsoft.com/office/drawing/2014/main" id="{87245A6A-15CA-449B-B87A-54BF76CE37EB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095">
            <a:extLst xmlns:a="http://schemas.openxmlformats.org/drawingml/2006/main">
              <a:ext uri="{FF2B5EF4-FFF2-40B4-BE49-F238E27FC236}">
                <a16:creationId xmlns:a16="http://schemas.microsoft.com/office/drawing/2014/main" id="{98555416-9683-477E-81B5-A682BB3F91E2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安史之乱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60F02AD-B065-4703-9ECD-2FC63A5E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安史之乱的影响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57E3513-C3E2-407A-888A-DE4FA646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8F5D38C-17BE-42CB-9F0D-536FAD3A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F8665DB-7B49-4CBF-9818-35702382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安史之乱 · 参考 7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AE6FAE4-4DCA-48BD-8633-CD31438E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安史之乱的影响</a:t>
            </a:r>
          </a:p>
        </p:txBody>
      </p:sp>
      <p:sp>
        <p:nvSpPr>
          <p:cNvPr id="10" name="link-1096">
            <a:extLst xmlns:a="http://schemas.openxmlformats.org/drawingml/2006/main">
              <a:ext uri="{FF2B5EF4-FFF2-40B4-BE49-F238E27FC236}">
                <a16:creationId xmlns:a16="http://schemas.microsoft.com/office/drawing/2014/main" id="{998BCC8B-DBA8-4D1E-9315-99B664F85348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藩镇割据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1097">
            <a:extLst xmlns:a="http://schemas.openxmlformats.org/drawingml/2006/main">
              <a:ext uri="{FF2B5EF4-FFF2-40B4-BE49-F238E27FC236}">
                <a16:creationId xmlns:a16="http://schemas.microsoft.com/office/drawing/2014/main" id="{4C53C467-326D-4D0A-8FDA-6000C48BD882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安史之乱的影响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1583675351"/>
      </p:ext>
    </p:extLst>
  </p:cSld>
  <p:transition advClick="0"/>
</p:sld>
</file>

<file path=ppt/slides/slide149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554BBC-F60F-45B8-B640-A7B4AAFC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098">
            <a:extLst xmlns:a="http://schemas.openxmlformats.org/drawingml/2006/main">
              <a:ext uri="{FF2B5EF4-FFF2-40B4-BE49-F238E27FC236}">
                <a16:creationId xmlns:a16="http://schemas.microsoft.com/office/drawing/2014/main" id="{A0B24A18-6159-4F32-AAA0-E23622238246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099">
            <a:extLst xmlns:a="http://schemas.openxmlformats.org/drawingml/2006/main">
              <a:ext uri="{FF2B5EF4-FFF2-40B4-BE49-F238E27FC236}">
                <a16:creationId xmlns:a16="http://schemas.microsoft.com/office/drawing/2014/main" id="{5BD56BC4-677C-4754-9C93-3848F9134F42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100">
            <a:extLst xmlns:a="http://schemas.openxmlformats.org/drawingml/2006/main">
              <a:ext uri="{FF2B5EF4-FFF2-40B4-BE49-F238E27FC236}">
                <a16:creationId xmlns:a16="http://schemas.microsoft.com/office/drawing/2014/main" id="{1B1BC750-C599-485B-B112-39EE075D8757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安史之乱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165431F-DFBE-4368-B8BF-9254C1A6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安史之乱的影响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5DF714D-CE5A-485D-902E-9E80B7A4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AF30807-12F6-48F5-B067-724EB4704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B012908-8FE5-4BAE-97D0-7E031F57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安史之乱 · 参考 7 分钟</a:t>
            </a:r>
          </a:p>
        </p:txBody>
      </p:sp>
      <p:sp>
        <p:nvSpPr>
          <p:cNvPr id="9" name="link-1101">
            <a:extLst xmlns:a="http://schemas.openxmlformats.org/drawingml/2006/main">
              <a:ext uri="{FF2B5EF4-FFF2-40B4-BE49-F238E27FC236}">
                <a16:creationId xmlns:a16="http://schemas.microsoft.com/office/drawing/2014/main" id="{0A877335-9117-4AF9-B67C-C72F9062ABC4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藩镇割据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1102">
            <a:extLst xmlns:a="http://schemas.openxmlformats.org/drawingml/2006/main">
              <a:ext uri="{FF2B5EF4-FFF2-40B4-BE49-F238E27FC236}">
                <a16:creationId xmlns:a16="http://schemas.microsoft.com/office/drawing/2014/main" id="{577C0DBB-D878-4646-B359-5A38B335FD7A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藩镇割据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A3D6042-8368-4A86-BDB0-A864B99B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中央集权削弱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边防空虚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唐朝由盛转衰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藩镇割据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严重破坏北方经济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经济重心开始南移</a:t>
            </a:r>
          </a:p>
        </p:txBody>
      </p:sp>
    </p:spTree>
    <p:extLst>
      <p:ext uri="{BB962C8B-B14F-4D97-AF65-F5344CB8AC3E}">
        <p14:creationId xmlns:p14="http://schemas.microsoft.com/office/powerpoint/2010/main" val="145976279"/>
      </p:ext>
    </p:extLst>
  </p:cSld>
  <p:transition advClick="0"/>
</p:sld>
</file>

<file path=ppt/slides/slide150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CBEEA3-7ED0-45DD-A540-68C1D4E3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103">
            <a:extLst xmlns:a="http://schemas.openxmlformats.org/drawingml/2006/main">
              <a:ext uri="{FF2B5EF4-FFF2-40B4-BE49-F238E27FC236}">
                <a16:creationId xmlns:a16="http://schemas.microsoft.com/office/drawing/2014/main" id="{1DA4247B-65AC-4F18-82D1-9F3BCAAC402C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104">
            <a:extLst xmlns:a="http://schemas.openxmlformats.org/drawingml/2006/main">
              <a:ext uri="{FF2B5EF4-FFF2-40B4-BE49-F238E27FC236}">
                <a16:creationId xmlns:a16="http://schemas.microsoft.com/office/drawing/2014/main" id="{2EAAA613-3F9A-4A26-976A-54D83A13716C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105">
            <a:extLst xmlns:a="http://schemas.openxmlformats.org/drawingml/2006/main">
              <a:ext uri="{FF2B5EF4-FFF2-40B4-BE49-F238E27FC236}">
                <a16:creationId xmlns:a16="http://schemas.microsoft.com/office/drawing/2014/main" id="{FCD875EA-3C07-4C09-9B07-74F09517A128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安史之乱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229E589-2C6F-4F52-8DFC-DB2B8F3B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藩镇割据与唐朝统治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AC348C3-7E56-4D70-8080-AF5052D1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0CC6F3E-4D08-447F-A25D-BFF8C2BA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9444B71-6829-4793-9674-CE2A8A68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安史之乱 · 参考 7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152CBC8-7DA0-47DE-BACF-6BD8800BB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藩镇割据的影响</a:t>
            </a:r>
          </a:p>
        </p:txBody>
      </p:sp>
      <p:sp>
        <p:nvSpPr>
          <p:cNvPr id="10" name="link-1106">
            <a:extLst xmlns:a="http://schemas.openxmlformats.org/drawingml/2006/main">
              <a:ext uri="{FF2B5EF4-FFF2-40B4-BE49-F238E27FC236}">
                <a16:creationId xmlns:a16="http://schemas.microsoft.com/office/drawing/2014/main" id="{5D023C9A-E46B-41A3-A548-69154C8355C1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藩镇割据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1107">
            <a:extLst xmlns:a="http://schemas.openxmlformats.org/drawingml/2006/main">
              <a:ext uri="{FF2B5EF4-FFF2-40B4-BE49-F238E27FC236}">
                <a16:creationId xmlns:a16="http://schemas.microsoft.com/office/drawing/2014/main" id="{4B68BDA4-C0E6-4ED9-90A8-0FB08FFD6A4B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藩镇割据的影响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1455203072"/>
      </p:ext>
    </p:extLst>
  </p:cSld>
  <p:transition advClick="0"/>
</p:sld>
</file>

<file path=ppt/slides/slide151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0B73EE-B676-4DF0-9EDF-E2D403931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108">
            <a:extLst xmlns:a="http://schemas.openxmlformats.org/drawingml/2006/main">
              <a:ext uri="{FF2B5EF4-FFF2-40B4-BE49-F238E27FC236}">
                <a16:creationId xmlns:a16="http://schemas.microsoft.com/office/drawing/2014/main" id="{88FDBB2E-9C5D-487B-A0E1-EC057C10A00F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109">
            <a:extLst xmlns:a="http://schemas.openxmlformats.org/drawingml/2006/main">
              <a:ext uri="{FF2B5EF4-FFF2-40B4-BE49-F238E27FC236}">
                <a16:creationId xmlns:a16="http://schemas.microsoft.com/office/drawing/2014/main" id="{487CA962-1062-4328-9734-2EC1015990A6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110">
            <a:extLst xmlns:a="http://schemas.openxmlformats.org/drawingml/2006/main">
              <a:ext uri="{FF2B5EF4-FFF2-40B4-BE49-F238E27FC236}">
                <a16:creationId xmlns:a16="http://schemas.microsoft.com/office/drawing/2014/main" id="{8E72E940-33A7-475D-97FD-4A695CDCF147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安史之乱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DDB99CE-0EBF-452A-BF88-9070237B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藩镇割据的影响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9C33A50-B78B-4976-85AA-2561D3392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B85C787-CE72-41F6-996B-A48C8DEC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4314531-F738-42FF-94D3-5F24432B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安史之乱 · 参考 7 分钟</a:t>
            </a:r>
          </a:p>
        </p:txBody>
      </p:sp>
      <p:sp>
        <p:nvSpPr>
          <p:cNvPr id="9" name="link-1111">
            <a:extLst xmlns:a="http://schemas.openxmlformats.org/drawingml/2006/main">
              <a:ext uri="{FF2B5EF4-FFF2-40B4-BE49-F238E27FC236}">
                <a16:creationId xmlns:a16="http://schemas.microsoft.com/office/drawing/2014/main" id="{038A4BEC-E8A9-42AF-B3DF-316E2B6C4893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藩镇割据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1112">
            <a:extLst xmlns:a="http://schemas.openxmlformats.org/drawingml/2006/main">
              <a:ext uri="{FF2B5EF4-FFF2-40B4-BE49-F238E27FC236}">
                <a16:creationId xmlns:a16="http://schemas.microsoft.com/office/drawing/2014/main" id="{FFF617F0-DD9D-4064-9C4E-6B9C6F08C3C8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藩镇割据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F4EE4AB-F1F1-4C86-AACF-02941733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不利于中央集权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客观上延续了唐朝的统治</a:t>
            </a:r>
          </a:p>
        </p:txBody>
      </p:sp>
    </p:spTree>
    <p:extLst>
      <p:ext uri="{BB962C8B-B14F-4D97-AF65-F5344CB8AC3E}">
        <p14:creationId xmlns:p14="http://schemas.microsoft.com/office/powerpoint/2010/main" val="1279973923"/>
      </p:ext>
    </p:extLst>
  </p:cSld>
  <p:transition advClick="0"/>
</p:sld>
</file>

<file path=ppt/slides/slide152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B5F3E3-A3F5-4011-ADDD-A5A43835C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113">
            <a:extLst xmlns:a="http://schemas.openxmlformats.org/drawingml/2006/main">
              <a:ext uri="{FF2B5EF4-FFF2-40B4-BE49-F238E27FC236}">
                <a16:creationId xmlns:a16="http://schemas.microsoft.com/office/drawing/2014/main" id="{D92AEF27-C6BD-4FDA-AC64-9788AC81C977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114">
            <a:extLst xmlns:a="http://schemas.openxmlformats.org/drawingml/2006/main">
              <a:ext uri="{FF2B5EF4-FFF2-40B4-BE49-F238E27FC236}">
                <a16:creationId xmlns:a16="http://schemas.microsoft.com/office/drawing/2014/main" id="{95DC1AF8-96BD-421B-B506-20E2B2A928F8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115">
            <a:extLst xmlns:a="http://schemas.openxmlformats.org/drawingml/2006/main">
              <a:ext uri="{FF2B5EF4-FFF2-40B4-BE49-F238E27FC236}">
                <a16:creationId xmlns:a16="http://schemas.microsoft.com/office/drawing/2014/main" id="{DCC7269E-C977-4D60-A39F-9B9464F8A991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的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2BC2C89-14BE-4A67-B06E-A5010E14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五代十国与唐末藩镇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77D3A4C-E7A5-4413-B9A0-D09EBE5E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32491D8-4F20-43ED-AC77-7C4A4A640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FFB864D-25A1-4BCD-ADCB-E933482AA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唐的灭亡 · 参考 6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0209A33-88E9-4157-8B19-B9859DBD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什么是五代十国？它与唐末藩镇割据有何联系？</a:t>
            </a:r>
          </a:p>
        </p:txBody>
      </p:sp>
      <p:sp>
        <p:nvSpPr>
          <p:cNvPr id="10" name="link-1116">
            <a:extLst xmlns:a="http://schemas.openxmlformats.org/drawingml/2006/main">
              <a:ext uri="{FF2B5EF4-FFF2-40B4-BE49-F238E27FC236}">
                <a16:creationId xmlns:a16="http://schemas.microsoft.com/office/drawing/2014/main" id="{5121D59E-329B-4DD0-8397-5EE222957249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五代与十国的定义（含衔接上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1117">
            <a:extLst xmlns:a="http://schemas.openxmlformats.org/drawingml/2006/main">
              <a:ext uri="{FF2B5EF4-FFF2-40B4-BE49-F238E27FC236}">
                <a16:creationId xmlns:a16="http://schemas.microsoft.com/office/drawing/2014/main" id="{755C8EFB-A52B-41C9-802B-1EC2870B943A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什么是五代十国？它与唐末藩镇割据有何联系？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1404958097"/>
      </p:ext>
    </p:extLst>
  </p:cSld>
  <p:transition advClick="0"/>
</p:sld>
</file>

<file path=ppt/slides/slide153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CE43F7-404F-42AC-9A6A-B8246CA9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118">
            <a:extLst xmlns:a="http://schemas.openxmlformats.org/drawingml/2006/main">
              <a:ext uri="{FF2B5EF4-FFF2-40B4-BE49-F238E27FC236}">
                <a16:creationId xmlns:a16="http://schemas.microsoft.com/office/drawing/2014/main" id="{596ADB41-E444-45CB-94EE-3D3BCEEA3FB7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119">
            <a:extLst xmlns:a="http://schemas.openxmlformats.org/drawingml/2006/main">
              <a:ext uri="{FF2B5EF4-FFF2-40B4-BE49-F238E27FC236}">
                <a16:creationId xmlns:a16="http://schemas.microsoft.com/office/drawing/2014/main" id="{7F4F8EF4-3918-47B7-8EC4-8ACE3CE6C218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120">
            <a:extLst xmlns:a="http://schemas.openxmlformats.org/drawingml/2006/main">
              <a:ext uri="{FF2B5EF4-FFF2-40B4-BE49-F238E27FC236}">
                <a16:creationId xmlns:a16="http://schemas.microsoft.com/office/drawing/2014/main" id="{01539DBA-1DA9-4C5A-8249-B827D48C3A3D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的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DD6E57D-6456-440C-A012-74DD6C79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什么是五代十国？它与唐末藩镇割据有何联系？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7F5E0EB-8C0C-4695-A86D-2215F21C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B3F0406-425A-49B7-9FC7-3FE80BCE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C80412F-7FF2-4F7F-A06F-D4EE4B51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唐的灭亡 · 参考 6 分钟</a:t>
            </a:r>
          </a:p>
        </p:txBody>
      </p:sp>
      <p:sp>
        <p:nvSpPr>
          <p:cNvPr id="9" name="link-1121">
            <a:extLst xmlns:a="http://schemas.openxmlformats.org/drawingml/2006/main">
              <a:ext uri="{FF2B5EF4-FFF2-40B4-BE49-F238E27FC236}">
                <a16:creationId xmlns:a16="http://schemas.microsoft.com/office/drawing/2014/main" id="{BC91075E-76ED-42C9-BD56-71D062679A3B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五代与十国的定义（含衔接上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1122">
            <a:extLst xmlns:a="http://schemas.openxmlformats.org/drawingml/2006/main">
              <a:ext uri="{FF2B5EF4-FFF2-40B4-BE49-F238E27FC236}">
                <a16:creationId xmlns:a16="http://schemas.microsoft.com/office/drawing/2014/main" id="{115A55A5-5268-4407-A131-C04486E81DB7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什么是五代十国？它与唐末藩镇割据有何联系？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继续答案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C65E242-BEE2-48E4-8F62-A4362B7C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五代：黄河流域先后出现后梁、后唐、后晋、后汉、后周。后唐都洛阳，其余四代都开封。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十国：南方先后九个割据政权，加五代末期在山西建立的北汉。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唐末至五代十国 · 教材事件与课堂时序整理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875年 · 黄巢起义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起义军一度攻占长安，沉重打击唐朝统治。</a:t>
            </a:r>
          </a:p>
        </p:txBody>
      </p:sp>
    </p:spTree>
    <p:extLst>
      <p:ext uri="{BB962C8B-B14F-4D97-AF65-F5344CB8AC3E}">
        <p14:creationId xmlns:p14="http://schemas.microsoft.com/office/powerpoint/2010/main" val="1504384140"/>
      </p:ext>
    </p:extLst>
  </p:cSld>
  <p:transition advClick="0"/>
</p:sld>
</file>

<file path=ppt/slides/slide154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2D2D1F-9B52-4AF1-B795-98B45DD0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123">
            <a:extLst xmlns:a="http://schemas.openxmlformats.org/drawingml/2006/main">
              <a:ext uri="{FF2B5EF4-FFF2-40B4-BE49-F238E27FC236}">
                <a16:creationId xmlns:a16="http://schemas.microsoft.com/office/drawing/2014/main" id="{9555A363-AC9B-4109-A6EA-CBA418AAECBD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124">
            <a:extLst xmlns:a="http://schemas.openxmlformats.org/drawingml/2006/main">
              <a:ext uri="{FF2B5EF4-FFF2-40B4-BE49-F238E27FC236}">
                <a16:creationId xmlns:a16="http://schemas.microsoft.com/office/drawing/2014/main" id="{EA179E6F-3197-4798-96E6-AD70B9182109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125">
            <a:extLst xmlns:a="http://schemas.openxmlformats.org/drawingml/2006/main">
              <a:ext uri="{FF2B5EF4-FFF2-40B4-BE49-F238E27FC236}">
                <a16:creationId xmlns:a16="http://schemas.microsoft.com/office/drawing/2014/main" id="{0E6E10AE-7BD1-4800-925B-9B20BEAF7756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的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68946B5-8A2B-4ED9-9299-DDFD5E42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什么是五代十国？它与唐末藩镇割据有何联系？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128D308-3E6F-4EE7-950C-CEE83AF3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896E680-8EA2-4CE9-A063-9EBB16E60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AAE3B57-F9F5-4070-A537-40B2051A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唐的灭亡 · 参考 6 分钟</a:t>
            </a:r>
          </a:p>
        </p:txBody>
      </p:sp>
      <p:sp>
        <p:nvSpPr>
          <p:cNvPr id="9" name="link-1126">
            <a:extLst xmlns:a="http://schemas.openxmlformats.org/drawingml/2006/main">
              <a:ext uri="{FF2B5EF4-FFF2-40B4-BE49-F238E27FC236}">
                <a16:creationId xmlns:a16="http://schemas.microsoft.com/office/drawing/2014/main" id="{1EE50239-FDFF-4C5A-8E49-F54686A1E542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五代与十国的定义（含衔接上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1127">
            <a:extLst xmlns:a="http://schemas.openxmlformats.org/drawingml/2006/main">
              <a:ext uri="{FF2B5EF4-FFF2-40B4-BE49-F238E27FC236}">
                <a16:creationId xmlns:a16="http://schemas.microsoft.com/office/drawing/2014/main" id="{39DD04AF-C05D-4BAF-B6A6-995B29F9CC4A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什么是五代十国？它与唐末藩镇割据有何联系？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继续答案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7013C92-686A-472D-B246-C1A93720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朱温降唐 · 逐渐掌权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由起义军将领降唐，任节度使，与其他藩镇镇压起义，逐渐控制政权。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907年 · 废唐建梁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朱温废唐称帝，建梁，史称后梁；唐朝灭亡。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五代相继更替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后梁 → 后唐 → 后晋 → 后汉 → 后周；十国为南方先后九个政权加北汉。</a:t>
            </a:r>
          </a:p>
        </p:txBody>
      </p:sp>
    </p:spTree>
    <p:extLst>
      <p:ext uri="{BB962C8B-B14F-4D97-AF65-F5344CB8AC3E}">
        <p14:creationId xmlns:p14="http://schemas.microsoft.com/office/powerpoint/2010/main" val="539997012"/>
      </p:ext>
    </p:extLst>
  </p:cSld>
  <p:transition advClick="0"/>
</p:sld>
</file>

<file path=ppt/slides/slide155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9FB275-C757-4260-B31E-278913B8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128">
            <a:extLst xmlns:a="http://schemas.openxmlformats.org/drawingml/2006/main">
              <a:ext uri="{FF2B5EF4-FFF2-40B4-BE49-F238E27FC236}">
                <a16:creationId xmlns:a16="http://schemas.microsoft.com/office/drawing/2014/main" id="{B1E7130E-9D9E-4D8C-BA6B-19CB8663ECE6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129">
            <a:extLst xmlns:a="http://schemas.openxmlformats.org/drawingml/2006/main">
              <a:ext uri="{FF2B5EF4-FFF2-40B4-BE49-F238E27FC236}">
                <a16:creationId xmlns:a16="http://schemas.microsoft.com/office/drawing/2014/main" id="{34721D65-495C-44B1-A637-35F34D81D252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130">
            <a:extLst xmlns:a="http://schemas.openxmlformats.org/drawingml/2006/main">
              <a:ext uri="{FF2B5EF4-FFF2-40B4-BE49-F238E27FC236}">
                <a16:creationId xmlns:a16="http://schemas.microsoft.com/office/drawing/2014/main" id="{2D4B5E58-BC0A-4E8C-B4BA-F3C0A4B5B90A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的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74930BB-FBD0-458D-A58F-26BD2401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什么是五代十国？它与唐末藩镇割据有何联系？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34AA957-5D36-46F1-9CA3-6605F352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95CCEE6-31FB-437B-88A2-D2196FD2A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19D031F-342A-4CE2-B459-E33EBD207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唐的灭亡 · 参考 6 分钟</a:t>
            </a:r>
          </a:p>
        </p:txBody>
      </p:sp>
      <p:sp>
        <p:nvSpPr>
          <p:cNvPr id="9" name="link-1131">
            <a:extLst xmlns:a="http://schemas.openxmlformats.org/drawingml/2006/main">
              <a:ext uri="{FF2B5EF4-FFF2-40B4-BE49-F238E27FC236}">
                <a16:creationId xmlns:a16="http://schemas.microsoft.com/office/drawing/2014/main" id="{116AA0A8-3270-4022-A403-757F42CDDF66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五代与十国的定义（含衔接上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1132">
            <a:extLst xmlns:a="http://schemas.openxmlformats.org/drawingml/2006/main">
              <a:ext uri="{FF2B5EF4-FFF2-40B4-BE49-F238E27FC236}">
                <a16:creationId xmlns:a16="http://schemas.microsoft.com/office/drawing/2014/main" id="{DADF0794-E000-4D7B-A2FA-D85923615504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五代与十国的定义（含衔接上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0A2AE01-FF7B-4486-B0A5-720EC03C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后周世宗柴荣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清除弊政、增强实力，为后来北宋结束分裂奠定基础。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课堂历史归纳：五代十国分裂局面承续并演变了唐末藩镇割据格局，不是毫无变化的等号。后周世宗柴荣清除弊政、增强实力，为北宋结束分裂奠定基础。</a:t>
            </a:r>
          </a:p>
        </p:txBody>
      </p:sp>
    </p:spTree>
    <p:extLst>
      <p:ext uri="{BB962C8B-B14F-4D97-AF65-F5344CB8AC3E}">
        <p14:creationId xmlns:p14="http://schemas.microsoft.com/office/powerpoint/2010/main" val="1432226393"/>
      </p:ext>
    </p:extLst>
  </p:cSld>
  <p:transition advClick="0"/>
</p:sld>
</file>

<file path=ppt/slides/slide156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6EDF85-5AC3-4E16-A888-967F93EF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133">
            <a:extLst xmlns:a="http://schemas.openxmlformats.org/drawingml/2006/main">
              <a:ext uri="{FF2B5EF4-FFF2-40B4-BE49-F238E27FC236}">
                <a16:creationId xmlns:a16="http://schemas.microsoft.com/office/drawing/2014/main" id="{95AD914E-5217-466F-BC9F-AF729E86E05D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134">
            <a:extLst xmlns:a="http://schemas.openxmlformats.org/drawingml/2006/main">
              <a:ext uri="{FF2B5EF4-FFF2-40B4-BE49-F238E27FC236}">
                <a16:creationId xmlns:a16="http://schemas.microsoft.com/office/drawing/2014/main" id="{4BAA920F-5379-4264-9AEA-8BFD87F3A0C7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135">
            <a:extLst xmlns:a="http://schemas.openxmlformats.org/drawingml/2006/main">
              <a:ext uri="{FF2B5EF4-FFF2-40B4-BE49-F238E27FC236}">
                <a16:creationId xmlns:a16="http://schemas.microsoft.com/office/drawing/2014/main" id="{BB41A55D-07EC-4818-BC01-27153DBF1863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的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5CA047C-1B83-4642-AE99-B81F20C2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五代十国与唐末藩镇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E13FA1A-8722-42F7-83FB-28BBF1B03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4660932-A746-499A-A226-FCE008AA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66AD32F-5A39-45C7-A769-1320C64F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唐的灭亡 · 参考 6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F62EBC8-B921-481E-BAC2-0A2B03E6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什么是五代十国？它与唐末藩镇割据有何联系？</a:t>
            </a:r>
          </a:p>
        </p:txBody>
      </p:sp>
      <p:sp>
        <p:nvSpPr>
          <p:cNvPr id="10" name="link-1136">
            <a:extLst xmlns:a="http://schemas.openxmlformats.org/drawingml/2006/main">
              <a:ext uri="{FF2B5EF4-FFF2-40B4-BE49-F238E27FC236}">
                <a16:creationId xmlns:a16="http://schemas.microsoft.com/office/drawing/2014/main" id="{7106FD03-6E96-48AD-85BA-8931ED2AE3EA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五代十国形势图（后周时期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1137">
            <a:extLst xmlns:a="http://schemas.openxmlformats.org/drawingml/2006/main">
              <a:ext uri="{FF2B5EF4-FFF2-40B4-BE49-F238E27FC236}">
                <a16:creationId xmlns:a16="http://schemas.microsoft.com/office/drawing/2014/main" id="{F53B4849-9BEB-4AE7-B644-FBCAA6601148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什么是五代十国？它与唐末藩镇割据有何联系？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80194787"/>
      </p:ext>
    </p:extLst>
  </p:cSld>
  <p:transition advClick="0"/>
</p:sld>
</file>

<file path=ppt/slides/slide157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B11622-1D5F-4CF9-A33D-5A658DE2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138">
            <a:extLst xmlns:a="http://schemas.openxmlformats.org/drawingml/2006/main">
              <a:ext uri="{FF2B5EF4-FFF2-40B4-BE49-F238E27FC236}">
                <a16:creationId xmlns:a16="http://schemas.microsoft.com/office/drawing/2014/main" id="{674593B5-5280-4EF9-9F5C-F2DF226DCF39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139">
            <a:extLst xmlns:a="http://schemas.openxmlformats.org/drawingml/2006/main">
              <a:ext uri="{FF2B5EF4-FFF2-40B4-BE49-F238E27FC236}">
                <a16:creationId xmlns:a16="http://schemas.microsoft.com/office/drawing/2014/main" id="{9D7F8783-9679-4DBF-9B2F-52C1F7CBC950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140">
            <a:extLst xmlns:a="http://schemas.openxmlformats.org/drawingml/2006/main">
              <a:ext uri="{FF2B5EF4-FFF2-40B4-BE49-F238E27FC236}">
                <a16:creationId xmlns:a16="http://schemas.microsoft.com/office/drawing/2014/main" id="{937CFF7C-539F-4690-879F-3E01339426D8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的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8AC654C-35B2-4DAE-A7A7-6BB19F49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什么是五代十国？它与唐末藩镇割据有何联系？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CC4BBE9-C599-46E0-A4AA-E15A721D3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25D495C-825E-4303-8912-4B0E4392F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FAD2FE5-F004-47A9-B1EF-6CE0AD7C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唐的灭亡 · 参考 6 分钟</a:t>
            </a:r>
          </a:p>
        </p:txBody>
      </p:sp>
      <p:sp>
        <p:nvSpPr>
          <p:cNvPr id="9" name="link-1141">
            <a:extLst xmlns:a="http://schemas.openxmlformats.org/drawingml/2006/main">
              <a:ext uri="{FF2B5EF4-FFF2-40B4-BE49-F238E27FC236}">
                <a16:creationId xmlns:a16="http://schemas.microsoft.com/office/drawing/2014/main" id="{F72E0BE9-D30C-48BE-9D4A-097CE471414D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五代十国形势图（后周时期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1142">
            <a:extLst xmlns:a="http://schemas.openxmlformats.org/drawingml/2006/main">
              <a:ext uri="{FF2B5EF4-FFF2-40B4-BE49-F238E27FC236}">
                <a16:creationId xmlns:a16="http://schemas.microsoft.com/office/drawing/2014/main" id="{1DBBF1AE-A0D6-4B86-B75A-ED337059A0DF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什么是五代十国？它与唐末藩镇割据有何联系？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继续答案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7100066-42FB-4498-BAB7-1C2C1694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五代：黄河流域先后出现后梁、后唐、后晋、后汉、后周。后唐都洛阳，其余四代都开封。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十国：南方先后九个割据政权，加五代末期在山西建立的北汉。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唐末至五代十国 · 教材事件与课堂时序整理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875年 · 黄巢起义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起义军一度攻占长安，沉重打击唐朝统治。</a:t>
            </a:r>
          </a:p>
        </p:txBody>
      </p:sp>
    </p:spTree>
    <p:extLst>
      <p:ext uri="{BB962C8B-B14F-4D97-AF65-F5344CB8AC3E}">
        <p14:creationId xmlns:p14="http://schemas.microsoft.com/office/powerpoint/2010/main" val="1171200040"/>
      </p:ext>
    </p:extLst>
  </p:cSld>
  <p:transition advClick="0"/>
</p:sld>
</file>

<file path=ppt/slides/slide158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463FEA-2353-481F-97D4-2C45DE4C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143">
            <a:extLst xmlns:a="http://schemas.openxmlformats.org/drawingml/2006/main">
              <a:ext uri="{FF2B5EF4-FFF2-40B4-BE49-F238E27FC236}">
                <a16:creationId xmlns:a16="http://schemas.microsoft.com/office/drawing/2014/main" id="{D71A6A89-AA9A-4E76-902C-442D0C3EC399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144">
            <a:extLst xmlns:a="http://schemas.openxmlformats.org/drawingml/2006/main">
              <a:ext uri="{FF2B5EF4-FFF2-40B4-BE49-F238E27FC236}">
                <a16:creationId xmlns:a16="http://schemas.microsoft.com/office/drawing/2014/main" id="{CDE7EC04-E47E-4208-936D-219170F6A47D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145">
            <a:extLst xmlns:a="http://schemas.openxmlformats.org/drawingml/2006/main">
              <a:ext uri="{FF2B5EF4-FFF2-40B4-BE49-F238E27FC236}">
                <a16:creationId xmlns:a16="http://schemas.microsoft.com/office/drawing/2014/main" id="{030FA6A5-47B3-4DC4-A69D-48F79E265340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的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7F9390E-AAD1-4B7C-8B43-CC72EE50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什么是五代十国？它与唐末藩镇割据有何联系？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2BEC319-3D87-4E1C-92A7-BD252569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FF9A8A1-39D9-4A5F-8D21-3C79CD28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0278A91-8C30-4928-90F3-993113D7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唐的灭亡 · 参考 6 分钟</a:t>
            </a:r>
          </a:p>
        </p:txBody>
      </p:sp>
      <p:sp>
        <p:nvSpPr>
          <p:cNvPr id="9" name="link-1146">
            <a:extLst xmlns:a="http://schemas.openxmlformats.org/drawingml/2006/main">
              <a:ext uri="{FF2B5EF4-FFF2-40B4-BE49-F238E27FC236}">
                <a16:creationId xmlns:a16="http://schemas.microsoft.com/office/drawing/2014/main" id="{7F1F48B0-0376-4289-9FA5-53E6D3FA73E0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五代十国形势图（后周时期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1147">
            <a:extLst xmlns:a="http://schemas.openxmlformats.org/drawingml/2006/main">
              <a:ext uri="{FF2B5EF4-FFF2-40B4-BE49-F238E27FC236}">
                <a16:creationId xmlns:a16="http://schemas.microsoft.com/office/drawing/2014/main" id="{0FB606CB-7659-4078-AE1A-36C4694DA782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什么是五代十国？它与唐末藩镇割据有何联系？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继续答案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FEFE74F-85E2-42C7-8283-5C8E11097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朱温降唐 · 逐渐掌权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由起义军将领降唐，任节度使，与其他藩镇镇压起义，逐渐控制政权。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907年 · 废唐建梁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朱温废唐称帝，建梁，史称后梁；唐朝灭亡。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五代相继更替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后梁 → 后唐 → 后晋 → 后汉 → 后周；十国为南方先后九个政权加北汉。</a:t>
            </a:r>
          </a:p>
        </p:txBody>
      </p:sp>
    </p:spTree>
    <p:extLst>
      <p:ext uri="{BB962C8B-B14F-4D97-AF65-F5344CB8AC3E}">
        <p14:creationId xmlns:p14="http://schemas.microsoft.com/office/powerpoint/2010/main" val="1035139576"/>
      </p:ext>
    </p:extLst>
  </p:cSld>
  <p:transition advClick="0"/>
</p:sld>
</file>

<file path=ppt/slides/slide159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0AFD54-FE57-4804-B5B6-00C9B4A9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148">
            <a:extLst xmlns:a="http://schemas.openxmlformats.org/drawingml/2006/main">
              <a:ext uri="{FF2B5EF4-FFF2-40B4-BE49-F238E27FC236}">
                <a16:creationId xmlns:a16="http://schemas.microsoft.com/office/drawing/2014/main" id="{507F194A-4337-47C6-A743-10B37BF90D83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149">
            <a:extLst xmlns:a="http://schemas.openxmlformats.org/drawingml/2006/main">
              <a:ext uri="{FF2B5EF4-FFF2-40B4-BE49-F238E27FC236}">
                <a16:creationId xmlns:a16="http://schemas.microsoft.com/office/drawing/2014/main" id="{3CFA838E-27EE-4AA0-B926-BCF25D7471D5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150">
            <a:extLst xmlns:a="http://schemas.openxmlformats.org/drawingml/2006/main">
              <a:ext uri="{FF2B5EF4-FFF2-40B4-BE49-F238E27FC236}">
                <a16:creationId xmlns:a16="http://schemas.microsoft.com/office/drawing/2014/main" id="{8ACF623B-3396-4134-90A2-66EB09B95962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的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B2CBE00-7028-4992-AB72-68E5C4274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什么是五代十国？它与唐末藩镇割据有何联系？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8F3B30F-9D76-44FF-9E0B-741813DF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B7B16D0-8151-479D-8949-F407D122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3841FC6-9F0F-4625-BBFA-FE7D5A5C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唐的灭亡 · 参考 6 分钟</a:t>
            </a:r>
          </a:p>
        </p:txBody>
      </p:sp>
      <p:sp>
        <p:nvSpPr>
          <p:cNvPr id="9" name="link-1151">
            <a:extLst xmlns:a="http://schemas.openxmlformats.org/drawingml/2006/main">
              <a:ext uri="{FF2B5EF4-FFF2-40B4-BE49-F238E27FC236}">
                <a16:creationId xmlns:a16="http://schemas.microsoft.com/office/drawing/2014/main" id="{5DE367BB-F1DA-4C7B-B215-590F7013BA56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五代十国形势图（后周时期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1152">
            <a:extLst xmlns:a="http://schemas.openxmlformats.org/drawingml/2006/main">
              <a:ext uri="{FF2B5EF4-FFF2-40B4-BE49-F238E27FC236}">
                <a16:creationId xmlns:a16="http://schemas.microsoft.com/office/drawing/2014/main" id="{B6023CA1-BC9F-4B36-904D-D609A880881E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五代十国形势图（后周时期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58BC810-17CF-463C-B5F1-CAA44847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后周世宗柴荣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清除弊政、增强实力，为后来北宋结束分裂奠定基础。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课堂历史归纳：五代十国分裂局面承续并演变了唐末藩镇割据格局，不是毫无变化的等号。后周世宗柴荣清除弊政、增强实力，为北宋结束分裂奠定基础。</a:t>
            </a:r>
          </a:p>
        </p:txBody>
      </p:sp>
    </p:spTree>
    <p:extLst>
      <p:ext uri="{BB962C8B-B14F-4D97-AF65-F5344CB8AC3E}">
        <p14:creationId xmlns:p14="http://schemas.microsoft.com/office/powerpoint/2010/main" val="1622606128"/>
      </p:ext>
    </p:extLst>
  </p:cSld>
  <p:transition advClick="0"/>
</p:sld>
</file>

<file path=ppt/slides/slide160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281D3C-4A1C-4A7C-8CE4-ADDC18F4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153">
            <a:extLst xmlns:a="http://schemas.openxmlformats.org/drawingml/2006/main">
              <a:ext uri="{FF2B5EF4-FFF2-40B4-BE49-F238E27FC236}">
                <a16:creationId xmlns:a16="http://schemas.microsoft.com/office/drawing/2014/main" id="{9B9ADA42-5B89-4335-909B-303E4CC2A9F2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154">
            <a:extLst xmlns:a="http://schemas.openxmlformats.org/drawingml/2006/main">
              <a:ext uri="{FF2B5EF4-FFF2-40B4-BE49-F238E27FC236}">
                <a16:creationId xmlns:a16="http://schemas.microsoft.com/office/drawing/2014/main" id="{2AA9423B-368A-48DB-BD3B-41EDD5C4DA5A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155">
            <a:extLst xmlns:a="http://schemas.openxmlformats.org/drawingml/2006/main">
              <a:ext uri="{FF2B5EF4-FFF2-40B4-BE49-F238E27FC236}">
                <a16:creationId xmlns:a16="http://schemas.microsoft.com/office/drawing/2014/main" id="{40EE3F17-9A5A-4E38-AA1A-9BD6E9E0F1D4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D624975-81F5-4E50-B8E0-58243A15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唐朝前期形势和边疆各族分布图（669年）及古今地名表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881C3DC-AF87-4EE1-83E1-988C6A20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地图阅读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85123EC-2383-43AC-B12F-DB99084CD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578AFCB-4446-4126-97E2-71A1A29D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FFE642B-3519-441B-BB66-0B457E2F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00250"/>
            <a:ext cx="98107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先选择对象，再向下读图。朱砂框只定位文字，不代表疆域。可使用白板放大、移动；图题、图例与全部年代注记均保留。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教材 PDF 4/6｜印刷第37页669年图；交往事实见教材 PDF 3/6｜印刷第36页—教材 PDF 4/6｜印刷第37页 · 定位示意，非政治边界</a:t>
            </a:r>
          </a:p>
        </p:txBody>
      </p:sp>
      <p:sp>
        <p:nvSpPr>
          <p:cNvPr id="10" name="link-1156">
            <a:extLst xmlns:a="http://schemas.openxmlformats.org/drawingml/2006/main">
              <a:ext uri="{FF2B5EF4-FFF2-40B4-BE49-F238E27FC236}">
                <a16:creationId xmlns:a16="http://schemas.microsoft.com/office/drawing/2014/main" id="{044CA6CE-A41F-4582-A609-173985CB6900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返回教材</a:t>
            </a:r>
          </a:p>
        </p:txBody>
      </p:sp>
      <p:sp>
        <p:nvSpPr>
          <p:cNvPr id="11" name="link-1157">
            <a:extLst xmlns:a="http://schemas.openxmlformats.org/drawingml/2006/main">
              <a:ext uri="{FF2B5EF4-FFF2-40B4-BE49-F238E27FC236}">
                <a16:creationId xmlns:a16="http://schemas.microsoft.com/office/drawing/2014/main" id="{92D6F62F-824D-40F5-AE5A-6D70CB8B8540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民族关系的处理方式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交往方式问答</a:t>
            </a:r>
          </a:p>
        </p:txBody>
      </p:sp>
    </p:spTree>
    <p:extLst>
      <p:ext uri="{BB962C8B-B14F-4D97-AF65-F5344CB8AC3E}">
        <p14:creationId xmlns:p14="http://schemas.microsoft.com/office/powerpoint/2010/main" val="417272715"/>
      </p:ext>
    </p:extLst>
  </p:cSld>
  <p:transition advClick="0"/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2026-10-24T14:30:35.1900000Z</dcterms:created>
  <dcterms:modified xsi:type="dcterms:W3CDTF">2026-10-24T14:30:35.1900000Z</dcterms:modified>
</coreProperties>
</file>